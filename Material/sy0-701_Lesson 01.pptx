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24"/>
  </p:notesMasterIdLst>
  <p:handoutMasterIdLst>
    <p:handoutMasterId r:id="rId25"/>
  </p:handoutMasterIdLst>
  <p:sldIdLst>
    <p:sldId id="257" r:id="rId5"/>
    <p:sldId id="932" r:id="rId6"/>
    <p:sldId id="258" r:id="rId7"/>
    <p:sldId id="286" r:id="rId8"/>
    <p:sldId id="287" r:id="rId9"/>
    <p:sldId id="292" r:id="rId10"/>
    <p:sldId id="291" r:id="rId11"/>
    <p:sldId id="933" r:id="rId12"/>
    <p:sldId id="935" r:id="rId13"/>
    <p:sldId id="259" r:id="rId14"/>
    <p:sldId id="293" r:id="rId15"/>
    <p:sldId id="294" r:id="rId16"/>
    <p:sldId id="295" r:id="rId17"/>
    <p:sldId id="289" r:id="rId18"/>
    <p:sldId id="288" r:id="rId19"/>
    <p:sldId id="290" r:id="rId20"/>
    <p:sldId id="934" r:id="rId21"/>
    <p:sldId id="936" r:id="rId22"/>
    <p:sldId id="931" r:id="rId23"/>
  </p:sldIdLst>
  <p:sldSz cx="9144000" cy="5143500" type="screen16x9"/>
  <p:notesSz cx="6858000" cy="9144000"/>
  <p:embeddedFontLst>
    <p:embeddedFont>
      <p:font typeface="Calibri" panose="020F0502020204030204" pitchFamily="34"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083" autoAdjust="0"/>
  </p:normalViewPr>
  <p:slideViewPr>
    <p:cSldViewPr snapToGrid="0">
      <p:cViewPr varScale="1">
        <p:scale>
          <a:sx n="117" d="100"/>
          <a:sy n="117" d="100"/>
        </p:scale>
        <p:origin x="672" y="84"/>
      </p:cViewPr>
      <p:guideLst>
        <p:guide orient="horz" pos="162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4.xml"/><Relationship Id="rId3" Type="http://schemas.openxmlformats.org/officeDocument/2006/relationships/slide" Target="slides/slide3.xml"/><Relationship Id="rId7" Type="http://schemas.openxmlformats.org/officeDocument/2006/relationships/slide" Target="slides/slide7.xml"/><Relationship Id="rId12" Type="http://schemas.openxmlformats.org/officeDocument/2006/relationships/slide" Target="slides/slide13.xml"/><Relationship Id="rId17" Type="http://schemas.openxmlformats.org/officeDocument/2006/relationships/slide" Target="slides/slide19.xml"/><Relationship Id="rId2" Type="http://schemas.openxmlformats.org/officeDocument/2006/relationships/slide" Target="slides/slide2.xml"/><Relationship Id="rId16" Type="http://schemas.openxmlformats.org/officeDocument/2006/relationships/slide" Target="slides/slide17.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2.xml"/><Relationship Id="rId5" Type="http://schemas.openxmlformats.org/officeDocument/2006/relationships/slide" Target="slides/slide5.xml"/><Relationship Id="rId15" Type="http://schemas.openxmlformats.org/officeDocument/2006/relationships/slide" Target="slides/slide16.xml"/><Relationship Id="rId10" Type="http://schemas.openxmlformats.org/officeDocument/2006/relationships/slide" Target="slides/slide11.xml"/><Relationship Id="rId4" Type="http://schemas.openxmlformats.org/officeDocument/2006/relationships/slide" Target="slides/slide4.xml"/><Relationship Id="rId9" Type="http://schemas.openxmlformats.org/officeDocument/2006/relationships/slide" Target="slides/slide10.xml"/><Relationship Id="rId14"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Pengelly" userId="d269fecd-a8a2-4e5a-93ae-88bdaab21f51" providerId="ADAL" clId="{22EA6774-7797-44EF-AD8E-71CA17CA47D3}"/>
    <pc:docChg chg="undo custSel addSld delSld modSld">
      <pc:chgData name="James Pengelly" userId="d269fecd-a8a2-4e5a-93ae-88bdaab21f51" providerId="ADAL" clId="{22EA6774-7797-44EF-AD8E-71CA17CA47D3}" dt="2023-09-06T14:31:10.390" v="354"/>
      <pc:docMkLst>
        <pc:docMk/>
      </pc:docMkLst>
      <pc:sldChg chg="modNotesTx">
        <pc:chgData name="James Pengelly" userId="d269fecd-a8a2-4e5a-93ae-88bdaab21f51" providerId="ADAL" clId="{22EA6774-7797-44EF-AD8E-71CA17CA47D3}" dt="2023-09-06T14:26:02.267" v="326"/>
        <pc:sldMkLst>
          <pc:docMk/>
          <pc:sldMk cId="3760655269" sldId="257"/>
        </pc:sldMkLst>
      </pc:sldChg>
      <pc:sldChg chg="modNotesTx">
        <pc:chgData name="James Pengelly" userId="d269fecd-a8a2-4e5a-93ae-88bdaab21f51" providerId="ADAL" clId="{22EA6774-7797-44EF-AD8E-71CA17CA47D3}" dt="2023-09-06T14:26:13.060" v="327"/>
        <pc:sldMkLst>
          <pc:docMk/>
          <pc:sldMk cId="2338602011" sldId="258"/>
        </pc:sldMkLst>
      </pc:sldChg>
      <pc:sldChg chg="modNotesTx">
        <pc:chgData name="James Pengelly" userId="d269fecd-a8a2-4e5a-93ae-88bdaab21f51" providerId="ADAL" clId="{22EA6774-7797-44EF-AD8E-71CA17CA47D3}" dt="2023-09-06T14:28:52.922" v="334"/>
        <pc:sldMkLst>
          <pc:docMk/>
          <pc:sldMk cId="1550182309" sldId="259"/>
        </pc:sldMkLst>
      </pc:sldChg>
      <pc:sldChg chg="del">
        <pc:chgData name="James Pengelly" userId="d269fecd-a8a2-4e5a-93ae-88bdaab21f51" providerId="ADAL" clId="{22EA6774-7797-44EF-AD8E-71CA17CA47D3}" dt="2023-08-24T13:50:13.393" v="0" actId="47"/>
        <pc:sldMkLst>
          <pc:docMk/>
          <pc:sldMk cId="437917127" sldId="260"/>
        </pc:sldMkLst>
      </pc:sldChg>
      <pc:sldChg chg="del">
        <pc:chgData name="James Pengelly" userId="d269fecd-a8a2-4e5a-93ae-88bdaab21f51" providerId="ADAL" clId="{22EA6774-7797-44EF-AD8E-71CA17CA47D3}" dt="2023-08-24T13:50:13.393" v="0" actId="47"/>
        <pc:sldMkLst>
          <pc:docMk/>
          <pc:sldMk cId="2634730840" sldId="261"/>
        </pc:sldMkLst>
      </pc:sldChg>
      <pc:sldChg chg="del">
        <pc:chgData name="James Pengelly" userId="d269fecd-a8a2-4e5a-93ae-88bdaab21f51" providerId="ADAL" clId="{22EA6774-7797-44EF-AD8E-71CA17CA47D3}" dt="2023-08-24T13:50:13.393" v="0" actId="47"/>
        <pc:sldMkLst>
          <pc:docMk/>
          <pc:sldMk cId="1040517604" sldId="262"/>
        </pc:sldMkLst>
      </pc:sldChg>
      <pc:sldChg chg="del">
        <pc:chgData name="James Pengelly" userId="d269fecd-a8a2-4e5a-93ae-88bdaab21f51" providerId="ADAL" clId="{22EA6774-7797-44EF-AD8E-71CA17CA47D3}" dt="2023-08-24T13:50:13.393" v="0" actId="47"/>
        <pc:sldMkLst>
          <pc:docMk/>
          <pc:sldMk cId="139738668" sldId="263"/>
        </pc:sldMkLst>
      </pc:sldChg>
      <pc:sldChg chg="del">
        <pc:chgData name="James Pengelly" userId="d269fecd-a8a2-4e5a-93ae-88bdaab21f51" providerId="ADAL" clId="{22EA6774-7797-44EF-AD8E-71CA17CA47D3}" dt="2023-08-24T13:50:13.393" v="0" actId="47"/>
        <pc:sldMkLst>
          <pc:docMk/>
          <pc:sldMk cId="3365779185" sldId="264"/>
        </pc:sldMkLst>
      </pc:sldChg>
      <pc:sldChg chg="del">
        <pc:chgData name="James Pengelly" userId="d269fecd-a8a2-4e5a-93ae-88bdaab21f51" providerId="ADAL" clId="{22EA6774-7797-44EF-AD8E-71CA17CA47D3}" dt="2023-08-24T13:50:13.393" v="0" actId="47"/>
        <pc:sldMkLst>
          <pc:docMk/>
          <pc:sldMk cId="3349349304" sldId="265"/>
        </pc:sldMkLst>
      </pc:sldChg>
      <pc:sldChg chg="del">
        <pc:chgData name="James Pengelly" userId="d269fecd-a8a2-4e5a-93ae-88bdaab21f51" providerId="ADAL" clId="{22EA6774-7797-44EF-AD8E-71CA17CA47D3}" dt="2023-08-24T13:50:13.393" v="0" actId="47"/>
        <pc:sldMkLst>
          <pc:docMk/>
          <pc:sldMk cId="2276233524" sldId="266"/>
        </pc:sldMkLst>
      </pc:sldChg>
      <pc:sldChg chg="del">
        <pc:chgData name="James Pengelly" userId="d269fecd-a8a2-4e5a-93ae-88bdaab21f51" providerId="ADAL" clId="{22EA6774-7797-44EF-AD8E-71CA17CA47D3}" dt="2023-08-24T13:50:13.393" v="0" actId="47"/>
        <pc:sldMkLst>
          <pc:docMk/>
          <pc:sldMk cId="4072486014" sldId="267"/>
        </pc:sldMkLst>
      </pc:sldChg>
      <pc:sldChg chg="del">
        <pc:chgData name="James Pengelly" userId="d269fecd-a8a2-4e5a-93ae-88bdaab21f51" providerId="ADAL" clId="{22EA6774-7797-44EF-AD8E-71CA17CA47D3}" dt="2023-08-24T13:50:13.393" v="0" actId="47"/>
        <pc:sldMkLst>
          <pc:docMk/>
          <pc:sldMk cId="3366417685" sldId="268"/>
        </pc:sldMkLst>
      </pc:sldChg>
      <pc:sldChg chg="del">
        <pc:chgData name="James Pengelly" userId="d269fecd-a8a2-4e5a-93ae-88bdaab21f51" providerId="ADAL" clId="{22EA6774-7797-44EF-AD8E-71CA17CA47D3}" dt="2023-08-24T13:50:13.393" v="0" actId="47"/>
        <pc:sldMkLst>
          <pc:docMk/>
          <pc:sldMk cId="2395513725" sldId="269"/>
        </pc:sldMkLst>
      </pc:sldChg>
      <pc:sldChg chg="del">
        <pc:chgData name="James Pengelly" userId="d269fecd-a8a2-4e5a-93ae-88bdaab21f51" providerId="ADAL" clId="{22EA6774-7797-44EF-AD8E-71CA17CA47D3}" dt="2023-08-24T13:50:13.393" v="0" actId="47"/>
        <pc:sldMkLst>
          <pc:docMk/>
          <pc:sldMk cId="1017836692" sldId="270"/>
        </pc:sldMkLst>
      </pc:sldChg>
      <pc:sldChg chg="del">
        <pc:chgData name="James Pengelly" userId="d269fecd-a8a2-4e5a-93ae-88bdaab21f51" providerId="ADAL" clId="{22EA6774-7797-44EF-AD8E-71CA17CA47D3}" dt="2023-08-24T13:50:13.393" v="0" actId="47"/>
        <pc:sldMkLst>
          <pc:docMk/>
          <pc:sldMk cId="99892872" sldId="271"/>
        </pc:sldMkLst>
      </pc:sldChg>
      <pc:sldChg chg="del">
        <pc:chgData name="James Pengelly" userId="d269fecd-a8a2-4e5a-93ae-88bdaab21f51" providerId="ADAL" clId="{22EA6774-7797-44EF-AD8E-71CA17CA47D3}" dt="2023-08-24T13:50:13.393" v="0" actId="47"/>
        <pc:sldMkLst>
          <pc:docMk/>
          <pc:sldMk cId="769677826" sldId="272"/>
        </pc:sldMkLst>
      </pc:sldChg>
      <pc:sldChg chg="del">
        <pc:chgData name="James Pengelly" userId="d269fecd-a8a2-4e5a-93ae-88bdaab21f51" providerId="ADAL" clId="{22EA6774-7797-44EF-AD8E-71CA17CA47D3}" dt="2023-08-24T13:50:13.393" v="0" actId="47"/>
        <pc:sldMkLst>
          <pc:docMk/>
          <pc:sldMk cId="3325081579" sldId="273"/>
        </pc:sldMkLst>
      </pc:sldChg>
      <pc:sldChg chg="del">
        <pc:chgData name="James Pengelly" userId="d269fecd-a8a2-4e5a-93ae-88bdaab21f51" providerId="ADAL" clId="{22EA6774-7797-44EF-AD8E-71CA17CA47D3}" dt="2023-08-24T13:50:13.393" v="0" actId="47"/>
        <pc:sldMkLst>
          <pc:docMk/>
          <pc:sldMk cId="3724492086" sldId="274"/>
        </pc:sldMkLst>
      </pc:sldChg>
      <pc:sldChg chg="del">
        <pc:chgData name="James Pengelly" userId="d269fecd-a8a2-4e5a-93ae-88bdaab21f51" providerId="ADAL" clId="{22EA6774-7797-44EF-AD8E-71CA17CA47D3}" dt="2023-08-24T13:50:13.393" v="0" actId="47"/>
        <pc:sldMkLst>
          <pc:docMk/>
          <pc:sldMk cId="2041858622" sldId="275"/>
        </pc:sldMkLst>
      </pc:sldChg>
      <pc:sldChg chg="del">
        <pc:chgData name="James Pengelly" userId="d269fecd-a8a2-4e5a-93ae-88bdaab21f51" providerId="ADAL" clId="{22EA6774-7797-44EF-AD8E-71CA17CA47D3}" dt="2023-08-24T13:50:13.393" v="0" actId="47"/>
        <pc:sldMkLst>
          <pc:docMk/>
          <pc:sldMk cId="3089985782" sldId="276"/>
        </pc:sldMkLst>
      </pc:sldChg>
      <pc:sldChg chg="del">
        <pc:chgData name="James Pengelly" userId="d269fecd-a8a2-4e5a-93ae-88bdaab21f51" providerId="ADAL" clId="{22EA6774-7797-44EF-AD8E-71CA17CA47D3}" dt="2023-08-24T13:50:13.393" v="0" actId="47"/>
        <pc:sldMkLst>
          <pc:docMk/>
          <pc:sldMk cId="2059499407" sldId="278"/>
        </pc:sldMkLst>
      </pc:sldChg>
      <pc:sldChg chg="del">
        <pc:chgData name="James Pengelly" userId="d269fecd-a8a2-4e5a-93ae-88bdaab21f51" providerId="ADAL" clId="{22EA6774-7797-44EF-AD8E-71CA17CA47D3}" dt="2023-08-24T13:50:13.393" v="0" actId="47"/>
        <pc:sldMkLst>
          <pc:docMk/>
          <pc:sldMk cId="3039752954" sldId="279"/>
        </pc:sldMkLst>
      </pc:sldChg>
      <pc:sldChg chg="del">
        <pc:chgData name="James Pengelly" userId="d269fecd-a8a2-4e5a-93ae-88bdaab21f51" providerId="ADAL" clId="{22EA6774-7797-44EF-AD8E-71CA17CA47D3}" dt="2023-08-24T13:50:13.393" v="0" actId="47"/>
        <pc:sldMkLst>
          <pc:docMk/>
          <pc:sldMk cId="843237950" sldId="280"/>
        </pc:sldMkLst>
      </pc:sldChg>
      <pc:sldChg chg="del">
        <pc:chgData name="James Pengelly" userId="d269fecd-a8a2-4e5a-93ae-88bdaab21f51" providerId="ADAL" clId="{22EA6774-7797-44EF-AD8E-71CA17CA47D3}" dt="2023-08-24T13:50:13.393" v="0" actId="47"/>
        <pc:sldMkLst>
          <pc:docMk/>
          <pc:sldMk cId="3733370379" sldId="281"/>
        </pc:sldMkLst>
      </pc:sldChg>
      <pc:sldChg chg="del">
        <pc:chgData name="James Pengelly" userId="d269fecd-a8a2-4e5a-93ae-88bdaab21f51" providerId="ADAL" clId="{22EA6774-7797-44EF-AD8E-71CA17CA47D3}" dt="2023-08-24T13:50:13.393" v="0" actId="47"/>
        <pc:sldMkLst>
          <pc:docMk/>
          <pc:sldMk cId="3442409454" sldId="282"/>
        </pc:sldMkLst>
      </pc:sldChg>
      <pc:sldChg chg="del">
        <pc:chgData name="James Pengelly" userId="d269fecd-a8a2-4e5a-93ae-88bdaab21f51" providerId="ADAL" clId="{22EA6774-7797-44EF-AD8E-71CA17CA47D3}" dt="2023-08-24T13:50:13.393" v="0" actId="47"/>
        <pc:sldMkLst>
          <pc:docMk/>
          <pc:sldMk cId="991642544" sldId="283"/>
        </pc:sldMkLst>
      </pc:sldChg>
      <pc:sldChg chg="del">
        <pc:chgData name="James Pengelly" userId="d269fecd-a8a2-4e5a-93ae-88bdaab21f51" providerId="ADAL" clId="{22EA6774-7797-44EF-AD8E-71CA17CA47D3}" dt="2023-08-24T13:50:13.393" v="0" actId="47"/>
        <pc:sldMkLst>
          <pc:docMk/>
          <pc:sldMk cId="3247045521" sldId="284"/>
        </pc:sldMkLst>
      </pc:sldChg>
      <pc:sldChg chg="del">
        <pc:chgData name="James Pengelly" userId="d269fecd-a8a2-4e5a-93ae-88bdaab21f51" providerId="ADAL" clId="{22EA6774-7797-44EF-AD8E-71CA17CA47D3}" dt="2023-08-24T13:50:13.393" v="0" actId="47"/>
        <pc:sldMkLst>
          <pc:docMk/>
          <pc:sldMk cId="3516634555" sldId="285"/>
        </pc:sldMkLst>
      </pc:sldChg>
      <pc:sldChg chg="modNotesTx">
        <pc:chgData name="James Pengelly" userId="d269fecd-a8a2-4e5a-93ae-88bdaab21f51" providerId="ADAL" clId="{22EA6774-7797-44EF-AD8E-71CA17CA47D3}" dt="2023-09-06T14:25:50.093" v="323"/>
        <pc:sldMkLst>
          <pc:docMk/>
          <pc:sldMk cId="1363320255" sldId="286"/>
        </pc:sldMkLst>
      </pc:sldChg>
      <pc:sldChg chg="modNotesTx">
        <pc:chgData name="James Pengelly" userId="d269fecd-a8a2-4e5a-93ae-88bdaab21f51" providerId="ADAL" clId="{22EA6774-7797-44EF-AD8E-71CA17CA47D3}" dt="2023-09-06T14:25:44.099" v="322"/>
        <pc:sldMkLst>
          <pc:docMk/>
          <pc:sldMk cId="2461687384" sldId="287"/>
        </pc:sldMkLst>
      </pc:sldChg>
      <pc:sldChg chg="modNotesTx">
        <pc:chgData name="James Pengelly" userId="d269fecd-a8a2-4e5a-93ae-88bdaab21f51" providerId="ADAL" clId="{22EA6774-7797-44EF-AD8E-71CA17CA47D3}" dt="2023-09-06T14:30:33.772" v="347"/>
        <pc:sldMkLst>
          <pc:docMk/>
          <pc:sldMk cId="3936536747" sldId="288"/>
        </pc:sldMkLst>
      </pc:sldChg>
      <pc:sldChg chg="modNotesTx">
        <pc:chgData name="James Pengelly" userId="d269fecd-a8a2-4e5a-93ae-88bdaab21f51" providerId="ADAL" clId="{22EA6774-7797-44EF-AD8E-71CA17CA47D3}" dt="2023-09-06T14:30:38.830" v="348"/>
        <pc:sldMkLst>
          <pc:docMk/>
          <pc:sldMk cId="3641545773" sldId="289"/>
        </pc:sldMkLst>
      </pc:sldChg>
      <pc:sldChg chg="modNotesTx">
        <pc:chgData name="James Pengelly" userId="d269fecd-a8a2-4e5a-93ae-88bdaab21f51" providerId="ADAL" clId="{22EA6774-7797-44EF-AD8E-71CA17CA47D3}" dt="2023-09-06T14:29:57.116" v="346"/>
        <pc:sldMkLst>
          <pc:docMk/>
          <pc:sldMk cId="221518503" sldId="290"/>
        </pc:sldMkLst>
      </pc:sldChg>
      <pc:sldChg chg="modNotesTx">
        <pc:chgData name="James Pengelly" userId="d269fecd-a8a2-4e5a-93ae-88bdaab21f51" providerId="ADAL" clId="{22EA6774-7797-44EF-AD8E-71CA17CA47D3}" dt="2023-09-06T14:26:41.086" v="329"/>
        <pc:sldMkLst>
          <pc:docMk/>
          <pc:sldMk cId="1003357565" sldId="291"/>
        </pc:sldMkLst>
      </pc:sldChg>
      <pc:sldChg chg="modNotesTx">
        <pc:chgData name="James Pengelly" userId="d269fecd-a8a2-4e5a-93ae-88bdaab21f51" providerId="ADAL" clId="{22EA6774-7797-44EF-AD8E-71CA17CA47D3}" dt="2023-09-06T14:26:28.882" v="328"/>
        <pc:sldMkLst>
          <pc:docMk/>
          <pc:sldMk cId="1713016230" sldId="292"/>
        </pc:sldMkLst>
      </pc:sldChg>
      <pc:sldChg chg="modNotesTx">
        <pc:chgData name="James Pengelly" userId="d269fecd-a8a2-4e5a-93ae-88bdaab21f51" providerId="ADAL" clId="{22EA6774-7797-44EF-AD8E-71CA17CA47D3}" dt="2023-09-06T14:29:02.541" v="335"/>
        <pc:sldMkLst>
          <pc:docMk/>
          <pc:sldMk cId="812696670" sldId="293"/>
        </pc:sldMkLst>
      </pc:sldChg>
      <pc:sldChg chg="modNotesTx">
        <pc:chgData name="James Pengelly" userId="d269fecd-a8a2-4e5a-93ae-88bdaab21f51" providerId="ADAL" clId="{22EA6774-7797-44EF-AD8E-71CA17CA47D3}" dt="2023-09-06T14:29:18.487" v="339"/>
        <pc:sldMkLst>
          <pc:docMk/>
          <pc:sldMk cId="1340576365" sldId="294"/>
        </pc:sldMkLst>
      </pc:sldChg>
      <pc:sldChg chg="modNotesTx">
        <pc:chgData name="James Pengelly" userId="d269fecd-a8a2-4e5a-93ae-88bdaab21f51" providerId="ADAL" clId="{22EA6774-7797-44EF-AD8E-71CA17CA47D3}" dt="2023-09-06T14:29:38.136" v="344"/>
        <pc:sldMkLst>
          <pc:docMk/>
          <pc:sldMk cId="1850288332" sldId="295"/>
        </pc:sldMkLst>
      </pc:sldChg>
      <pc:sldChg chg="del">
        <pc:chgData name="James Pengelly" userId="d269fecd-a8a2-4e5a-93ae-88bdaab21f51" providerId="ADAL" clId="{22EA6774-7797-44EF-AD8E-71CA17CA47D3}" dt="2023-08-24T13:50:13.393" v="0" actId="47"/>
        <pc:sldMkLst>
          <pc:docMk/>
          <pc:sldMk cId="2381183512" sldId="296"/>
        </pc:sldMkLst>
      </pc:sldChg>
      <pc:sldChg chg="del">
        <pc:chgData name="James Pengelly" userId="d269fecd-a8a2-4e5a-93ae-88bdaab21f51" providerId="ADAL" clId="{22EA6774-7797-44EF-AD8E-71CA17CA47D3}" dt="2023-08-24T13:50:13.393" v="0" actId="47"/>
        <pc:sldMkLst>
          <pc:docMk/>
          <pc:sldMk cId="2376504653" sldId="297"/>
        </pc:sldMkLst>
      </pc:sldChg>
      <pc:sldChg chg="del">
        <pc:chgData name="James Pengelly" userId="d269fecd-a8a2-4e5a-93ae-88bdaab21f51" providerId="ADAL" clId="{22EA6774-7797-44EF-AD8E-71CA17CA47D3}" dt="2023-08-24T13:50:13.393" v="0" actId="47"/>
        <pc:sldMkLst>
          <pc:docMk/>
          <pc:sldMk cId="1138553672" sldId="298"/>
        </pc:sldMkLst>
      </pc:sldChg>
      <pc:sldChg chg="del">
        <pc:chgData name="James Pengelly" userId="d269fecd-a8a2-4e5a-93ae-88bdaab21f51" providerId="ADAL" clId="{22EA6774-7797-44EF-AD8E-71CA17CA47D3}" dt="2023-08-24T13:50:13.393" v="0" actId="47"/>
        <pc:sldMkLst>
          <pc:docMk/>
          <pc:sldMk cId="2434760376" sldId="299"/>
        </pc:sldMkLst>
      </pc:sldChg>
      <pc:sldChg chg="del">
        <pc:chgData name="James Pengelly" userId="d269fecd-a8a2-4e5a-93ae-88bdaab21f51" providerId="ADAL" clId="{22EA6774-7797-44EF-AD8E-71CA17CA47D3}" dt="2023-08-24T13:50:13.393" v="0" actId="47"/>
        <pc:sldMkLst>
          <pc:docMk/>
          <pc:sldMk cId="2689101175" sldId="300"/>
        </pc:sldMkLst>
      </pc:sldChg>
      <pc:sldChg chg="del">
        <pc:chgData name="James Pengelly" userId="d269fecd-a8a2-4e5a-93ae-88bdaab21f51" providerId="ADAL" clId="{22EA6774-7797-44EF-AD8E-71CA17CA47D3}" dt="2023-08-24T13:50:13.393" v="0" actId="47"/>
        <pc:sldMkLst>
          <pc:docMk/>
          <pc:sldMk cId="3804762140" sldId="301"/>
        </pc:sldMkLst>
      </pc:sldChg>
      <pc:sldChg chg="del">
        <pc:chgData name="James Pengelly" userId="d269fecd-a8a2-4e5a-93ae-88bdaab21f51" providerId="ADAL" clId="{22EA6774-7797-44EF-AD8E-71CA17CA47D3}" dt="2023-08-24T13:50:13.393" v="0" actId="47"/>
        <pc:sldMkLst>
          <pc:docMk/>
          <pc:sldMk cId="1115052603" sldId="302"/>
        </pc:sldMkLst>
      </pc:sldChg>
      <pc:sldChg chg="del">
        <pc:chgData name="James Pengelly" userId="d269fecd-a8a2-4e5a-93ae-88bdaab21f51" providerId="ADAL" clId="{22EA6774-7797-44EF-AD8E-71CA17CA47D3}" dt="2023-08-24T13:50:13.393" v="0" actId="47"/>
        <pc:sldMkLst>
          <pc:docMk/>
          <pc:sldMk cId="2684385073" sldId="303"/>
        </pc:sldMkLst>
      </pc:sldChg>
      <pc:sldChg chg="del">
        <pc:chgData name="James Pengelly" userId="d269fecd-a8a2-4e5a-93ae-88bdaab21f51" providerId="ADAL" clId="{22EA6774-7797-44EF-AD8E-71CA17CA47D3}" dt="2023-08-24T13:50:13.393" v="0" actId="47"/>
        <pc:sldMkLst>
          <pc:docMk/>
          <pc:sldMk cId="969576491" sldId="305"/>
        </pc:sldMkLst>
      </pc:sldChg>
      <pc:sldChg chg="del">
        <pc:chgData name="James Pengelly" userId="d269fecd-a8a2-4e5a-93ae-88bdaab21f51" providerId="ADAL" clId="{22EA6774-7797-44EF-AD8E-71CA17CA47D3}" dt="2023-08-24T13:50:13.393" v="0" actId="47"/>
        <pc:sldMkLst>
          <pc:docMk/>
          <pc:sldMk cId="684225142" sldId="306"/>
        </pc:sldMkLst>
      </pc:sldChg>
      <pc:sldChg chg="del">
        <pc:chgData name="James Pengelly" userId="d269fecd-a8a2-4e5a-93ae-88bdaab21f51" providerId="ADAL" clId="{22EA6774-7797-44EF-AD8E-71CA17CA47D3}" dt="2023-08-24T13:50:13.393" v="0" actId="47"/>
        <pc:sldMkLst>
          <pc:docMk/>
          <pc:sldMk cId="2553477551" sldId="307"/>
        </pc:sldMkLst>
      </pc:sldChg>
      <pc:sldChg chg="del">
        <pc:chgData name="James Pengelly" userId="d269fecd-a8a2-4e5a-93ae-88bdaab21f51" providerId="ADAL" clId="{22EA6774-7797-44EF-AD8E-71CA17CA47D3}" dt="2023-08-24T13:50:13.393" v="0" actId="47"/>
        <pc:sldMkLst>
          <pc:docMk/>
          <pc:sldMk cId="2007699143" sldId="309"/>
        </pc:sldMkLst>
      </pc:sldChg>
      <pc:sldChg chg="del">
        <pc:chgData name="James Pengelly" userId="d269fecd-a8a2-4e5a-93ae-88bdaab21f51" providerId="ADAL" clId="{22EA6774-7797-44EF-AD8E-71CA17CA47D3}" dt="2023-08-24T13:50:13.393" v="0" actId="47"/>
        <pc:sldMkLst>
          <pc:docMk/>
          <pc:sldMk cId="4281608181" sldId="310"/>
        </pc:sldMkLst>
      </pc:sldChg>
      <pc:sldChg chg="del">
        <pc:chgData name="James Pengelly" userId="d269fecd-a8a2-4e5a-93ae-88bdaab21f51" providerId="ADAL" clId="{22EA6774-7797-44EF-AD8E-71CA17CA47D3}" dt="2023-08-24T13:50:13.393" v="0" actId="47"/>
        <pc:sldMkLst>
          <pc:docMk/>
          <pc:sldMk cId="1732311369" sldId="311"/>
        </pc:sldMkLst>
      </pc:sldChg>
      <pc:sldChg chg="del">
        <pc:chgData name="James Pengelly" userId="d269fecd-a8a2-4e5a-93ae-88bdaab21f51" providerId="ADAL" clId="{22EA6774-7797-44EF-AD8E-71CA17CA47D3}" dt="2023-08-24T13:50:13.393" v="0" actId="47"/>
        <pc:sldMkLst>
          <pc:docMk/>
          <pc:sldMk cId="706290566" sldId="312"/>
        </pc:sldMkLst>
      </pc:sldChg>
      <pc:sldChg chg="del">
        <pc:chgData name="James Pengelly" userId="d269fecd-a8a2-4e5a-93ae-88bdaab21f51" providerId="ADAL" clId="{22EA6774-7797-44EF-AD8E-71CA17CA47D3}" dt="2023-08-24T13:50:13.393" v="0" actId="47"/>
        <pc:sldMkLst>
          <pc:docMk/>
          <pc:sldMk cId="1050497775" sldId="313"/>
        </pc:sldMkLst>
      </pc:sldChg>
      <pc:sldChg chg="del">
        <pc:chgData name="James Pengelly" userId="d269fecd-a8a2-4e5a-93ae-88bdaab21f51" providerId="ADAL" clId="{22EA6774-7797-44EF-AD8E-71CA17CA47D3}" dt="2023-08-24T13:50:13.393" v="0" actId="47"/>
        <pc:sldMkLst>
          <pc:docMk/>
          <pc:sldMk cId="302017435" sldId="314"/>
        </pc:sldMkLst>
      </pc:sldChg>
      <pc:sldChg chg="del">
        <pc:chgData name="James Pengelly" userId="d269fecd-a8a2-4e5a-93ae-88bdaab21f51" providerId="ADAL" clId="{22EA6774-7797-44EF-AD8E-71CA17CA47D3}" dt="2023-08-24T13:50:13.393" v="0" actId="47"/>
        <pc:sldMkLst>
          <pc:docMk/>
          <pc:sldMk cId="3206953828" sldId="315"/>
        </pc:sldMkLst>
      </pc:sldChg>
      <pc:sldChg chg="del">
        <pc:chgData name="James Pengelly" userId="d269fecd-a8a2-4e5a-93ae-88bdaab21f51" providerId="ADAL" clId="{22EA6774-7797-44EF-AD8E-71CA17CA47D3}" dt="2023-08-24T13:50:13.393" v="0" actId="47"/>
        <pc:sldMkLst>
          <pc:docMk/>
          <pc:sldMk cId="461759407" sldId="316"/>
        </pc:sldMkLst>
      </pc:sldChg>
      <pc:sldChg chg="del">
        <pc:chgData name="James Pengelly" userId="d269fecd-a8a2-4e5a-93ae-88bdaab21f51" providerId="ADAL" clId="{22EA6774-7797-44EF-AD8E-71CA17CA47D3}" dt="2023-08-24T13:50:13.393" v="0" actId="47"/>
        <pc:sldMkLst>
          <pc:docMk/>
          <pc:sldMk cId="1296373743" sldId="318"/>
        </pc:sldMkLst>
      </pc:sldChg>
      <pc:sldChg chg="del">
        <pc:chgData name="James Pengelly" userId="d269fecd-a8a2-4e5a-93ae-88bdaab21f51" providerId="ADAL" clId="{22EA6774-7797-44EF-AD8E-71CA17CA47D3}" dt="2023-08-24T13:50:13.393" v="0" actId="47"/>
        <pc:sldMkLst>
          <pc:docMk/>
          <pc:sldMk cId="744962618" sldId="319"/>
        </pc:sldMkLst>
      </pc:sldChg>
      <pc:sldChg chg="del">
        <pc:chgData name="James Pengelly" userId="d269fecd-a8a2-4e5a-93ae-88bdaab21f51" providerId="ADAL" clId="{22EA6774-7797-44EF-AD8E-71CA17CA47D3}" dt="2023-08-24T13:50:13.393" v="0" actId="47"/>
        <pc:sldMkLst>
          <pc:docMk/>
          <pc:sldMk cId="1610607834" sldId="320"/>
        </pc:sldMkLst>
      </pc:sldChg>
      <pc:sldChg chg="del">
        <pc:chgData name="James Pengelly" userId="d269fecd-a8a2-4e5a-93ae-88bdaab21f51" providerId="ADAL" clId="{22EA6774-7797-44EF-AD8E-71CA17CA47D3}" dt="2023-08-24T13:50:13.393" v="0" actId="47"/>
        <pc:sldMkLst>
          <pc:docMk/>
          <pc:sldMk cId="3963402502" sldId="321"/>
        </pc:sldMkLst>
      </pc:sldChg>
      <pc:sldChg chg="del">
        <pc:chgData name="James Pengelly" userId="d269fecd-a8a2-4e5a-93ae-88bdaab21f51" providerId="ADAL" clId="{22EA6774-7797-44EF-AD8E-71CA17CA47D3}" dt="2023-08-24T13:50:13.393" v="0" actId="47"/>
        <pc:sldMkLst>
          <pc:docMk/>
          <pc:sldMk cId="3505850654" sldId="322"/>
        </pc:sldMkLst>
      </pc:sldChg>
      <pc:sldChg chg="del">
        <pc:chgData name="James Pengelly" userId="d269fecd-a8a2-4e5a-93ae-88bdaab21f51" providerId="ADAL" clId="{22EA6774-7797-44EF-AD8E-71CA17CA47D3}" dt="2023-08-24T13:50:13.393" v="0" actId="47"/>
        <pc:sldMkLst>
          <pc:docMk/>
          <pc:sldMk cId="3804464651" sldId="323"/>
        </pc:sldMkLst>
      </pc:sldChg>
      <pc:sldChg chg="del">
        <pc:chgData name="James Pengelly" userId="d269fecd-a8a2-4e5a-93ae-88bdaab21f51" providerId="ADAL" clId="{22EA6774-7797-44EF-AD8E-71CA17CA47D3}" dt="2023-08-24T13:50:13.393" v="0" actId="47"/>
        <pc:sldMkLst>
          <pc:docMk/>
          <pc:sldMk cId="3764382782" sldId="324"/>
        </pc:sldMkLst>
      </pc:sldChg>
      <pc:sldChg chg="del">
        <pc:chgData name="James Pengelly" userId="d269fecd-a8a2-4e5a-93ae-88bdaab21f51" providerId="ADAL" clId="{22EA6774-7797-44EF-AD8E-71CA17CA47D3}" dt="2023-08-24T13:50:13.393" v="0" actId="47"/>
        <pc:sldMkLst>
          <pc:docMk/>
          <pc:sldMk cId="3978815442" sldId="325"/>
        </pc:sldMkLst>
      </pc:sldChg>
      <pc:sldChg chg="del">
        <pc:chgData name="James Pengelly" userId="d269fecd-a8a2-4e5a-93ae-88bdaab21f51" providerId="ADAL" clId="{22EA6774-7797-44EF-AD8E-71CA17CA47D3}" dt="2023-08-24T13:50:13.393" v="0" actId="47"/>
        <pc:sldMkLst>
          <pc:docMk/>
          <pc:sldMk cId="4128920781" sldId="326"/>
        </pc:sldMkLst>
      </pc:sldChg>
      <pc:sldChg chg="del">
        <pc:chgData name="James Pengelly" userId="d269fecd-a8a2-4e5a-93ae-88bdaab21f51" providerId="ADAL" clId="{22EA6774-7797-44EF-AD8E-71CA17CA47D3}" dt="2023-08-24T13:50:13.393" v="0" actId="47"/>
        <pc:sldMkLst>
          <pc:docMk/>
          <pc:sldMk cId="3609049697" sldId="328"/>
        </pc:sldMkLst>
      </pc:sldChg>
      <pc:sldChg chg="del">
        <pc:chgData name="James Pengelly" userId="d269fecd-a8a2-4e5a-93ae-88bdaab21f51" providerId="ADAL" clId="{22EA6774-7797-44EF-AD8E-71CA17CA47D3}" dt="2023-08-24T13:50:13.393" v="0" actId="47"/>
        <pc:sldMkLst>
          <pc:docMk/>
          <pc:sldMk cId="4044510429" sldId="329"/>
        </pc:sldMkLst>
      </pc:sldChg>
      <pc:sldChg chg="del">
        <pc:chgData name="James Pengelly" userId="d269fecd-a8a2-4e5a-93ae-88bdaab21f51" providerId="ADAL" clId="{22EA6774-7797-44EF-AD8E-71CA17CA47D3}" dt="2023-08-24T13:50:13.393" v="0" actId="47"/>
        <pc:sldMkLst>
          <pc:docMk/>
          <pc:sldMk cId="3719625191" sldId="330"/>
        </pc:sldMkLst>
      </pc:sldChg>
      <pc:sldChg chg="del">
        <pc:chgData name="James Pengelly" userId="d269fecd-a8a2-4e5a-93ae-88bdaab21f51" providerId="ADAL" clId="{22EA6774-7797-44EF-AD8E-71CA17CA47D3}" dt="2023-08-24T13:50:13.393" v="0" actId="47"/>
        <pc:sldMkLst>
          <pc:docMk/>
          <pc:sldMk cId="2040865147" sldId="332"/>
        </pc:sldMkLst>
      </pc:sldChg>
      <pc:sldChg chg="del">
        <pc:chgData name="James Pengelly" userId="d269fecd-a8a2-4e5a-93ae-88bdaab21f51" providerId="ADAL" clId="{22EA6774-7797-44EF-AD8E-71CA17CA47D3}" dt="2023-08-24T13:50:13.393" v="0" actId="47"/>
        <pc:sldMkLst>
          <pc:docMk/>
          <pc:sldMk cId="388135180" sldId="335"/>
        </pc:sldMkLst>
      </pc:sldChg>
      <pc:sldChg chg="del">
        <pc:chgData name="James Pengelly" userId="d269fecd-a8a2-4e5a-93ae-88bdaab21f51" providerId="ADAL" clId="{22EA6774-7797-44EF-AD8E-71CA17CA47D3}" dt="2023-08-24T13:50:13.393" v="0" actId="47"/>
        <pc:sldMkLst>
          <pc:docMk/>
          <pc:sldMk cId="53542421" sldId="336"/>
        </pc:sldMkLst>
      </pc:sldChg>
      <pc:sldChg chg="del">
        <pc:chgData name="James Pengelly" userId="d269fecd-a8a2-4e5a-93ae-88bdaab21f51" providerId="ADAL" clId="{22EA6774-7797-44EF-AD8E-71CA17CA47D3}" dt="2023-08-24T13:50:13.393" v="0" actId="47"/>
        <pc:sldMkLst>
          <pc:docMk/>
          <pc:sldMk cId="83370898" sldId="337"/>
        </pc:sldMkLst>
      </pc:sldChg>
      <pc:sldChg chg="del">
        <pc:chgData name="James Pengelly" userId="d269fecd-a8a2-4e5a-93ae-88bdaab21f51" providerId="ADAL" clId="{22EA6774-7797-44EF-AD8E-71CA17CA47D3}" dt="2023-08-24T13:50:13.393" v="0" actId="47"/>
        <pc:sldMkLst>
          <pc:docMk/>
          <pc:sldMk cId="616534455" sldId="339"/>
        </pc:sldMkLst>
      </pc:sldChg>
      <pc:sldChg chg="del">
        <pc:chgData name="James Pengelly" userId="d269fecd-a8a2-4e5a-93ae-88bdaab21f51" providerId="ADAL" clId="{22EA6774-7797-44EF-AD8E-71CA17CA47D3}" dt="2023-08-24T13:50:13.393" v="0" actId="47"/>
        <pc:sldMkLst>
          <pc:docMk/>
          <pc:sldMk cId="4278748134" sldId="340"/>
        </pc:sldMkLst>
      </pc:sldChg>
      <pc:sldChg chg="del">
        <pc:chgData name="James Pengelly" userId="d269fecd-a8a2-4e5a-93ae-88bdaab21f51" providerId="ADAL" clId="{22EA6774-7797-44EF-AD8E-71CA17CA47D3}" dt="2023-08-24T13:50:13.393" v="0" actId="47"/>
        <pc:sldMkLst>
          <pc:docMk/>
          <pc:sldMk cId="1240060841" sldId="341"/>
        </pc:sldMkLst>
      </pc:sldChg>
      <pc:sldChg chg="del">
        <pc:chgData name="James Pengelly" userId="d269fecd-a8a2-4e5a-93ae-88bdaab21f51" providerId="ADAL" clId="{22EA6774-7797-44EF-AD8E-71CA17CA47D3}" dt="2023-08-24T13:50:13.393" v="0" actId="47"/>
        <pc:sldMkLst>
          <pc:docMk/>
          <pc:sldMk cId="4101100443" sldId="342"/>
        </pc:sldMkLst>
      </pc:sldChg>
      <pc:sldChg chg="del">
        <pc:chgData name="James Pengelly" userId="d269fecd-a8a2-4e5a-93ae-88bdaab21f51" providerId="ADAL" clId="{22EA6774-7797-44EF-AD8E-71CA17CA47D3}" dt="2023-08-24T13:50:13.393" v="0" actId="47"/>
        <pc:sldMkLst>
          <pc:docMk/>
          <pc:sldMk cId="3008721888" sldId="344"/>
        </pc:sldMkLst>
      </pc:sldChg>
      <pc:sldChg chg="del">
        <pc:chgData name="James Pengelly" userId="d269fecd-a8a2-4e5a-93ae-88bdaab21f51" providerId="ADAL" clId="{22EA6774-7797-44EF-AD8E-71CA17CA47D3}" dt="2023-08-24T13:50:13.393" v="0" actId="47"/>
        <pc:sldMkLst>
          <pc:docMk/>
          <pc:sldMk cId="2498661059" sldId="348"/>
        </pc:sldMkLst>
      </pc:sldChg>
      <pc:sldChg chg="del">
        <pc:chgData name="James Pengelly" userId="d269fecd-a8a2-4e5a-93ae-88bdaab21f51" providerId="ADAL" clId="{22EA6774-7797-44EF-AD8E-71CA17CA47D3}" dt="2023-08-24T13:50:13.393" v="0" actId="47"/>
        <pc:sldMkLst>
          <pc:docMk/>
          <pc:sldMk cId="3173009956" sldId="349"/>
        </pc:sldMkLst>
      </pc:sldChg>
      <pc:sldChg chg="del">
        <pc:chgData name="James Pengelly" userId="d269fecd-a8a2-4e5a-93ae-88bdaab21f51" providerId="ADAL" clId="{22EA6774-7797-44EF-AD8E-71CA17CA47D3}" dt="2023-08-24T13:50:13.393" v="0" actId="47"/>
        <pc:sldMkLst>
          <pc:docMk/>
          <pc:sldMk cId="1492353232" sldId="351"/>
        </pc:sldMkLst>
      </pc:sldChg>
      <pc:sldChg chg="del">
        <pc:chgData name="James Pengelly" userId="d269fecd-a8a2-4e5a-93ae-88bdaab21f51" providerId="ADAL" clId="{22EA6774-7797-44EF-AD8E-71CA17CA47D3}" dt="2023-08-24T13:50:13.393" v="0" actId="47"/>
        <pc:sldMkLst>
          <pc:docMk/>
          <pc:sldMk cId="1033267871" sldId="353"/>
        </pc:sldMkLst>
      </pc:sldChg>
      <pc:sldChg chg="del">
        <pc:chgData name="James Pengelly" userId="d269fecd-a8a2-4e5a-93ae-88bdaab21f51" providerId="ADAL" clId="{22EA6774-7797-44EF-AD8E-71CA17CA47D3}" dt="2023-08-24T13:50:13.393" v="0" actId="47"/>
        <pc:sldMkLst>
          <pc:docMk/>
          <pc:sldMk cId="2628053539" sldId="354"/>
        </pc:sldMkLst>
      </pc:sldChg>
      <pc:sldChg chg="del">
        <pc:chgData name="James Pengelly" userId="d269fecd-a8a2-4e5a-93ae-88bdaab21f51" providerId="ADAL" clId="{22EA6774-7797-44EF-AD8E-71CA17CA47D3}" dt="2023-08-24T13:50:13.393" v="0" actId="47"/>
        <pc:sldMkLst>
          <pc:docMk/>
          <pc:sldMk cId="4050608242" sldId="355"/>
        </pc:sldMkLst>
      </pc:sldChg>
      <pc:sldChg chg="del">
        <pc:chgData name="James Pengelly" userId="d269fecd-a8a2-4e5a-93ae-88bdaab21f51" providerId="ADAL" clId="{22EA6774-7797-44EF-AD8E-71CA17CA47D3}" dt="2023-08-24T13:50:13.393" v="0" actId="47"/>
        <pc:sldMkLst>
          <pc:docMk/>
          <pc:sldMk cId="916358898" sldId="357"/>
        </pc:sldMkLst>
      </pc:sldChg>
      <pc:sldChg chg="del">
        <pc:chgData name="James Pengelly" userId="d269fecd-a8a2-4e5a-93ae-88bdaab21f51" providerId="ADAL" clId="{22EA6774-7797-44EF-AD8E-71CA17CA47D3}" dt="2023-08-24T13:50:13.393" v="0" actId="47"/>
        <pc:sldMkLst>
          <pc:docMk/>
          <pc:sldMk cId="2672439797" sldId="359"/>
        </pc:sldMkLst>
      </pc:sldChg>
      <pc:sldChg chg="del">
        <pc:chgData name="James Pengelly" userId="d269fecd-a8a2-4e5a-93ae-88bdaab21f51" providerId="ADAL" clId="{22EA6774-7797-44EF-AD8E-71CA17CA47D3}" dt="2023-08-24T13:50:13.393" v="0" actId="47"/>
        <pc:sldMkLst>
          <pc:docMk/>
          <pc:sldMk cId="2827498227" sldId="361"/>
        </pc:sldMkLst>
      </pc:sldChg>
      <pc:sldChg chg="del">
        <pc:chgData name="James Pengelly" userId="d269fecd-a8a2-4e5a-93ae-88bdaab21f51" providerId="ADAL" clId="{22EA6774-7797-44EF-AD8E-71CA17CA47D3}" dt="2023-08-24T13:50:13.393" v="0" actId="47"/>
        <pc:sldMkLst>
          <pc:docMk/>
          <pc:sldMk cId="1572451248" sldId="362"/>
        </pc:sldMkLst>
      </pc:sldChg>
      <pc:sldChg chg="del">
        <pc:chgData name="James Pengelly" userId="d269fecd-a8a2-4e5a-93ae-88bdaab21f51" providerId="ADAL" clId="{22EA6774-7797-44EF-AD8E-71CA17CA47D3}" dt="2023-08-24T13:50:13.393" v="0" actId="47"/>
        <pc:sldMkLst>
          <pc:docMk/>
          <pc:sldMk cId="1291327909" sldId="363"/>
        </pc:sldMkLst>
      </pc:sldChg>
      <pc:sldChg chg="del">
        <pc:chgData name="James Pengelly" userId="d269fecd-a8a2-4e5a-93ae-88bdaab21f51" providerId="ADAL" clId="{22EA6774-7797-44EF-AD8E-71CA17CA47D3}" dt="2023-08-24T13:50:13.393" v="0" actId="47"/>
        <pc:sldMkLst>
          <pc:docMk/>
          <pc:sldMk cId="1201177167" sldId="364"/>
        </pc:sldMkLst>
      </pc:sldChg>
      <pc:sldChg chg="del">
        <pc:chgData name="James Pengelly" userId="d269fecd-a8a2-4e5a-93ae-88bdaab21f51" providerId="ADAL" clId="{22EA6774-7797-44EF-AD8E-71CA17CA47D3}" dt="2023-08-24T13:50:13.393" v="0" actId="47"/>
        <pc:sldMkLst>
          <pc:docMk/>
          <pc:sldMk cId="2289605612" sldId="368"/>
        </pc:sldMkLst>
      </pc:sldChg>
      <pc:sldChg chg="del">
        <pc:chgData name="James Pengelly" userId="d269fecd-a8a2-4e5a-93ae-88bdaab21f51" providerId="ADAL" clId="{22EA6774-7797-44EF-AD8E-71CA17CA47D3}" dt="2023-08-24T13:50:13.393" v="0" actId="47"/>
        <pc:sldMkLst>
          <pc:docMk/>
          <pc:sldMk cId="1501366186" sldId="369"/>
        </pc:sldMkLst>
      </pc:sldChg>
      <pc:sldChg chg="del">
        <pc:chgData name="James Pengelly" userId="d269fecd-a8a2-4e5a-93ae-88bdaab21f51" providerId="ADAL" clId="{22EA6774-7797-44EF-AD8E-71CA17CA47D3}" dt="2023-08-24T13:50:13.393" v="0" actId="47"/>
        <pc:sldMkLst>
          <pc:docMk/>
          <pc:sldMk cId="1148689023" sldId="371"/>
        </pc:sldMkLst>
      </pc:sldChg>
      <pc:sldChg chg="del">
        <pc:chgData name="James Pengelly" userId="d269fecd-a8a2-4e5a-93ae-88bdaab21f51" providerId="ADAL" clId="{22EA6774-7797-44EF-AD8E-71CA17CA47D3}" dt="2023-08-24T13:50:13.393" v="0" actId="47"/>
        <pc:sldMkLst>
          <pc:docMk/>
          <pc:sldMk cId="3907955957" sldId="374"/>
        </pc:sldMkLst>
      </pc:sldChg>
      <pc:sldChg chg="del">
        <pc:chgData name="James Pengelly" userId="d269fecd-a8a2-4e5a-93ae-88bdaab21f51" providerId="ADAL" clId="{22EA6774-7797-44EF-AD8E-71CA17CA47D3}" dt="2023-08-24T13:50:13.393" v="0" actId="47"/>
        <pc:sldMkLst>
          <pc:docMk/>
          <pc:sldMk cId="109215933" sldId="377"/>
        </pc:sldMkLst>
      </pc:sldChg>
      <pc:sldChg chg="del">
        <pc:chgData name="James Pengelly" userId="d269fecd-a8a2-4e5a-93ae-88bdaab21f51" providerId="ADAL" clId="{22EA6774-7797-44EF-AD8E-71CA17CA47D3}" dt="2023-08-24T13:50:13.393" v="0" actId="47"/>
        <pc:sldMkLst>
          <pc:docMk/>
          <pc:sldMk cId="3890781229" sldId="379"/>
        </pc:sldMkLst>
      </pc:sldChg>
      <pc:sldChg chg="del">
        <pc:chgData name="James Pengelly" userId="d269fecd-a8a2-4e5a-93ae-88bdaab21f51" providerId="ADAL" clId="{22EA6774-7797-44EF-AD8E-71CA17CA47D3}" dt="2023-08-24T13:50:13.393" v="0" actId="47"/>
        <pc:sldMkLst>
          <pc:docMk/>
          <pc:sldMk cId="282604571" sldId="380"/>
        </pc:sldMkLst>
      </pc:sldChg>
      <pc:sldChg chg="del">
        <pc:chgData name="James Pengelly" userId="d269fecd-a8a2-4e5a-93ae-88bdaab21f51" providerId="ADAL" clId="{22EA6774-7797-44EF-AD8E-71CA17CA47D3}" dt="2023-08-24T13:50:13.393" v="0" actId="47"/>
        <pc:sldMkLst>
          <pc:docMk/>
          <pc:sldMk cId="428784610" sldId="383"/>
        </pc:sldMkLst>
      </pc:sldChg>
      <pc:sldChg chg="del">
        <pc:chgData name="James Pengelly" userId="d269fecd-a8a2-4e5a-93ae-88bdaab21f51" providerId="ADAL" clId="{22EA6774-7797-44EF-AD8E-71CA17CA47D3}" dt="2023-08-24T13:50:13.393" v="0" actId="47"/>
        <pc:sldMkLst>
          <pc:docMk/>
          <pc:sldMk cId="1010180652" sldId="384"/>
        </pc:sldMkLst>
      </pc:sldChg>
      <pc:sldChg chg="del">
        <pc:chgData name="James Pengelly" userId="d269fecd-a8a2-4e5a-93ae-88bdaab21f51" providerId="ADAL" clId="{22EA6774-7797-44EF-AD8E-71CA17CA47D3}" dt="2023-08-24T13:50:13.393" v="0" actId="47"/>
        <pc:sldMkLst>
          <pc:docMk/>
          <pc:sldMk cId="993561127" sldId="385"/>
        </pc:sldMkLst>
      </pc:sldChg>
      <pc:sldChg chg="del">
        <pc:chgData name="James Pengelly" userId="d269fecd-a8a2-4e5a-93ae-88bdaab21f51" providerId="ADAL" clId="{22EA6774-7797-44EF-AD8E-71CA17CA47D3}" dt="2023-08-24T13:50:13.393" v="0" actId="47"/>
        <pc:sldMkLst>
          <pc:docMk/>
          <pc:sldMk cId="1665857579" sldId="390"/>
        </pc:sldMkLst>
      </pc:sldChg>
      <pc:sldChg chg="del">
        <pc:chgData name="James Pengelly" userId="d269fecd-a8a2-4e5a-93ae-88bdaab21f51" providerId="ADAL" clId="{22EA6774-7797-44EF-AD8E-71CA17CA47D3}" dt="2023-08-24T13:50:13.393" v="0" actId="47"/>
        <pc:sldMkLst>
          <pc:docMk/>
          <pc:sldMk cId="2824444913" sldId="393"/>
        </pc:sldMkLst>
      </pc:sldChg>
      <pc:sldChg chg="del">
        <pc:chgData name="James Pengelly" userId="d269fecd-a8a2-4e5a-93ae-88bdaab21f51" providerId="ADAL" clId="{22EA6774-7797-44EF-AD8E-71CA17CA47D3}" dt="2023-08-24T13:50:13.393" v="0" actId="47"/>
        <pc:sldMkLst>
          <pc:docMk/>
          <pc:sldMk cId="1829934662" sldId="394"/>
        </pc:sldMkLst>
      </pc:sldChg>
      <pc:sldChg chg="del">
        <pc:chgData name="James Pengelly" userId="d269fecd-a8a2-4e5a-93ae-88bdaab21f51" providerId="ADAL" clId="{22EA6774-7797-44EF-AD8E-71CA17CA47D3}" dt="2023-08-24T13:50:13.393" v="0" actId="47"/>
        <pc:sldMkLst>
          <pc:docMk/>
          <pc:sldMk cId="1339298764" sldId="395"/>
        </pc:sldMkLst>
      </pc:sldChg>
      <pc:sldChg chg="del">
        <pc:chgData name="James Pengelly" userId="d269fecd-a8a2-4e5a-93ae-88bdaab21f51" providerId="ADAL" clId="{22EA6774-7797-44EF-AD8E-71CA17CA47D3}" dt="2023-08-24T13:50:13.393" v="0" actId="47"/>
        <pc:sldMkLst>
          <pc:docMk/>
          <pc:sldMk cId="1016084178" sldId="396"/>
        </pc:sldMkLst>
      </pc:sldChg>
      <pc:sldChg chg="del">
        <pc:chgData name="James Pengelly" userId="d269fecd-a8a2-4e5a-93ae-88bdaab21f51" providerId="ADAL" clId="{22EA6774-7797-44EF-AD8E-71CA17CA47D3}" dt="2023-08-24T13:50:13.393" v="0" actId="47"/>
        <pc:sldMkLst>
          <pc:docMk/>
          <pc:sldMk cId="4214344726" sldId="397"/>
        </pc:sldMkLst>
      </pc:sldChg>
      <pc:sldChg chg="del">
        <pc:chgData name="James Pengelly" userId="d269fecd-a8a2-4e5a-93ae-88bdaab21f51" providerId="ADAL" clId="{22EA6774-7797-44EF-AD8E-71CA17CA47D3}" dt="2023-08-24T13:50:13.393" v="0" actId="47"/>
        <pc:sldMkLst>
          <pc:docMk/>
          <pc:sldMk cId="3450668804" sldId="398"/>
        </pc:sldMkLst>
      </pc:sldChg>
      <pc:sldChg chg="del">
        <pc:chgData name="James Pengelly" userId="d269fecd-a8a2-4e5a-93ae-88bdaab21f51" providerId="ADAL" clId="{22EA6774-7797-44EF-AD8E-71CA17CA47D3}" dt="2023-08-24T13:50:13.393" v="0" actId="47"/>
        <pc:sldMkLst>
          <pc:docMk/>
          <pc:sldMk cId="2762218996" sldId="399"/>
        </pc:sldMkLst>
      </pc:sldChg>
      <pc:sldChg chg="del">
        <pc:chgData name="James Pengelly" userId="d269fecd-a8a2-4e5a-93ae-88bdaab21f51" providerId="ADAL" clId="{22EA6774-7797-44EF-AD8E-71CA17CA47D3}" dt="2023-08-24T13:50:13.393" v="0" actId="47"/>
        <pc:sldMkLst>
          <pc:docMk/>
          <pc:sldMk cId="2590891385" sldId="400"/>
        </pc:sldMkLst>
      </pc:sldChg>
      <pc:sldChg chg="del">
        <pc:chgData name="James Pengelly" userId="d269fecd-a8a2-4e5a-93ae-88bdaab21f51" providerId="ADAL" clId="{22EA6774-7797-44EF-AD8E-71CA17CA47D3}" dt="2023-08-24T13:50:13.393" v="0" actId="47"/>
        <pc:sldMkLst>
          <pc:docMk/>
          <pc:sldMk cId="3953387796" sldId="401"/>
        </pc:sldMkLst>
      </pc:sldChg>
      <pc:sldChg chg="del">
        <pc:chgData name="James Pengelly" userId="d269fecd-a8a2-4e5a-93ae-88bdaab21f51" providerId="ADAL" clId="{22EA6774-7797-44EF-AD8E-71CA17CA47D3}" dt="2023-08-24T13:50:13.393" v="0" actId="47"/>
        <pc:sldMkLst>
          <pc:docMk/>
          <pc:sldMk cId="2727043731" sldId="402"/>
        </pc:sldMkLst>
      </pc:sldChg>
      <pc:sldChg chg="del">
        <pc:chgData name="James Pengelly" userId="d269fecd-a8a2-4e5a-93ae-88bdaab21f51" providerId="ADAL" clId="{22EA6774-7797-44EF-AD8E-71CA17CA47D3}" dt="2023-08-24T13:50:13.393" v="0" actId="47"/>
        <pc:sldMkLst>
          <pc:docMk/>
          <pc:sldMk cId="3781024619" sldId="403"/>
        </pc:sldMkLst>
      </pc:sldChg>
      <pc:sldChg chg="del">
        <pc:chgData name="James Pengelly" userId="d269fecd-a8a2-4e5a-93ae-88bdaab21f51" providerId="ADAL" clId="{22EA6774-7797-44EF-AD8E-71CA17CA47D3}" dt="2023-08-24T13:50:13.393" v="0" actId="47"/>
        <pc:sldMkLst>
          <pc:docMk/>
          <pc:sldMk cId="76376853" sldId="404"/>
        </pc:sldMkLst>
      </pc:sldChg>
      <pc:sldChg chg="del">
        <pc:chgData name="James Pengelly" userId="d269fecd-a8a2-4e5a-93ae-88bdaab21f51" providerId="ADAL" clId="{22EA6774-7797-44EF-AD8E-71CA17CA47D3}" dt="2023-08-24T13:50:13.393" v="0" actId="47"/>
        <pc:sldMkLst>
          <pc:docMk/>
          <pc:sldMk cId="3447527312" sldId="405"/>
        </pc:sldMkLst>
      </pc:sldChg>
      <pc:sldChg chg="del">
        <pc:chgData name="James Pengelly" userId="d269fecd-a8a2-4e5a-93ae-88bdaab21f51" providerId="ADAL" clId="{22EA6774-7797-44EF-AD8E-71CA17CA47D3}" dt="2023-08-24T13:50:13.393" v="0" actId="47"/>
        <pc:sldMkLst>
          <pc:docMk/>
          <pc:sldMk cId="3461596423" sldId="406"/>
        </pc:sldMkLst>
      </pc:sldChg>
      <pc:sldChg chg="del">
        <pc:chgData name="James Pengelly" userId="d269fecd-a8a2-4e5a-93ae-88bdaab21f51" providerId="ADAL" clId="{22EA6774-7797-44EF-AD8E-71CA17CA47D3}" dt="2023-08-24T13:50:13.393" v="0" actId="47"/>
        <pc:sldMkLst>
          <pc:docMk/>
          <pc:sldMk cId="4273903402" sldId="408"/>
        </pc:sldMkLst>
      </pc:sldChg>
      <pc:sldChg chg="del">
        <pc:chgData name="James Pengelly" userId="d269fecd-a8a2-4e5a-93ae-88bdaab21f51" providerId="ADAL" clId="{22EA6774-7797-44EF-AD8E-71CA17CA47D3}" dt="2023-08-24T13:50:13.393" v="0" actId="47"/>
        <pc:sldMkLst>
          <pc:docMk/>
          <pc:sldMk cId="1848990747" sldId="409"/>
        </pc:sldMkLst>
      </pc:sldChg>
      <pc:sldChg chg="del">
        <pc:chgData name="James Pengelly" userId="d269fecd-a8a2-4e5a-93ae-88bdaab21f51" providerId="ADAL" clId="{22EA6774-7797-44EF-AD8E-71CA17CA47D3}" dt="2023-08-24T13:50:13.393" v="0" actId="47"/>
        <pc:sldMkLst>
          <pc:docMk/>
          <pc:sldMk cId="1126499771" sldId="411"/>
        </pc:sldMkLst>
      </pc:sldChg>
      <pc:sldChg chg="del">
        <pc:chgData name="James Pengelly" userId="d269fecd-a8a2-4e5a-93ae-88bdaab21f51" providerId="ADAL" clId="{22EA6774-7797-44EF-AD8E-71CA17CA47D3}" dt="2023-08-24T13:50:13.393" v="0" actId="47"/>
        <pc:sldMkLst>
          <pc:docMk/>
          <pc:sldMk cId="2212437411" sldId="412"/>
        </pc:sldMkLst>
      </pc:sldChg>
      <pc:sldChg chg="del">
        <pc:chgData name="James Pengelly" userId="d269fecd-a8a2-4e5a-93ae-88bdaab21f51" providerId="ADAL" clId="{22EA6774-7797-44EF-AD8E-71CA17CA47D3}" dt="2023-08-24T13:50:13.393" v="0" actId="47"/>
        <pc:sldMkLst>
          <pc:docMk/>
          <pc:sldMk cId="2156432247" sldId="413"/>
        </pc:sldMkLst>
      </pc:sldChg>
      <pc:sldChg chg="del">
        <pc:chgData name="James Pengelly" userId="d269fecd-a8a2-4e5a-93ae-88bdaab21f51" providerId="ADAL" clId="{22EA6774-7797-44EF-AD8E-71CA17CA47D3}" dt="2023-08-24T13:50:13.393" v="0" actId="47"/>
        <pc:sldMkLst>
          <pc:docMk/>
          <pc:sldMk cId="263362339" sldId="415"/>
        </pc:sldMkLst>
      </pc:sldChg>
      <pc:sldChg chg="del">
        <pc:chgData name="James Pengelly" userId="d269fecd-a8a2-4e5a-93ae-88bdaab21f51" providerId="ADAL" clId="{22EA6774-7797-44EF-AD8E-71CA17CA47D3}" dt="2023-08-24T13:50:13.393" v="0" actId="47"/>
        <pc:sldMkLst>
          <pc:docMk/>
          <pc:sldMk cId="519644668" sldId="418"/>
        </pc:sldMkLst>
      </pc:sldChg>
      <pc:sldChg chg="del">
        <pc:chgData name="James Pengelly" userId="d269fecd-a8a2-4e5a-93ae-88bdaab21f51" providerId="ADAL" clId="{22EA6774-7797-44EF-AD8E-71CA17CA47D3}" dt="2023-08-24T13:50:13.393" v="0" actId="47"/>
        <pc:sldMkLst>
          <pc:docMk/>
          <pc:sldMk cId="3631135714" sldId="419"/>
        </pc:sldMkLst>
      </pc:sldChg>
      <pc:sldChg chg="del">
        <pc:chgData name="James Pengelly" userId="d269fecd-a8a2-4e5a-93ae-88bdaab21f51" providerId="ADAL" clId="{22EA6774-7797-44EF-AD8E-71CA17CA47D3}" dt="2023-08-24T13:50:13.393" v="0" actId="47"/>
        <pc:sldMkLst>
          <pc:docMk/>
          <pc:sldMk cId="2961224881" sldId="420"/>
        </pc:sldMkLst>
      </pc:sldChg>
      <pc:sldChg chg="del">
        <pc:chgData name="James Pengelly" userId="d269fecd-a8a2-4e5a-93ae-88bdaab21f51" providerId="ADAL" clId="{22EA6774-7797-44EF-AD8E-71CA17CA47D3}" dt="2023-08-24T13:50:13.393" v="0" actId="47"/>
        <pc:sldMkLst>
          <pc:docMk/>
          <pc:sldMk cId="1221700180" sldId="421"/>
        </pc:sldMkLst>
      </pc:sldChg>
      <pc:sldChg chg="del">
        <pc:chgData name="James Pengelly" userId="d269fecd-a8a2-4e5a-93ae-88bdaab21f51" providerId="ADAL" clId="{22EA6774-7797-44EF-AD8E-71CA17CA47D3}" dt="2023-08-24T13:50:13.393" v="0" actId="47"/>
        <pc:sldMkLst>
          <pc:docMk/>
          <pc:sldMk cId="747938625" sldId="422"/>
        </pc:sldMkLst>
      </pc:sldChg>
      <pc:sldChg chg="del">
        <pc:chgData name="James Pengelly" userId="d269fecd-a8a2-4e5a-93ae-88bdaab21f51" providerId="ADAL" clId="{22EA6774-7797-44EF-AD8E-71CA17CA47D3}" dt="2023-08-24T13:50:13.393" v="0" actId="47"/>
        <pc:sldMkLst>
          <pc:docMk/>
          <pc:sldMk cId="3663672702" sldId="423"/>
        </pc:sldMkLst>
      </pc:sldChg>
      <pc:sldChg chg="del">
        <pc:chgData name="James Pengelly" userId="d269fecd-a8a2-4e5a-93ae-88bdaab21f51" providerId="ADAL" clId="{22EA6774-7797-44EF-AD8E-71CA17CA47D3}" dt="2023-08-24T13:50:13.393" v="0" actId="47"/>
        <pc:sldMkLst>
          <pc:docMk/>
          <pc:sldMk cId="1703881002" sldId="424"/>
        </pc:sldMkLst>
      </pc:sldChg>
      <pc:sldChg chg="del">
        <pc:chgData name="James Pengelly" userId="d269fecd-a8a2-4e5a-93ae-88bdaab21f51" providerId="ADAL" clId="{22EA6774-7797-44EF-AD8E-71CA17CA47D3}" dt="2023-08-24T13:50:13.393" v="0" actId="47"/>
        <pc:sldMkLst>
          <pc:docMk/>
          <pc:sldMk cId="2422481433" sldId="426"/>
        </pc:sldMkLst>
      </pc:sldChg>
      <pc:sldChg chg="del">
        <pc:chgData name="James Pengelly" userId="d269fecd-a8a2-4e5a-93ae-88bdaab21f51" providerId="ADAL" clId="{22EA6774-7797-44EF-AD8E-71CA17CA47D3}" dt="2023-08-24T13:50:13.393" v="0" actId="47"/>
        <pc:sldMkLst>
          <pc:docMk/>
          <pc:sldMk cId="1349580473" sldId="429"/>
        </pc:sldMkLst>
      </pc:sldChg>
      <pc:sldChg chg="del">
        <pc:chgData name="James Pengelly" userId="d269fecd-a8a2-4e5a-93ae-88bdaab21f51" providerId="ADAL" clId="{22EA6774-7797-44EF-AD8E-71CA17CA47D3}" dt="2023-08-24T13:50:13.393" v="0" actId="47"/>
        <pc:sldMkLst>
          <pc:docMk/>
          <pc:sldMk cId="2265083478" sldId="430"/>
        </pc:sldMkLst>
      </pc:sldChg>
      <pc:sldChg chg="del">
        <pc:chgData name="James Pengelly" userId="d269fecd-a8a2-4e5a-93ae-88bdaab21f51" providerId="ADAL" clId="{22EA6774-7797-44EF-AD8E-71CA17CA47D3}" dt="2023-08-24T13:50:13.393" v="0" actId="47"/>
        <pc:sldMkLst>
          <pc:docMk/>
          <pc:sldMk cId="2863113325" sldId="431"/>
        </pc:sldMkLst>
      </pc:sldChg>
      <pc:sldChg chg="del">
        <pc:chgData name="James Pengelly" userId="d269fecd-a8a2-4e5a-93ae-88bdaab21f51" providerId="ADAL" clId="{22EA6774-7797-44EF-AD8E-71CA17CA47D3}" dt="2023-08-24T13:50:13.393" v="0" actId="47"/>
        <pc:sldMkLst>
          <pc:docMk/>
          <pc:sldMk cId="3556797560" sldId="432"/>
        </pc:sldMkLst>
      </pc:sldChg>
      <pc:sldChg chg="del">
        <pc:chgData name="James Pengelly" userId="d269fecd-a8a2-4e5a-93ae-88bdaab21f51" providerId="ADAL" clId="{22EA6774-7797-44EF-AD8E-71CA17CA47D3}" dt="2023-08-24T13:50:13.393" v="0" actId="47"/>
        <pc:sldMkLst>
          <pc:docMk/>
          <pc:sldMk cId="2981302178" sldId="433"/>
        </pc:sldMkLst>
      </pc:sldChg>
      <pc:sldChg chg="del">
        <pc:chgData name="James Pengelly" userId="d269fecd-a8a2-4e5a-93ae-88bdaab21f51" providerId="ADAL" clId="{22EA6774-7797-44EF-AD8E-71CA17CA47D3}" dt="2023-08-24T13:50:13.393" v="0" actId="47"/>
        <pc:sldMkLst>
          <pc:docMk/>
          <pc:sldMk cId="733584931" sldId="434"/>
        </pc:sldMkLst>
      </pc:sldChg>
      <pc:sldChg chg="del">
        <pc:chgData name="James Pengelly" userId="d269fecd-a8a2-4e5a-93ae-88bdaab21f51" providerId="ADAL" clId="{22EA6774-7797-44EF-AD8E-71CA17CA47D3}" dt="2023-08-24T13:50:13.393" v="0" actId="47"/>
        <pc:sldMkLst>
          <pc:docMk/>
          <pc:sldMk cId="1695507307" sldId="435"/>
        </pc:sldMkLst>
      </pc:sldChg>
      <pc:sldChg chg="del">
        <pc:chgData name="James Pengelly" userId="d269fecd-a8a2-4e5a-93ae-88bdaab21f51" providerId="ADAL" clId="{22EA6774-7797-44EF-AD8E-71CA17CA47D3}" dt="2023-08-24T13:50:13.393" v="0" actId="47"/>
        <pc:sldMkLst>
          <pc:docMk/>
          <pc:sldMk cId="2233051909" sldId="436"/>
        </pc:sldMkLst>
      </pc:sldChg>
      <pc:sldChg chg="del">
        <pc:chgData name="James Pengelly" userId="d269fecd-a8a2-4e5a-93ae-88bdaab21f51" providerId="ADAL" clId="{22EA6774-7797-44EF-AD8E-71CA17CA47D3}" dt="2023-08-24T13:50:13.393" v="0" actId="47"/>
        <pc:sldMkLst>
          <pc:docMk/>
          <pc:sldMk cId="1342897180" sldId="437"/>
        </pc:sldMkLst>
      </pc:sldChg>
      <pc:sldChg chg="del">
        <pc:chgData name="James Pengelly" userId="d269fecd-a8a2-4e5a-93ae-88bdaab21f51" providerId="ADAL" clId="{22EA6774-7797-44EF-AD8E-71CA17CA47D3}" dt="2023-08-24T13:50:13.393" v="0" actId="47"/>
        <pc:sldMkLst>
          <pc:docMk/>
          <pc:sldMk cId="3580490817" sldId="438"/>
        </pc:sldMkLst>
      </pc:sldChg>
      <pc:sldChg chg="del">
        <pc:chgData name="James Pengelly" userId="d269fecd-a8a2-4e5a-93ae-88bdaab21f51" providerId="ADAL" clId="{22EA6774-7797-44EF-AD8E-71CA17CA47D3}" dt="2023-08-24T13:50:13.393" v="0" actId="47"/>
        <pc:sldMkLst>
          <pc:docMk/>
          <pc:sldMk cId="3852504957" sldId="439"/>
        </pc:sldMkLst>
      </pc:sldChg>
      <pc:sldChg chg="del">
        <pc:chgData name="James Pengelly" userId="d269fecd-a8a2-4e5a-93ae-88bdaab21f51" providerId="ADAL" clId="{22EA6774-7797-44EF-AD8E-71CA17CA47D3}" dt="2023-08-24T13:50:13.393" v="0" actId="47"/>
        <pc:sldMkLst>
          <pc:docMk/>
          <pc:sldMk cId="3380087145" sldId="440"/>
        </pc:sldMkLst>
      </pc:sldChg>
      <pc:sldChg chg="del">
        <pc:chgData name="James Pengelly" userId="d269fecd-a8a2-4e5a-93ae-88bdaab21f51" providerId="ADAL" clId="{22EA6774-7797-44EF-AD8E-71CA17CA47D3}" dt="2023-08-24T13:50:13.393" v="0" actId="47"/>
        <pc:sldMkLst>
          <pc:docMk/>
          <pc:sldMk cId="698315745" sldId="441"/>
        </pc:sldMkLst>
      </pc:sldChg>
      <pc:sldChg chg="del">
        <pc:chgData name="James Pengelly" userId="d269fecd-a8a2-4e5a-93ae-88bdaab21f51" providerId="ADAL" clId="{22EA6774-7797-44EF-AD8E-71CA17CA47D3}" dt="2023-08-24T13:50:13.393" v="0" actId="47"/>
        <pc:sldMkLst>
          <pc:docMk/>
          <pc:sldMk cId="3816258168" sldId="442"/>
        </pc:sldMkLst>
      </pc:sldChg>
      <pc:sldChg chg="del">
        <pc:chgData name="James Pengelly" userId="d269fecd-a8a2-4e5a-93ae-88bdaab21f51" providerId="ADAL" clId="{22EA6774-7797-44EF-AD8E-71CA17CA47D3}" dt="2023-08-24T13:50:13.393" v="0" actId="47"/>
        <pc:sldMkLst>
          <pc:docMk/>
          <pc:sldMk cId="1753989791" sldId="444"/>
        </pc:sldMkLst>
      </pc:sldChg>
      <pc:sldChg chg="del">
        <pc:chgData name="James Pengelly" userId="d269fecd-a8a2-4e5a-93ae-88bdaab21f51" providerId="ADAL" clId="{22EA6774-7797-44EF-AD8E-71CA17CA47D3}" dt="2023-08-24T13:50:13.393" v="0" actId="47"/>
        <pc:sldMkLst>
          <pc:docMk/>
          <pc:sldMk cId="1660465454" sldId="445"/>
        </pc:sldMkLst>
      </pc:sldChg>
      <pc:sldChg chg="del">
        <pc:chgData name="James Pengelly" userId="d269fecd-a8a2-4e5a-93ae-88bdaab21f51" providerId="ADAL" clId="{22EA6774-7797-44EF-AD8E-71CA17CA47D3}" dt="2023-08-24T13:50:13.393" v="0" actId="47"/>
        <pc:sldMkLst>
          <pc:docMk/>
          <pc:sldMk cId="565982352" sldId="447"/>
        </pc:sldMkLst>
      </pc:sldChg>
      <pc:sldChg chg="del">
        <pc:chgData name="James Pengelly" userId="d269fecd-a8a2-4e5a-93ae-88bdaab21f51" providerId="ADAL" clId="{22EA6774-7797-44EF-AD8E-71CA17CA47D3}" dt="2023-08-24T13:50:13.393" v="0" actId="47"/>
        <pc:sldMkLst>
          <pc:docMk/>
          <pc:sldMk cId="1357474779" sldId="448"/>
        </pc:sldMkLst>
      </pc:sldChg>
      <pc:sldChg chg="del">
        <pc:chgData name="James Pengelly" userId="d269fecd-a8a2-4e5a-93ae-88bdaab21f51" providerId="ADAL" clId="{22EA6774-7797-44EF-AD8E-71CA17CA47D3}" dt="2023-08-24T13:50:13.393" v="0" actId="47"/>
        <pc:sldMkLst>
          <pc:docMk/>
          <pc:sldMk cId="2067507612" sldId="449"/>
        </pc:sldMkLst>
      </pc:sldChg>
      <pc:sldChg chg="del">
        <pc:chgData name="James Pengelly" userId="d269fecd-a8a2-4e5a-93ae-88bdaab21f51" providerId="ADAL" clId="{22EA6774-7797-44EF-AD8E-71CA17CA47D3}" dt="2023-08-24T13:50:13.393" v="0" actId="47"/>
        <pc:sldMkLst>
          <pc:docMk/>
          <pc:sldMk cId="2390412907" sldId="450"/>
        </pc:sldMkLst>
      </pc:sldChg>
      <pc:sldChg chg="del">
        <pc:chgData name="James Pengelly" userId="d269fecd-a8a2-4e5a-93ae-88bdaab21f51" providerId="ADAL" clId="{22EA6774-7797-44EF-AD8E-71CA17CA47D3}" dt="2023-08-24T13:50:13.393" v="0" actId="47"/>
        <pc:sldMkLst>
          <pc:docMk/>
          <pc:sldMk cId="2183265962" sldId="451"/>
        </pc:sldMkLst>
      </pc:sldChg>
      <pc:sldChg chg="del">
        <pc:chgData name="James Pengelly" userId="d269fecd-a8a2-4e5a-93ae-88bdaab21f51" providerId="ADAL" clId="{22EA6774-7797-44EF-AD8E-71CA17CA47D3}" dt="2023-08-24T13:50:13.393" v="0" actId="47"/>
        <pc:sldMkLst>
          <pc:docMk/>
          <pc:sldMk cId="2783724496" sldId="452"/>
        </pc:sldMkLst>
      </pc:sldChg>
      <pc:sldChg chg="del">
        <pc:chgData name="James Pengelly" userId="d269fecd-a8a2-4e5a-93ae-88bdaab21f51" providerId="ADAL" clId="{22EA6774-7797-44EF-AD8E-71CA17CA47D3}" dt="2023-08-24T13:50:13.393" v="0" actId="47"/>
        <pc:sldMkLst>
          <pc:docMk/>
          <pc:sldMk cId="2334895818" sldId="453"/>
        </pc:sldMkLst>
      </pc:sldChg>
      <pc:sldChg chg="del">
        <pc:chgData name="James Pengelly" userId="d269fecd-a8a2-4e5a-93ae-88bdaab21f51" providerId="ADAL" clId="{22EA6774-7797-44EF-AD8E-71CA17CA47D3}" dt="2023-08-24T13:50:13.393" v="0" actId="47"/>
        <pc:sldMkLst>
          <pc:docMk/>
          <pc:sldMk cId="1506105089" sldId="454"/>
        </pc:sldMkLst>
      </pc:sldChg>
      <pc:sldChg chg="del">
        <pc:chgData name="James Pengelly" userId="d269fecd-a8a2-4e5a-93ae-88bdaab21f51" providerId="ADAL" clId="{22EA6774-7797-44EF-AD8E-71CA17CA47D3}" dt="2023-08-24T13:50:13.393" v="0" actId="47"/>
        <pc:sldMkLst>
          <pc:docMk/>
          <pc:sldMk cId="1780367112" sldId="455"/>
        </pc:sldMkLst>
      </pc:sldChg>
      <pc:sldChg chg="del">
        <pc:chgData name="James Pengelly" userId="d269fecd-a8a2-4e5a-93ae-88bdaab21f51" providerId="ADAL" clId="{22EA6774-7797-44EF-AD8E-71CA17CA47D3}" dt="2023-08-24T13:50:13.393" v="0" actId="47"/>
        <pc:sldMkLst>
          <pc:docMk/>
          <pc:sldMk cId="2878365943" sldId="461"/>
        </pc:sldMkLst>
      </pc:sldChg>
      <pc:sldChg chg="del">
        <pc:chgData name="James Pengelly" userId="d269fecd-a8a2-4e5a-93ae-88bdaab21f51" providerId="ADAL" clId="{22EA6774-7797-44EF-AD8E-71CA17CA47D3}" dt="2023-08-24T13:50:13.393" v="0" actId="47"/>
        <pc:sldMkLst>
          <pc:docMk/>
          <pc:sldMk cId="1809496739" sldId="463"/>
        </pc:sldMkLst>
      </pc:sldChg>
      <pc:sldChg chg="del">
        <pc:chgData name="James Pengelly" userId="d269fecd-a8a2-4e5a-93ae-88bdaab21f51" providerId="ADAL" clId="{22EA6774-7797-44EF-AD8E-71CA17CA47D3}" dt="2023-08-24T13:50:13.393" v="0" actId="47"/>
        <pc:sldMkLst>
          <pc:docMk/>
          <pc:sldMk cId="3183680570" sldId="464"/>
        </pc:sldMkLst>
      </pc:sldChg>
      <pc:sldChg chg="del">
        <pc:chgData name="James Pengelly" userId="d269fecd-a8a2-4e5a-93ae-88bdaab21f51" providerId="ADAL" clId="{22EA6774-7797-44EF-AD8E-71CA17CA47D3}" dt="2023-08-24T13:50:13.393" v="0" actId="47"/>
        <pc:sldMkLst>
          <pc:docMk/>
          <pc:sldMk cId="3408326376" sldId="465"/>
        </pc:sldMkLst>
      </pc:sldChg>
      <pc:sldChg chg="del">
        <pc:chgData name="James Pengelly" userId="d269fecd-a8a2-4e5a-93ae-88bdaab21f51" providerId="ADAL" clId="{22EA6774-7797-44EF-AD8E-71CA17CA47D3}" dt="2023-08-24T13:50:13.393" v="0" actId="47"/>
        <pc:sldMkLst>
          <pc:docMk/>
          <pc:sldMk cId="3761177557" sldId="468"/>
        </pc:sldMkLst>
      </pc:sldChg>
      <pc:sldChg chg="del">
        <pc:chgData name="James Pengelly" userId="d269fecd-a8a2-4e5a-93ae-88bdaab21f51" providerId="ADAL" clId="{22EA6774-7797-44EF-AD8E-71CA17CA47D3}" dt="2023-08-24T13:50:13.393" v="0" actId="47"/>
        <pc:sldMkLst>
          <pc:docMk/>
          <pc:sldMk cId="1450753478" sldId="469"/>
        </pc:sldMkLst>
      </pc:sldChg>
      <pc:sldChg chg="del">
        <pc:chgData name="James Pengelly" userId="d269fecd-a8a2-4e5a-93ae-88bdaab21f51" providerId="ADAL" clId="{22EA6774-7797-44EF-AD8E-71CA17CA47D3}" dt="2023-08-24T13:50:13.393" v="0" actId="47"/>
        <pc:sldMkLst>
          <pc:docMk/>
          <pc:sldMk cId="597277254" sldId="470"/>
        </pc:sldMkLst>
      </pc:sldChg>
      <pc:sldChg chg="del">
        <pc:chgData name="James Pengelly" userId="d269fecd-a8a2-4e5a-93ae-88bdaab21f51" providerId="ADAL" clId="{22EA6774-7797-44EF-AD8E-71CA17CA47D3}" dt="2023-08-24T13:50:13.393" v="0" actId="47"/>
        <pc:sldMkLst>
          <pc:docMk/>
          <pc:sldMk cId="3444267560" sldId="471"/>
        </pc:sldMkLst>
      </pc:sldChg>
      <pc:sldChg chg="del">
        <pc:chgData name="James Pengelly" userId="d269fecd-a8a2-4e5a-93ae-88bdaab21f51" providerId="ADAL" clId="{22EA6774-7797-44EF-AD8E-71CA17CA47D3}" dt="2023-08-24T13:50:13.393" v="0" actId="47"/>
        <pc:sldMkLst>
          <pc:docMk/>
          <pc:sldMk cId="177810587" sldId="472"/>
        </pc:sldMkLst>
      </pc:sldChg>
      <pc:sldChg chg="del">
        <pc:chgData name="James Pengelly" userId="d269fecd-a8a2-4e5a-93ae-88bdaab21f51" providerId="ADAL" clId="{22EA6774-7797-44EF-AD8E-71CA17CA47D3}" dt="2023-08-24T13:50:13.393" v="0" actId="47"/>
        <pc:sldMkLst>
          <pc:docMk/>
          <pc:sldMk cId="3928027250" sldId="473"/>
        </pc:sldMkLst>
      </pc:sldChg>
      <pc:sldChg chg="del">
        <pc:chgData name="James Pengelly" userId="d269fecd-a8a2-4e5a-93ae-88bdaab21f51" providerId="ADAL" clId="{22EA6774-7797-44EF-AD8E-71CA17CA47D3}" dt="2023-08-24T13:50:13.393" v="0" actId="47"/>
        <pc:sldMkLst>
          <pc:docMk/>
          <pc:sldMk cId="1208367764" sldId="474"/>
        </pc:sldMkLst>
      </pc:sldChg>
      <pc:sldChg chg="del">
        <pc:chgData name="James Pengelly" userId="d269fecd-a8a2-4e5a-93ae-88bdaab21f51" providerId="ADAL" clId="{22EA6774-7797-44EF-AD8E-71CA17CA47D3}" dt="2023-08-24T13:50:13.393" v="0" actId="47"/>
        <pc:sldMkLst>
          <pc:docMk/>
          <pc:sldMk cId="1846318869" sldId="475"/>
        </pc:sldMkLst>
      </pc:sldChg>
      <pc:sldChg chg="del">
        <pc:chgData name="James Pengelly" userId="d269fecd-a8a2-4e5a-93ae-88bdaab21f51" providerId="ADAL" clId="{22EA6774-7797-44EF-AD8E-71CA17CA47D3}" dt="2023-08-24T13:50:13.393" v="0" actId="47"/>
        <pc:sldMkLst>
          <pc:docMk/>
          <pc:sldMk cId="1050364708" sldId="476"/>
        </pc:sldMkLst>
      </pc:sldChg>
      <pc:sldChg chg="del">
        <pc:chgData name="James Pengelly" userId="d269fecd-a8a2-4e5a-93ae-88bdaab21f51" providerId="ADAL" clId="{22EA6774-7797-44EF-AD8E-71CA17CA47D3}" dt="2023-08-24T13:50:13.393" v="0" actId="47"/>
        <pc:sldMkLst>
          <pc:docMk/>
          <pc:sldMk cId="1189368309" sldId="477"/>
        </pc:sldMkLst>
      </pc:sldChg>
      <pc:sldChg chg="del">
        <pc:chgData name="James Pengelly" userId="d269fecd-a8a2-4e5a-93ae-88bdaab21f51" providerId="ADAL" clId="{22EA6774-7797-44EF-AD8E-71CA17CA47D3}" dt="2023-08-24T13:50:13.393" v="0" actId="47"/>
        <pc:sldMkLst>
          <pc:docMk/>
          <pc:sldMk cId="3022556364" sldId="478"/>
        </pc:sldMkLst>
      </pc:sldChg>
      <pc:sldChg chg="del">
        <pc:chgData name="James Pengelly" userId="d269fecd-a8a2-4e5a-93ae-88bdaab21f51" providerId="ADAL" clId="{22EA6774-7797-44EF-AD8E-71CA17CA47D3}" dt="2023-08-24T13:50:13.393" v="0" actId="47"/>
        <pc:sldMkLst>
          <pc:docMk/>
          <pc:sldMk cId="3131689005" sldId="523"/>
        </pc:sldMkLst>
      </pc:sldChg>
      <pc:sldChg chg="del">
        <pc:chgData name="James Pengelly" userId="d269fecd-a8a2-4e5a-93ae-88bdaab21f51" providerId="ADAL" clId="{22EA6774-7797-44EF-AD8E-71CA17CA47D3}" dt="2023-08-24T13:50:13.393" v="0" actId="47"/>
        <pc:sldMkLst>
          <pc:docMk/>
          <pc:sldMk cId="2811473902" sldId="564"/>
        </pc:sldMkLst>
      </pc:sldChg>
      <pc:sldChg chg="del">
        <pc:chgData name="James Pengelly" userId="d269fecd-a8a2-4e5a-93ae-88bdaab21f51" providerId="ADAL" clId="{22EA6774-7797-44EF-AD8E-71CA17CA47D3}" dt="2023-08-24T13:50:13.393" v="0" actId="47"/>
        <pc:sldMkLst>
          <pc:docMk/>
          <pc:sldMk cId="396875299" sldId="620"/>
        </pc:sldMkLst>
      </pc:sldChg>
      <pc:sldChg chg="del">
        <pc:chgData name="James Pengelly" userId="d269fecd-a8a2-4e5a-93ae-88bdaab21f51" providerId="ADAL" clId="{22EA6774-7797-44EF-AD8E-71CA17CA47D3}" dt="2023-08-24T13:50:13.393" v="0" actId="47"/>
        <pc:sldMkLst>
          <pc:docMk/>
          <pc:sldMk cId="3049657586" sldId="915"/>
        </pc:sldMkLst>
      </pc:sldChg>
      <pc:sldChg chg="del">
        <pc:chgData name="James Pengelly" userId="d269fecd-a8a2-4e5a-93ae-88bdaab21f51" providerId="ADAL" clId="{22EA6774-7797-44EF-AD8E-71CA17CA47D3}" dt="2023-08-24T13:50:13.393" v="0" actId="47"/>
        <pc:sldMkLst>
          <pc:docMk/>
          <pc:sldMk cId="1551599212" sldId="916"/>
        </pc:sldMkLst>
      </pc:sldChg>
      <pc:sldChg chg="del">
        <pc:chgData name="James Pengelly" userId="d269fecd-a8a2-4e5a-93ae-88bdaab21f51" providerId="ADAL" clId="{22EA6774-7797-44EF-AD8E-71CA17CA47D3}" dt="2023-08-24T13:50:13.393" v="0" actId="47"/>
        <pc:sldMkLst>
          <pc:docMk/>
          <pc:sldMk cId="2931648276" sldId="917"/>
        </pc:sldMkLst>
      </pc:sldChg>
      <pc:sldChg chg="del">
        <pc:chgData name="James Pengelly" userId="d269fecd-a8a2-4e5a-93ae-88bdaab21f51" providerId="ADAL" clId="{22EA6774-7797-44EF-AD8E-71CA17CA47D3}" dt="2023-08-24T13:50:13.393" v="0" actId="47"/>
        <pc:sldMkLst>
          <pc:docMk/>
          <pc:sldMk cId="3463918722" sldId="918"/>
        </pc:sldMkLst>
      </pc:sldChg>
      <pc:sldChg chg="del">
        <pc:chgData name="James Pengelly" userId="d269fecd-a8a2-4e5a-93ae-88bdaab21f51" providerId="ADAL" clId="{22EA6774-7797-44EF-AD8E-71CA17CA47D3}" dt="2023-08-24T13:50:13.393" v="0" actId="47"/>
        <pc:sldMkLst>
          <pc:docMk/>
          <pc:sldMk cId="1855871270" sldId="919"/>
        </pc:sldMkLst>
      </pc:sldChg>
      <pc:sldChg chg="del">
        <pc:chgData name="James Pengelly" userId="d269fecd-a8a2-4e5a-93ae-88bdaab21f51" providerId="ADAL" clId="{22EA6774-7797-44EF-AD8E-71CA17CA47D3}" dt="2023-08-24T13:50:13.393" v="0" actId="47"/>
        <pc:sldMkLst>
          <pc:docMk/>
          <pc:sldMk cId="564391330" sldId="920"/>
        </pc:sldMkLst>
      </pc:sldChg>
      <pc:sldChg chg="del">
        <pc:chgData name="James Pengelly" userId="d269fecd-a8a2-4e5a-93ae-88bdaab21f51" providerId="ADAL" clId="{22EA6774-7797-44EF-AD8E-71CA17CA47D3}" dt="2023-08-24T13:50:13.393" v="0" actId="47"/>
        <pc:sldMkLst>
          <pc:docMk/>
          <pc:sldMk cId="2984159356" sldId="921"/>
        </pc:sldMkLst>
      </pc:sldChg>
      <pc:sldChg chg="del">
        <pc:chgData name="James Pengelly" userId="d269fecd-a8a2-4e5a-93ae-88bdaab21f51" providerId="ADAL" clId="{22EA6774-7797-44EF-AD8E-71CA17CA47D3}" dt="2023-08-24T13:50:13.393" v="0" actId="47"/>
        <pc:sldMkLst>
          <pc:docMk/>
          <pc:sldMk cId="3406951735" sldId="922"/>
        </pc:sldMkLst>
      </pc:sldChg>
      <pc:sldChg chg="del">
        <pc:chgData name="James Pengelly" userId="d269fecd-a8a2-4e5a-93ae-88bdaab21f51" providerId="ADAL" clId="{22EA6774-7797-44EF-AD8E-71CA17CA47D3}" dt="2023-08-24T13:50:13.393" v="0" actId="47"/>
        <pc:sldMkLst>
          <pc:docMk/>
          <pc:sldMk cId="2607486583" sldId="923"/>
        </pc:sldMkLst>
      </pc:sldChg>
      <pc:sldChg chg="del">
        <pc:chgData name="James Pengelly" userId="d269fecd-a8a2-4e5a-93ae-88bdaab21f51" providerId="ADAL" clId="{22EA6774-7797-44EF-AD8E-71CA17CA47D3}" dt="2023-08-24T13:50:13.393" v="0" actId="47"/>
        <pc:sldMkLst>
          <pc:docMk/>
          <pc:sldMk cId="4092808222" sldId="924"/>
        </pc:sldMkLst>
      </pc:sldChg>
      <pc:sldChg chg="del">
        <pc:chgData name="James Pengelly" userId="d269fecd-a8a2-4e5a-93ae-88bdaab21f51" providerId="ADAL" clId="{22EA6774-7797-44EF-AD8E-71CA17CA47D3}" dt="2023-08-24T13:50:13.393" v="0" actId="47"/>
        <pc:sldMkLst>
          <pc:docMk/>
          <pc:sldMk cId="2193365181" sldId="925"/>
        </pc:sldMkLst>
      </pc:sldChg>
      <pc:sldChg chg="del">
        <pc:chgData name="James Pengelly" userId="d269fecd-a8a2-4e5a-93ae-88bdaab21f51" providerId="ADAL" clId="{22EA6774-7797-44EF-AD8E-71CA17CA47D3}" dt="2023-08-24T13:50:13.393" v="0" actId="47"/>
        <pc:sldMkLst>
          <pc:docMk/>
          <pc:sldMk cId="4138720517" sldId="926"/>
        </pc:sldMkLst>
      </pc:sldChg>
      <pc:sldChg chg="del">
        <pc:chgData name="James Pengelly" userId="d269fecd-a8a2-4e5a-93ae-88bdaab21f51" providerId="ADAL" clId="{22EA6774-7797-44EF-AD8E-71CA17CA47D3}" dt="2023-08-24T13:50:13.393" v="0" actId="47"/>
        <pc:sldMkLst>
          <pc:docMk/>
          <pc:sldMk cId="858939526" sldId="927"/>
        </pc:sldMkLst>
      </pc:sldChg>
      <pc:sldChg chg="del">
        <pc:chgData name="James Pengelly" userId="d269fecd-a8a2-4e5a-93ae-88bdaab21f51" providerId="ADAL" clId="{22EA6774-7797-44EF-AD8E-71CA17CA47D3}" dt="2023-08-24T13:50:13.393" v="0" actId="47"/>
        <pc:sldMkLst>
          <pc:docMk/>
          <pc:sldMk cId="566436964" sldId="928"/>
        </pc:sldMkLst>
      </pc:sldChg>
      <pc:sldChg chg="del">
        <pc:chgData name="James Pengelly" userId="d269fecd-a8a2-4e5a-93ae-88bdaab21f51" providerId="ADAL" clId="{22EA6774-7797-44EF-AD8E-71CA17CA47D3}" dt="2023-08-24T13:50:13.393" v="0" actId="47"/>
        <pc:sldMkLst>
          <pc:docMk/>
          <pc:sldMk cId="2713682525" sldId="929"/>
        </pc:sldMkLst>
      </pc:sldChg>
      <pc:sldChg chg="del">
        <pc:chgData name="James Pengelly" userId="d269fecd-a8a2-4e5a-93ae-88bdaab21f51" providerId="ADAL" clId="{22EA6774-7797-44EF-AD8E-71CA17CA47D3}" dt="2023-08-24T13:50:13.393" v="0" actId="47"/>
        <pc:sldMkLst>
          <pc:docMk/>
          <pc:sldMk cId="885992107" sldId="930"/>
        </pc:sldMkLst>
      </pc:sldChg>
      <pc:sldChg chg="modNotesTx">
        <pc:chgData name="James Pengelly" userId="d269fecd-a8a2-4e5a-93ae-88bdaab21f51" providerId="ADAL" clId="{22EA6774-7797-44EF-AD8E-71CA17CA47D3}" dt="2023-09-06T14:31:10.390" v="354"/>
        <pc:sldMkLst>
          <pc:docMk/>
          <pc:sldMk cId="997338478" sldId="931"/>
        </pc:sldMkLst>
      </pc:sldChg>
      <pc:sldChg chg="modSp new mod">
        <pc:chgData name="James Pengelly" userId="d269fecd-a8a2-4e5a-93ae-88bdaab21f51" providerId="ADAL" clId="{22EA6774-7797-44EF-AD8E-71CA17CA47D3}" dt="2023-09-06T11:00:09.389" v="15" actId="20577"/>
        <pc:sldMkLst>
          <pc:docMk/>
          <pc:sldMk cId="23581258" sldId="932"/>
        </pc:sldMkLst>
        <pc:spChg chg="mod">
          <ac:chgData name="James Pengelly" userId="d269fecd-a8a2-4e5a-93ae-88bdaab21f51" providerId="ADAL" clId="{22EA6774-7797-44EF-AD8E-71CA17CA47D3}" dt="2023-09-06T10:58:47.739" v="11" actId="20577"/>
          <ac:spMkLst>
            <pc:docMk/>
            <pc:sldMk cId="23581258" sldId="932"/>
            <ac:spMk id="2" creationId="{2699CBFA-612E-C0E0-4B33-8DF056AB7C30}"/>
          </ac:spMkLst>
        </pc:spChg>
        <pc:spChg chg="mod">
          <ac:chgData name="James Pengelly" userId="d269fecd-a8a2-4e5a-93ae-88bdaab21f51" providerId="ADAL" clId="{22EA6774-7797-44EF-AD8E-71CA17CA47D3}" dt="2023-09-06T11:00:09.389" v="15" actId="20577"/>
          <ac:spMkLst>
            <pc:docMk/>
            <pc:sldMk cId="23581258" sldId="932"/>
            <ac:spMk id="3" creationId="{985EDD84-2D1E-25BE-89A8-2A439AAC7F03}"/>
          </ac:spMkLst>
        </pc:spChg>
      </pc:sldChg>
      <pc:sldChg chg="modSp new mod modNotesTx">
        <pc:chgData name="James Pengelly" userId="d269fecd-a8a2-4e5a-93ae-88bdaab21f51" providerId="ADAL" clId="{22EA6774-7797-44EF-AD8E-71CA17CA47D3}" dt="2023-09-06T14:27:37.984" v="333"/>
        <pc:sldMkLst>
          <pc:docMk/>
          <pc:sldMk cId="3829605674" sldId="933"/>
        </pc:sldMkLst>
        <pc:spChg chg="mod">
          <ac:chgData name="James Pengelly" userId="d269fecd-a8a2-4e5a-93ae-88bdaab21f51" providerId="ADAL" clId="{22EA6774-7797-44EF-AD8E-71CA17CA47D3}" dt="2023-09-06T11:07:18.422" v="130" actId="20577"/>
          <ac:spMkLst>
            <pc:docMk/>
            <pc:sldMk cId="3829605674" sldId="933"/>
            <ac:spMk id="2" creationId="{455C24B8-9150-219E-8491-36CA69AC03D6}"/>
          </ac:spMkLst>
        </pc:spChg>
        <pc:spChg chg="mod">
          <ac:chgData name="James Pengelly" userId="d269fecd-a8a2-4e5a-93ae-88bdaab21f51" providerId="ADAL" clId="{22EA6774-7797-44EF-AD8E-71CA17CA47D3}" dt="2023-09-06T11:04:55.522" v="45" actId="20577"/>
          <ac:spMkLst>
            <pc:docMk/>
            <pc:sldMk cId="3829605674" sldId="933"/>
            <ac:spMk id="3" creationId="{3D1AA09A-A3E5-3CB7-1316-84BA957DD5B9}"/>
          </ac:spMkLst>
        </pc:spChg>
      </pc:sldChg>
      <pc:sldChg chg="modSp new mod">
        <pc:chgData name="James Pengelly" userId="d269fecd-a8a2-4e5a-93ae-88bdaab21f51" providerId="ADAL" clId="{22EA6774-7797-44EF-AD8E-71CA17CA47D3}" dt="2023-09-06T11:09:46.672" v="320" actId="20577"/>
        <pc:sldMkLst>
          <pc:docMk/>
          <pc:sldMk cId="929610959" sldId="934"/>
        </pc:sldMkLst>
        <pc:spChg chg="mod">
          <ac:chgData name="James Pengelly" userId="d269fecd-a8a2-4e5a-93ae-88bdaab21f51" providerId="ADAL" clId="{22EA6774-7797-44EF-AD8E-71CA17CA47D3}" dt="2023-09-06T11:09:46.672" v="320" actId="20577"/>
          <ac:spMkLst>
            <pc:docMk/>
            <pc:sldMk cId="929610959" sldId="934"/>
            <ac:spMk id="2" creationId="{E864D16D-0BF3-4F6A-3576-D9BFE83AA1D6}"/>
          </ac:spMkLst>
        </pc:spChg>
        <pc:spChg chg="mod">
          <ac:chgData name="James Pengelly" userId="d269fecd-a8a2-4e5a-93ae-88bdaab21f51" providerId="ADAL" clId="{22EA6774-7797-44EF-AD8E-71CA17CA47D3}" dt="2023-09-06T11:05:05.905" v="69" actId="20577"/>
          <ac:spMkLst>
            <pc:docMk/>
            <pc:sldMk cId="929610959" sldId="934"/>
            <ac:spMk id="3" creationId="{3AAA3FA9-0A7A-F62D-0049-1C187C3212D5}"/>
          </ac:spMkLst>
        </pc:spChg>
      </pc:sldChg>
    </pc:docChg>
  </pc:docChgLst>
  <pc:docChgLst>
    <pc:chgData name="Danielle Andries" userId="93d179e4-3c18-40f7-920e-ae80b202540d" providerId="ADAL" clId="{57456E17-2DF6-4478-9173-5850B2A5959A}"/>
    <pc:docChg chg="custSel addSld modSld">
      <pc:chgData name="Danielle Andries" userId="93d179e4-3c18-40f7-920e-ae80b202540d" providerId="ADAL" clId="{57456E17-2DF6-4478-9173-5850B2A5959A}" dt="2023-09-11T17:47:35.144" v="166" actId="20577"/>
      <pc:docMkLst>
        <pc:docMk/>
      </pc:docMkLst>
      <pc:sldChg chg="addSp delSp modSp new mod modClrScheme chgLayout">
        <pc:chgData name="Danielle Andries" userId="93d179e4-3c18-40f7-920e-ae80b202540d" providerId="ADAL" clId="{57456E17-2DF6-4478-9173-5850B2A5959A}" dt="2023-09-11T17:47:09.457" v="104" actId="20577"/>
        <pc:sldMkLst>
          <pc:docMk/>
          <pc:sldMk cId="3298511194" sldId="935"/>
        </pc:sldMkLst>
        <pc:spChg chg="del mod ord">
          <ac:chgData name="Danielle Andries" userId="93d179e4-3c18-40f7-920e-ae80b202540d" providerId="ADAL" clId="{57456E17-2DF6-4478-9173-5850B2A5959A}" dt="2023-09-11T17:46:40.615" v="1" actId="700"/>
          <ac:spMkLst>
            <pc:docMk/>
            <pc:sldMk cId="3298511194" sldId="935"/>
            <ac:spMk id="2" creationId="{014DE19E-A6CF-3EC2-6F6B-FC5F8C776F29}"/>
          </ac:spMkLst>
        </pc:spChg>
        <pc:spChg chg="del">
          <ac:chgData name="Danielle Andries" userId="93d179e4-3c18-40f7-920e-ae80b202540d" providerId="ADAL" clId="{57456E17-2DF6-4478-9173-5850B2A5959A}" dt="2023-09-11T17:46:40.615" v="1" actId="700"/>
          <ac:spMkLst>
            <pc:docMk/>
            <pc:sldMk cId="3298511194" sldId="935"/>
            <ac:spMk id="3" creationId="{36FD0E59-F3B3-DA40-136E-B0EA887CB60B}"/>
          </ac:spMkLst>
        </pc:spChg>
        <pc:spChg chg="mod ord">
          <ac:chgData name="Danielle Andries" userId="93d179e4-3c18-40f7-920e-ae80b202540d" providerId="ADAL" clId="{57456E17-2DF6-4478-9173-5850B2A5959A}" dt="2023-09-11T17:46:40.615" v="1" actId="700"/>
          <ac:spMkLst>
            <pc:docMk/>
            <pc:sldMk cId="3298511194" sldId="935"/>
            <ac:spMk id="4" creationId="{8DCC2DF2-E7E1-1ED0-C4FF-81E72660683F}"/>
          </ac:spMkLst>
        </pc:spChg>
        <pc:spChg chg="add mod ord">
          <ac:chgData name="Danielle Andries" userId="93d179e4-3c18-40f7-920e-ae80b202540d" providerId="ADAL" clId="{57456E17-2DF6-4478-9173-5850B2A5959A}" dt="2023-09-11T17:47:09.457" v="104" actId="20577"/>
          <ac:spMkLst>
            <pc:docMk/>
            <pc:sldMk cId="3298511194" sldId="935"/>
            <ac:spMk id="5" creationId="{CF45C180-8CA9-C6ED-692F-EEBE16A203F1}"/>
          </ac:spMkLst>
        </pc:spChg>
      </pc:sldChg>
      <pc:sldChg chg="addSp delSp modSp new mod modClrScheme chgLayout">
        <pc:chgData name="Danielle Andries" userId="93d179e4-3c18-40f7-920e-ae80b202540d" providerId="ADAL" clId="{57456E17-2DF6-4478-9173-5850B2A5959A}" dt="2023-09-11T17:47:35.144" v="166" actId="20577"/>
        <pc:sldMkLst>
          <pc:docMk/>
          <pc:sldMk cId="4070898004" sldId="936"/>
        </pc:sldMkLst>
        <pc:spChg chg="del mod ord">
          <ac:chgData name="Danielle Andries" userId="93d179e4-3c18-40f7-920e-ae80b202540d" providerId="ADAL" clId="{57456E17-2DF6-4478-9173-5850B2A5959A}" dt="2023-09-11T17:47:21.723" v="106" actId="700"/>
          <ac:spMkLst>
            <pc:docMk/>
            <pc:sldMk cId="4070898004" sldId="936"/>
            <ac:spMk id="2" creationId="{3874F48C-A0FB-E385-07B9-58E281B7A5B3}"/>
          </ac:spMkLst>
        </pc:spChg>
        <pc:spChg chg="del">
          <ac:chgData name="Danielle Andries" userId="93d179e4-3c18-40f7-920e-ae80b202540d" providerId="ADAL" clId="{57456E17-2DF6-4478-9173-5850B2A5959A}" dt="2023-09-11T17:47:21.723" v="106" actId="700"/>
          <ac:spMkLst>
            <pc:docMk/>
            <pc:sldMk cId="4070898004" sldId="936"/>
            <ac:spMk id="3" creationId="{BC836119-C4E4-BE1F-0C41-29D503FB2F0E}"/>
          </ac:spMkLst>
        </pc:spChg>
        <pc:spChg chg="mod ord">
          <ac:chgData name="Danielle Andries" userId="93d179e4-3c18-40f7-920e-ae80b202540d" providerId="ADAL" clId="{57456E17-2DF6-4478-9173-5850B2A5959A}" dt="2023-09-11T17:47:21.723" v="106" actId="700"/>
          <ac:spMkLst>
            <pc:docMk/>
            <pc:sldMk cId="4070898004" sldId="936"/>
            <ac:spMk id="4" creationId="{0B8E53BD-5BCF-D24D-1ED1-B715AD8D734D}"/>
          </ac:spMkLst>
        </pc:spChg>
        <pc:spChg chg="add mod ord">
          <ac:chgData name="Danielle Andries" userId="93d179e4-3c18-40f7-920e-ae80b202540d" providerId="ADAL" clId="{57456E17-2DF6-4478-9173-5850B2A5959A}" dt="2023-09-11T17:47:35.144" v="166" actId="20577"/>
          <ac:spMkLst>
            <pc:docMk/>
            <pc:sldMk cId="4070898004" sldId="936"/>
            <ac:spMk id="5" creationId="{F8C5A19C-B908-2FB4-5F19-78DF60A64DBD}"/>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lesson aims to establish the context for the security role and introduce the concepts of security controls and frameworks.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2702118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introduces the concepts of the CIA triad, access control, and use of frameworks to drive selection of controls and evaluate security maturity (gap analysis). </a:t>
            </a:r>
          </a:p>
          <a:p>
            <a:endParaRPr lang="en-US" dirty="0"/>
          </a:p>
          <a:p>
            <a:r>
              <a:rPr lang="en-US" dirty="0"/>
              <a:t>These concepts are deemed fundamental in objective 1.2. The zero trust, physical security, and deception/disruption subobjectives are covered later in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804319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that students can differentiate the goals of providing confidentiality, integrity, and availability (and non-repudiation). Note that the property of availability should not be overlooked.</a:t>
            </a:r>
          </a:p>
          <a:p>
            <a:endParaRPr lang="en-US" dirty="0"/>
          </a:p>
          <a:p>
            <a:r>
              <a:rPr lang="en-US" dirty="0"/>
              <a:t>An alternative acronym is PAIN (Privacy, Authentication, Integrity, Non-Repudiation). We will discuss security versus privacy later in the course.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96968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Use these functions to give students an overview of typical cybersecurity operations.</a:t>
            </a:r>
          </a:p>
          <a:p>
            <a:endParaRPr lang="en-US" dirty="0"/>
          </a:p>
          <a:p>
            <a:r>
              <a:rPr lang="en-US" dirty="0"/>
              <a:t>Make sure students are familiar with the work of NIST. Note also that links in the course will often include sites and white papers with considerable amounts of additional detail. This detail is not necessary to learn for the exam.</a:t>
            </a:r>
          </a:p>
          <a:p>
            <a:endParaRPr lang="en-US" dirty="0"/>
          </a:p>
          <a:p>
            <a:r>
              <a:rPr lang="en-US" dirty="0"/>
              <a:t>Start to develop the idea that cybersecurity is adversarial in nature, with threat actors continually seeking new advantages over defensive systems.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936437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Businesses might be framework oriented, or they might need to use a framework because of a legal or regulatory requirement.</a:t>
            </a:r>
          </a:p>
          <a:p>
            <a:endParaRPr lang="en-US" dirty="0"/>
          </a:p>
          <a:p>
            <a:r>
              <a:rPr lang="en-US" dirty="0"/>
              <a:t>This section is only intended to provide an overview of the basic concepts. Risk management is covered in detail in the last part of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517390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Stress the distinction between identification (performing identity proofing and creating a user account) and authentication (the process that proves that a user account is being accessed by the user for whom it was created).</a:t>
            </a:r>
          </a:p>
          <a:p>
            <a:endParaRPr lang="en-US" dirty="0"/>
          </a:p>
          <a:p>
            <a:r>
              <a:rPr lang="en-US" dirty="0"/>
              <a:t>The term "IAM" reflects the importance of the identification component, which is omitted in the earlier AAA framework.</a:t>
            </a:r>
          </a:p>
          <a:p>
            <a:endParaRPr lang="en-US" dirty="0"/>
          </a:p>
          <a:p>
            <a:r>
              <a:rPr lang="en-US" dirty="0"/>
              <a:t>Note that this topic provides an overview of general concepts. Details of authentication systems and authorization models are presented later in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555369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can either complete the review questions in class with the students or simply make them aware of them as resources to use as they review the course material before the exam. Students can also review additional practice questions from the Practice tab for the course on the CompTIA Learning Center (https://learn.comptia.org/login). Note that the exam itself features multiple-choice questions. A multiple-choice practice test featuring questions and domain weightings similar to the actual exam is also available on the CompTIA Learning Center.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136103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is an important subject—students need to be able to distinguish between types of security controls.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33585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a control category describes how it is implemented. For example, a document access policy is managerial, checking that permissions are applied according to the policy is operational, and the file system permissions are technical in nature. As with all classification systems, there is some degree of overlap, but the classification process is designed to help assess capabilities compared to frameworks and best practice guides.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51680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Where the category describes the implementation type, a functional type describes the control's purpose.</a:t>
            </a:r>
          </a:p>
          <a:p>
            <a:endParaRPr lang="en-US" dirty="0"/>
          </a:p>
          <a:p>
            <a:r>
              <a:rPr lang="en-US" dirty="0"/>
              <a:t>Get the students to nominate examples of different types of controls:</a:t>
            </a:r>
          </a:p>
          <a:p>
            <a:endParaRPr lang="en-US" dirty="0"/>
          </a:p>
          <a:p>
            <a:r>
              <a:rPr lang="en-US" dirty="0"/>
              <a:t>Preventive—permissions policy, encryption, firewall, barriers, locks</a:t>
            </a:r>
          </a:p>
          <a:p>
            <a:r>
              <a:rPr lang="en-US" dirty="0"/>
              <a:t>Detective—alarms, monitoring, file verification</a:t>
            </a:r>
          </a:p>
          <a:p>
            <a:r>
              <a:rPr lang="en-US" dirty="0"/>
              <a:t>Corrective—incident response policies, data backup, patch management</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998554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828826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Students should learn this terminology, drawn from the acronym list. Note the advice in the syllabus document: "Candidates are encouraged to review the complete list and attain a working knowledge of all listed acronyms as part of a comprehensive exam preparation program.“</a:t>
            </a:r>
          </a:p>
          <a:p>
            <a:endParaRPr lang="en-US" dirty="0"/>
          </a:p>
          <a:p>
            <a:r>
              <a:rPr lang="en-US" dirty="0"/>
              <a:t>Discuss how responsibility for security might need to be clarified when there is a specialist security function combined with the responsibilities of different department managers.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958865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If appropriate, ask students what security-relevant duties they have in their current employment.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074881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If appropriate, discuss how the security function is represented in the students' workplaces. Do any students currently work in a SOC or participate in DevSecOps projects?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231931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dirty="0"/>
          </a:p>
          <a:p>
            <a:r>
              <a:rPr lang="en-US"/>
              <a:t>Optionally, discuss with students how the concepts from this lesson could be used within their own workplaces, or how these principles are already being put into practice.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2555403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83FA8-5C7E-C4B4-867C-CCD6EC9CE14D}"/>
              </a:ext>
            </a:extLst>
          </p:cNvPr>
          <p:cNvSpPr>
            <a:spLocks noGrp="1"/>
          </p:cNvSpPr>
          <p:nvPr>
            <p:ph type="ctrTitle"/>
          </p:nvPr>
        </p:nvSpPr>
        <p:spPr/>
        <p:txBody>
          <a:bodyPr/>
          <a:lstStyle/>
          <a:p>
            <a:r>
              <a:rPr lang="en-US" noProof="0" dirty="0"/>
              <a:t>Summarizing Fundamental Security Concepts</a:t>
            </a:r>
          </a:p>
        </p:txBody>
      </p:sp>
      <p:sp>
        <p:nvSpPr>
          <p:cNvPr id="3" name="Subtitle 2">
            <a:extLst>
              <a:ext uri="{FF2B5EF4-FFF2-40B4-BE49-F238E27FC236}">
                <a16:creationId xmlns:a16="http://schemas.microsoft.com/office/drawing/2014/main" id="{8889EB31-F913-33CA-CF47-D0D82216C42D}"/>
              </a:ext>
            </a:extLst>
          </p:cNvPr>
          <p:cNvSpPr>
            <a:spLocks noGrp="1"/>
          </p:cNvSpPr>
          <p:nvPr>
            <p:ph type="subTitle" idx="1"/>
          </p:nvPr>
        </p:nvSpPr>
        <p:spPr/>
        <p:txBody>
          <a:bodyPr/>
          <a:lstStyle/>
          <a:p>
            <a:r>
              <a:rPr lang="en-US" noProof="0" dirty="0"/>
              <a:t>Lesson 1</a:t>
            </a:r>
          </a:p>
        </p:txBody>
      </p:sp>
      <p:sp>
        <p:nvSpPr>
          <p:cNvPr id="4" name="Text Placeholder 3">
            <a:extLst>
              <a:ext uri="{FF2B5EF4-FFF2-40B4-BE49-F238E27FC236}">
                <a16:creationId xmlns:a16="http://schemas.microsoft.com/office/drawing/2014/main" id="{E0F030F2-8875-7CDB-73CC-F287BC5173E9}"/>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B4F22797-5005-7E00-4BCE-767FC4E93FEF}"/>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760655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CBFA-612E-C0E0-4B33-8DF056AB7C30}"/>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985EDD84-2D1E-25BE-89A8-2A439AAC7F03}"/>
              </a:ext>
            </a:extLst>
          </p:cNvPr>
          <p:cNvSpPr>
            <a:spLocks noGrp="1"/>
          </p:cNvSpPr>
          <p:nvPr>
            <p:ph idx="1"/>
          </p:nvPr>
        </p:nvSpPr>
        <p:spPr/>
        <p:txBody>
          <a:bodyPr/>
          <a:lstStyle/>
          <a:p>
            <a:r>
              <a:rPr lang="en-US" dirty="0"/>
              <a:t>Summarize information </a:t>
            </a:r>
            <a:r>
              <a:rPr lang="en-US"/>
              <a:t>security concepts</a:t>
            </a:r>
            <a:endParaRPr lang="en-US" dirty="0"/>
          </a:p>
          <a:p>
            <a:r>
              <a:rPr lang="en-US" dirty="0"/>
              <a:t>Compare and contrast security control types</a:t>
            </a:r>
          </a:p>
          <a:p>
            <a:r>
              <a:rPr lang="en-US" dirty="0"/>
              <a:t>Describe security roles and responsibilities</a:t>
            </a:r>
          </a:p>
        </p:txBody>
      </p:sp>
      <p:sp>
        <p:nvSpPr>
          <p:cNvPr id="4" name="Slide Number Placeholder 3">
            <a:extLst>
              <a:ext uri="{FF2B5EF4-FFF2-40B4-BE49-F238E27FC236}">
                <a16:creationId xmlns:a16="http://schemas.microsoft.com/office/drawing/2014/main" id="{7D47BD2C-188D-DA13-383A-356569423AD1}"/>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3581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Security Concepts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2338602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EEB3-EA7C-9C29-39F6-BA3337398CE0}"/>
              </a:ext>
            </a:extLst>
          </p:cNvPr>
          <p:cNvSpPr>
            <a:spLocks noGrp="1"/>
          </p:cNvSpPr>
          <p:nvPr>
            <p:ph type="title"/>
          </p:nvPr>
        </p:nvSpPr>
        <p:spPr/>
        <p:txBody>
          <a:bodyPr/>
          <a:lstStyle/>
          <a:p>
            <a:r>
              <a:rPr lang="en-US" noProof="0" dirty="0"/>
              <a:t>Information Security</a:t>
            </a:r>
          </a:p>
        </p:txBody>
      </p:sp>
      <p:sp>
        <p:nvSpPr>
          <p:cNvPr id="3" name="Content Placeholder 2">
            <a:extLst>
              <a:ext uri="{FF2B5EF4-FFF2-40B4-BE49-F238E27FC236}">
                <a16:creationId xmlns:a16="http://schemas.microsoft.com/office/drawing/2014/main" id="{94F8895E-C698-E1BD-A058-FC8D391FBAD6}"/>
              </a:ext>
            </a:extLst>
          </p:cNvPr>
          <p:cNvSpPr>
            <a:spLocks noGrp="1"/>
          </p:cNvSpPr>
          <p:nvPr>
            <p:ph idx="1"/>
          </p:nvPr>
        </p:nvSpPr>
        <p:spPr/>
        <p:txBody>
          <a:bodyPr>
            <a:normAutofit fontScale="92500" lnSpcReduction="10000"/>
          </a:bodyPr>
          <a:lstStyle/>
          <a:p>
            <a:r>
              <a:rPr lang="en-US" noProof="0" dirty="0"/>
              <a:t>Confidentiality​</a:t>
            </a:r>
          </a:p>
          <a:p>
            <a:pPr lvl="1"/>
            <a:r>
              <a:rPr lang="en-US" noProof="0" dirty="0"/>
              <a:t>Information should only be read by authorized persons</a:t>
            </a:r>
          </a:p>
          <a:p>
            <a:r>
              <a:rPr lang="en-US" noProof="0" dirty="0"/>
              <a:t>Integrity​</a:t>
            </a:r>
          </a:p>
          <a:p>
            <a:pPr lvl="1"/>
            <a:r>
              <a:rPr lang="en-US" noProof="0" dirty="0"/>
              <a:t>Data is stored and transferred as intended and any modification is authorized​</a:t>
            </a:r>
          </a:p>
          <a:p>
            <a:r>
              <a:rPr lang="en-US" noProof="0" dirty="0"/>
              <a:t>Availability​</a:t>
            </a:r>
          </a:p>
          <a:p>
            <a:pPr lvl="1"/>
            <a:r>
              <a:rPr lang="en-US" noProof="0" dirty="0"/>
              <a:t>Information is accessible to those authorized to view or modify it​</a:t>
            </a:r>
          </a:p>
          <a:p>
            <a:r>
              <a:rPr lang="en-US" noProof="0" dirty="0"/>
              <a:t>Non-repudiation​</a:t>
            </a:r>
          </a:p>
          <a:p>
            <a:pPr lvl="1"/>
            <a:r>
              <a:rPr lang="en-US" noProof="0" dirty="0"/>
              <a:t>Persons cannot deny creating or modifying data​</a:t>
            </a:r>
          </a:p>
          <a:p>
            <a:endParaRPr lang="en-US" noProof="0" dirty="0"/>
          </a:p>
        </p:txBody>
      </p:sp>
      <p:sp>
        <p:nvSpPr>
          <p:cNvPr id="4" name="Slide Number Placeholder 3">
            <a:extLst>
              <a:ext uri="{FF2B5EF4-FFF2-40B4-BE49-F238E27FC236}">
                <a16:creationId xmlns:a16="http://schemas.microsoft.com/office/drawing/2014/main" id="{B5056486-99EC-E195-FC86-35202E415F52}"/>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36332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54E28-BBBB-2E2F-2A62-1DB73399535A}"/>
              </a:ext>
            </a:extLst>
          </p:cNvPr>
          <p:cNvSpPr>
            <a:spLocks noGrp="1"/>
          </p:cNvSpPr>
          <p:nvPr>
            <p:ph type="title"/>
          </p:nvPr>
        </p:nvSpPr>
        <p:spPr/>
        <p:txBody>
          <a:bodyPr/>
          <a:lstStyle/>
          <a:p>
            <a:r>
              <a:rPr lang="en-US" noProof="0" dirty="0"/>
              <a:t>Cybersecurity Framework</a:t>
            </a:r>
          </a:p>
        </p:txBody>
      </p:sp>
      <p:pic>
        <p:nvPicPr>
          <p:cNvPr id="1026" name="Picture 2">
            <a:extLst>
              <a:ext uri="{FF2B5EF4-FFF2-40B4-BE49-F238E27FC236}">
                <a16:creationId xmlns:a16="http://schemas.microsoft.com/office/drawing/2014/main" id="{1B9C4923-04B2-ED53-45C7-87D9BD7A9C2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26980" y="746125"/>
            <a:ext cx="6909089" cy="4046538"/>
          </a:xfrm>
        </p:spPr>
      </p:pic>
      <p:sp>
        <p:nvSpPr>
          <p:cNvPr id="4" name="Slide Number Placeholder 3">
            <a:extLst>
              <a:ext uri="{FF2B5EF4-FFF2-40B4-BE49-F238E27FC236}">
                <a16:creationId xmlns:a16="http://schemas.microsoft.com/office/drawing/2014/main" id="{95DF8F09-2FE8-D93B-FE4A-78FE3E3893A9}"/>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461687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1382-8D6F-CC35-205B-2258F49CB62B}"/>
              </a:ext>
            </a:extLst>
          </p:cNvPr>
          <p:cNvSpPr>
            <a:spLocks noGrp="1"/>
          </p:cNvSpPr>
          <p:nvPr>
            <p:ph type="title"/>
          </p:nvPr>
        </p:nvSpPr>
        <p:spPr/>
        <p:txBody>
          <a:bodyPr/>
          <a:lstStyle/>
          <a:p>
            <a:r>
              <a:rPr lang="en-US" noProof="0" dirty="0"/>
              <a:t>Gap Analysis</a:t>
            </a:r>
          </a:p>
        </p:txBody>
      </p:sp>
      <p:sp>
        <p:nvSpPr>
          <p:cNvPr id="4" name="Slide Number Placeholder 3">
            <a:extLst>
              <a:ext uri="{FF2B5EF4-FFF2-40B4-BE49-F238E27FC236}">
                <a16:creationId xmlns:a16="http://schemas.microsoft.com/office/drawing/2014/main" id="{4EE72A2A-599B-1957-2FAE-951A88057987}"/>
              </a:ext>
            </a:extLst>
          </p:cNvPr>
          <p:cNvSpPr>
            <a:spLocks noGrp="1"/>
          </p:cNvSpPr>
          <p:nvPr>
            <p:ph type="sldNum" sz="quarter" idx="10"/>
          </p:nvPr>
        </p:nvSpPr>
        <p:spPr/>
        <p:txBody>
          <a:bodyPr/>
          <a:lstStyle/>
          <a:p>
            <a:fld id="{B7CF8A19-3A9E-4ABC-B336-2FDDE321C72D}" type="slidenum">
              <a:rPr lang="en-US" smtClean="0"/>
              <a:pPr/>
              <a:t>6</a:t>
            </a:fld>
            <a:endParaRPr lang="en-US"/>
          </a:p>
        </p:txBody>
      </p:sp>
      <p:pic>
        <p:nvPicPr>
          <p:cNvPr id="1026" name="Picture 2" descr="A table divided into 4 columns summarizes the gap analysis findings.">
            <a:extLst>
              <a:ext uri="{FF2B5EF4-FFF2-40B4-BE49-F238E27FC236}">
                <a16:creationId xmlns:a16="http://schemas.microsoft.com/office/drawing/2014/main" id="{18BA7C4E-299E-4784-988A-253249E6944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66979" y="710114"/>
            <a:ext cx="4829092" cy="4118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01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F32DA-E66A-EC0E-495B-DB255F6F12B6}"/>
              </a:ext>
            </a:extLst>
          </p:cNvPr>
          <p:cNvSpPr>
            <a:spLocks noGrp="1"/>
          </p:cNvSpPr>
          <p:nvPr>
            <p:ph type="title"/>
          </p:nvPr>
        </p:nvSpPr>
        <p:spPr/>
        <p:txBody>
          <a:bodyPr/>
          <a:lstStyle/>
          <a:p>
            <a:r>
              <a:rPr lang="en-US" noProof="0" dirty="0"/>
              <a:t>Access Control</a:t>
            </a:r>
          </a:p>
        </p:txBody>
      </p:sp>
      <p:pic>
        <p:nvPicPr>
          <p:cNvPr id="1026" name="Picture 2">
            <a:extLst>
              <a:ext uri="{FF2B5EF4-FFF2-40B4-BE49-F238E27FC236}">
                <a16:creationId xmlns:a16="http://schemas.microsoft.com/office/drawing/2014/main" id="{4396379A-2FBC-BAC8-6266-D4D3D0A09FC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63930" y="746125"/>
            <a:ext cx="4035189" cy="4046538"/>
          </a:xfrm>
        </p:spPr>
      </p:pic>
      <p:sp>
        <p:nvSpPr>
          <p:cNvPr id="4" name="Slide Number Placeholder 3">
            <a:extLst>
              <a:ext uri="{FF2B5EF4-FFF2-40B4-BE49-F238E27FC236}">
                <a16:creationId xmlns:a16="http://schemas.microsoft.com/office/drawing/2014/main" id="{33102EBD-4DA3-3BA0-C382-A2E7053F92A2}"/>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003357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5C24B8-9150-219E-8491-36CA69AC03D6}"/>
              </a:ext>
            </a:extLst>
          </p:cNvPr>
          <p:cNvSpPr>
            <a:spLocks noGrp="1"/>
          </p:cNvSpPr>
          <p:nvPr>
            <p:ph sz="quarter" idx="11"/>
          </p:nvPr>
        </p:nvSpPr>
        <p:spPr/>
        <p:txBody>
          <a:bodyPr/>
          <a:lstStyle/>
          <a:p>
            <a:r>
              <a:rPr lang="en-US" dirty="0"/>
              <a:t>Information security</a:t>
            </a:r>
          </a:p>
          <a:p>
            <a:pPr lvl="1"/>
            <a:r>
              <a:rPr lang="en-US" dirty="0"/>
              <a:t>CIA triad</a:t>
            </a:r>
          </a:p>
          <a:p>
            <a:r>
              <a:rPr lang="en-US" dirty="0"/>
              <a:t>Cybersecurity framework</a:t>
            </a:r>
          </a:p>
          <a:p>
            <a:r>
              <a:rPr lang="en-US" dirty="0"/>
              <a:t>Gap analysis</a:t>
            </a:r>
          </a:p>
          <a:p>
            <a:r>
              <a:rPr lang="en-US" dirty="0"/>
              <a:t>Access control</a:t>
            </a:r>
          </a:p>
          <a:p>
            <a:pPr lvl="1"/>
            <a:r>
              <a:rPr lang="en-US" dirty="0"/>
              <a:t>IAM and AAA</a:t>
            </a:r>
          </a:p>
        </p:txBody>
      </p:sp>
      <p:sp>
        <p:nvSpPr>
          <p:cNvPr id="3" name="Title 2">
            <a:extLst>
              <a:ext uri="{FF2B5EF4-FFF2-40B4-BE49-F238E27FC236}">
                <a16:creationId xmlns:a16="http://schemas.microsoft.com/office/drawing/2014/main" id="{3D1AA09A-A3E5-3CB7-1316-84BA957DD5B9}"/>
              </a:ext>
            </a:extLst>
          </p:cNvPr>
          <p:cNvSpPr>
            <a:spLocks noGrp="1"/>
          </p:cNvSpPr>
          <p:nvPr>
            <p:ph type="title"/>
          </p:nvPr>
        </p:nvSpPr>
        <p:spPr/>
        <p:txBody>
          <a:bodyPr/>
          <a:lstStyle/>
          <a:p>
            <a:r>
              <a:rPr lang="en-GB" dirty="0"/>
              <a:t>Security Concepts</a:t>
            </a:r>
            <a:endParaRPr lang="en-US" dirty="0"/>
          </a:p>
        </p:txBody>
      </p:sp>
      <p:sp>
        <p:nvSpPr>
          <p:cNvPr id="4" name="Slide Number Placeholder 3">
            <a:extLst>
              <a:ext uri="{FF2B5EF4-FFF2-40B4-BE49-F238E27FC236}">
                <a16:creationId xmlns:a16="http://schemas.microsoft.com/office/drawing/2014/main" id="{16EAA832-BCB3-58F1-557D-D7ED9155B299}"/>
              </a:ext>
            </a:extLst>
          </p:cNvPr>
          <p:cNvSpPr>
            <a:spLocks noGrp="1"/>
          </p:cNvSpPr>
          <p:nvPr>
            <p:ph type="sldNum" sz="quarter" idx="12"/>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82960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CC2DF2-E7E1-1ED0-C4FF-81E72660683F}"/>
              </a:ext>
            </a:extLst>
          </p:cNvPr>
          <p:cNvSpPr>
            <a:spLocks noGrp="1"/>
          </p:cNvSpPr>
          <p:nvPr>
            <p:ph type="sldNum" sz="quarter" idx="13"/>
          </p:nvPr>
        </p:nvSpPr>
        <p:spPr/>
        <p:txBody>
          <a:bodyPr/>
          <a:lstStyle/>
          <a:p>
            <a:fld id="{B7CF8A19-3A9E-4ABC-B336-2FDDE321C72D}" type="slidenum">
              <a:rPr lang="en-US" smtClean="0"/>
              <a:pPr/>
              <a:t>9</a:t>
            </a:fld>
            <a:endParaRPr lang="en-US"/>
          </a:p>
        </p:txBody>
      </p:sp>
      <p:sp>
        <p:nvSpPr>
          <p:cNvPr id="5" name="Content Placeholder 4">
            <a:extLst>
              <a:ext uri="{FF2B5EF4-FFF2-40B4-BE49-F238E27FC236}">
                <a16:creationId xmlns:a16="http://schemas.microsoft.com/office/drawing/2014/main" id="{CF45C180-8CA9-C6ED-692F-EEBE16A203F1}"/>
              </a:ext>
            </a:extLst>
          </p:cNvPr>
          <p:cNvSpPr>
            <a:spLocks noGrp="1"/>
          </p:cNvSpPr>
          <p:nvPr>
            <p:ph sz="quarter" idx="14"/>
          </p:nvPr>
        </p:nvSpPr>
        <p:spPr/>
        <p:txBody>
          <a:bodyPr/>
          <a:lstStyle/>
          <a:p>
            <a:r>
              <a:rPr lang="en-US" dirty="0"/>
              <a:t>Assisted Lab: Exploring the Lab Environment</a:t>
            </a:r>
          </a:p>
          <a:p>
            <a:r>
              <a:rPr lang="en-US" dirty="0"/>
              <a:t>Assisted Lab: Perform System Configuration Gap Analysis</a:t>
            </a:r>
          </a:p>
        </p:txBody>
      </p:sp>
    </p:spTree>
    <p:extLst>
      <p:ext uri="{BB962C8B-B14F-4D97-AF65-F5344CB8AC3E}">
        <p14:creationId xmlns:p14="http://schemas.microsoft.com/office/powerpoint/2010/main" val="329851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Security Controls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550182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7C044-837A-9175-C863-3F99182B081C}"/>
              </a:ext>
            </a:extLst>
          </p:cNvPr>
          <p:cNvSpPr>
            <a:spLocks noGrp="1"/>
          </p:cNvSpPr>
          <p:nvPr>
            <p:ph type="title"/>
          </p:nvPr>
        </p:nvSpPr>
        <p:spPr/>
        <p:txBody>
          <a:bodyPr/>
          <a:lstStyle/>
          <a:p>
            <a:r>
              <a:rPr lang="en-US" noProof="0" dirty="0"/>
              <a:t>Security Control Categories​</a:t>
            </a:r>
          </a:p>
        </p:txBody>
      </p:sp>
      <p:sp>
        <p:nvSpPr>
          <p:cNvPr id="3" name="Content Placeholder 2">
            <a:extLst>
              <a:ext uri="{FF2B5EF4-FFF2-40B4-BE49-F238E27FC236}">
                <a16:creationId xmlns:a16="http://schemas.microsoft.com/office/drawing/2014/main" id="{0C2FF5BA-1953-A228-7116-DD11EBC54258}"/>
              </a:ext>
            </a:extLst>
          </p:cNvPr>
          <p:cNvSpPr>
            <a:spLocks noGrp="1"/>
          </p:cNvSpPr>
          <p:nvPr>
            <p:ph idx="1"/>
          </p:nvPr>
        </p:nvSpPr>
        <p:spPr>
          <a:xfrm>
            <a:off x="146049" y="746759"/>
            <a:ext cx="5074033" cy="4337605"/>
          </a:xfrm>
        </p:spPr>
        <p:txBody>
          <a:bodyPr>
            <a:normAutofit fontScale="92500" lnSpcReduction="20000"/>
          </a:bodyPr>
          <a:lstStyle/>
          <a:p>
            <a:r>
              <a:rPr lang="en-US" noProof="0" dirty="0"/>
              <a:t>Managerial​</a:t>
            </a:r>
          </a:p>
          <a:p>
            <a:pPr lvl="1"/>
            <a:r>
              <a:rPr lang="en-US" noProof="0" dirty="0"/>
              <a:t>Give oversight of system​</a:t>
            </a:r>
          </a:p>
          <a:p>
            <a:r>
              <a:rPr lang="en-US" noProof="0" dirty="0"/>
              <a:t>Operational​</a:t>
            </a:r>
          </a:p>
          <a:p>
            <a:pPr lvl="1"/>
            <a:r>
              <a:rPr lang="en-US" noProof="0" dirty="0"/>
              <a:t>Relies on a person for implementation​</a:t>
            </a:r>
          </a:p>
          <a:p>
            <a:r>
              <a:rPr lang="en-US" noProof="0" dirty="0"/>
              <a:t>Technical​</a:t>
            </a:r>
          </a:p>
          <a:p>
            <a:pPr lvl="1"/>
            <a:r>
              <a:rPr lang="en-US" noProof="0" dirty="0"/>
              <a:t>Implemented in operating systems, software, and security appliances​</a:t>
            </a:r>
          </a:p>
          <a:p>
            <a:r>
              <a:rPr lang="en-US" noProof="0" dirty="0"/>
              <a:t>Physical</a:t>
            </a:r>
          </a:p>
          <a:p>
            <a:pPr lvl="1"/>
            <a:r>
              <a:rPr lang="en-US" noProof="0" dirty="0"/>
              <a:t>Devices that mediate access to premises and hardware</a:t>
            </a:r>
          </a:p>
          <a:p>
            <a:endParaRPr lang="en-US" noProof="0" dirty="0"/>
          </a:p>
        </p:txBody>
      </p:sp>
      <p:sp>
        <p:nvSpPr>
          <p:cNvPr id="5" name="Slide Number Placeholder 4">
            <a:extLst>
              <a:ext uri="{FF2B5EF4-FFF2-40B4-BE49-F238E27FC236}">
                <a16:creationId xmlns:a16="http://schemas.microsoft.com/office/drawing/2014/main" id="{C5A09E4A-3514-9427-75BE-31146338C4E6}"/>
              </a:ext>
            </a:extLst>
          </p:cNvPr>
          <p:cNvSpPr>
            <a:spLocks noGrp="1"/>
          </p:cNvSpPr>
          <p:nvPr>
            <p:ph type="sldNum" sz="quarter" idx="13"/>
          </p:nvPr>
        </p:nvSpPr>
        <p:spPr/>
        <p:txBody>
          <a:bodyPr/>
          <a:lstStyle/>
          <a:p>
            <a:fld id="{B7CF8A19-3A9E-4ABC-B336-2FDDE321C72D}" type="slidenum">
              <a:rPr lang="en-US" smtClean="0"/>
              <a:pPr/>
              <a:t>11</a:t>
            </a:fld>
            <a:endParaRPr lang="en-US"/>
          </a:p>
        </p:txBody>
      </p:sp>
      <p:pic>
        <p:nvPicPr>
          <p:cNvPr id="2050" name="Picture 2" descr="A triangle divided into 4 sections lists the 4 categories of security controls, managerial, operational, physical, and technical.">
            <a:extLst>
              <a:ext uri="{FF2B5EF4-FFF2-40B4-BE49-F238E27FC236}">
                <a16:creationId xmlns:a16="http://schemas.microsoft.com/office/drawing/2014/main" id="{FBA43E7F-1BE8-EFEF-EF00-6DDDCC0DC4F5}"/>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821080" y="1383882"/>
            <a:ext cx="4316726" cy="2771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696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F9F02-607E-0219-86B8-3178C5BE1F3C}"/>
              </a:ext>
            </a:extLst>
          </p:cNvPr>
          <p:cNvSpPr>
            <a:spLocks noGrp="1"/>
          </p:cNvSpPr>
          <p:nvPr>
            <p:ph type="title"/>
          </p:nvPr>
        </p:nvSpPr>
        <p:spPr/>
        <p:txBody>
          <a:bodyPr/>
          <a:lstStyle/>
          <a:p>
            <a:r>
              <a:rPr lang="en-US" noProof="0" dirty="0"/>
              <a:t>Security Control Functional Types (1)​</a:t>
            </a:r>
          </a:p>
        </p:txBody>
      </p:sp>
      <p:sp>
        <p:nvSpPr>
          <p:cNvPr id="4" name="Content Placeholder 3">
            <a:extLst>
              <a:ext uri="{FF2B5EF4-FFF2-40B4-BE49-F238E27FC236}">
                <a16:creationId xmlns:a16="http://schemas.microsoft.com/office/drawing/2014/main" id="{47FE6087-8EDF-3865-CEB4-C33B9F3A32CB}"/>
              </a:ext>
            </a:extLst>
          </p:cNvPr>
          <p:cNvSpPr>
            <a:spLocks noGrp="1"/>
          </p:cNvSpPr>
          <p:nvPr>
            <p:ph idx="12"/>
          </p:nvPr>
        </p:nvSpPr>
        <p:spPr>
          <a:xfrm>
            <a:off x="4636383" y="746759"/>
            <a:ext cx="4380617" cy="4337605"/>
          </a:xfrm>
        </p:spPr>
        <p:txBody>
          <a:bodyPr>
            <a:normAutofit fontScale="77500" lnSpcReduction="20000"/>
          </a:bodyPr>
          <a:lstStyle/>
          <a:p>
            <a:r>
              <a:rPr lang="en-US" noProof="0" dirty="0"/>
              <a:t>Preventive​</a:t>
            </a:r>
          </a:p>
          <a:p>
            <a:pPr lvl="1"/>
            <a:r>
              <a:rPr lang="en-US" noProof="0" dirty="0"/>
              <a:t>Physically or logically restricts unauthorized access​</a:t>
            </a:r>
          </a:p>
          <a:p>
            <a:pPr lvl="1"/>
            <a:r>
              <a:rPr lang="en-US" noProof="0" dirty="0"/>
              <a:t>Operates before an attack​</a:t>
            </a:r>
          </a:p>
          <a:p>
            <a:r>
              <a:rPr lang="en-US" noProof="0" dirty="0"/>
              <a:t>Detective​</a:t>
            </a:r>
          </a:p>
          <a:p>
            <a:pPr lvl="1"/>
            <a:r>
              <a:rPr lang="en-US" noProof="0" dirty="0"/>
              <a:t>Identifies attempted or successful intrusion​s</a:t>
            </a:r>
          </a:p>
          <a:p>
            <a:pPr lvl="1"/>
            <a:r>
              <a:rPr lang="en-US" noProof="0" dirty="0"/>
              <a:t>Operates during an attack​</a:t>
            </a:r>
          </a:p>
          <a:p>
            <a:r>
              <a:rPr lang="en-US" noProof="0" dirty="0"/>
              <a:t>Corrective​</a:t>
            </a:r>
          </a:p>
          <a:p>
            <a:pPr lvl="1"/>
            <a:r>
              <a:rPr lang="en-US" noProof="0" dirty="0"/>
              <a:t>Responds to and fixes an incident and may prevent its reoccurrence​</a:t>
            </a:r>
          </a:p>
          <a:p>
            <a:pPr lvl="1"/>
            <a:r>
              <a:rPr lang="en-US" noProof="0" dirty="0"/>
              <a:t>Operates after an attack​​</a:t>
            </a:r>
          </a:p>
          <a:p>
            <a:endParaRPr lang="en-US" noProof="0" dirty="0"/>
          </a:p>
        </p:txBody>
      </p:sp>
      <p:sp>
        <p:nvSpPr>
          <p:cNvPr id="5" name="Slide Number Placeholder 4">
            <a:extLst>
              <a:ext uri="{FF2B5EF4-FFF2-40B4-BE49-F238E27FC236}">
                <a16:creationId xmlns:a16="http://schemas.microsoft.com/office/drawing/2014/main" id="{C63B2AED-1971-F854-B1C9-F06A789A3C61}"/>
              </a:ext>
            </a:extLst>
          </p:cNvPr>
          <p:cNvSpPr>
            <a:spLocks noGrp="1"/>
          </p:cNvSpPr>
          <p:nvPr>
            <p:ph type="sldNum" sz="quarter" idx="13"/>
          </p:nvPr>
        </p:nvSpPr>
        <p:spPr/>
        <p:txBody>
          <a:bodyPr/>
          <a:lstStyle/>
          <a:p>
            <a:fld id="{B7CF8A19-3A9E-4ABC-B336-2FDDE321C72D}" type="slidenum">
              <a:rPr lang="en-US" smtClean="0"/>
              <a:pPr/>
              <a:t>12</a:t>
            </a:fld>
            <a:endParaRPr lang="en-US"/>
          </a:p>
        </p:txBody>
      </p:sp>
      <p:sp>
        <p:nvSpPr>
          <p:cNvPr id="6" name="TextBox 1">
            <a:extLst>
              <a:ext uri="{FF2B5EF4-FFF2-40B4-BE49-F238E27FC236}">
                <a16:creationId xmlns:a16="http://schemas.microsoft.com/office/drawing/2014/main" id="{EFC92E2F-CD0D-17A2-A11B-8D3BC90E6E53}"/>
              </a:ext>
            </a:extLst>
          </p:cNvPr>
          <p:cNvSpPr txBox="1"/>
          <p:nvPr/>
        </p:nvSpPr>
        <p:spPr>
          <a:xfrm>
            <a:off x="146050" y="3986375"/>
            <a:ext cx="1285929"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Images © 123rf.com.</a:t>
            </a:r>
          </a:p>
        </p:txBody>
      </p:sp>
      <p:pic>
        <p:nvPicPr>
          <p:cNvPr id="3074" name="Picture 2" descr="A block diagram shows 3 functional types of security controls and 3 other control functional types.">
            <a:extLst>
              <a:ext uri="{FF2B5EF4-FFF2-40B4-BE49-F238E27FC236}">
                <a16:creationId xmlns:a16="http://schemas.microsoft.com/office/drawing/2014/main" id="{2F686D46-F298-5D08-64CF-3F62DBFCC58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27000" y="1581223"/>
            <a:ext cx="4275824" cy="2405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57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F1DD-BCDC-ADDA-CB4B-95E4C2043716}"/>
              </a:ext>
            </a:extLst>
          </p:cNvPr>
          <p:cNvSpPr>
            <a:spLocks noGrp="1"/>
          </p:cNvSpPr>
          <p:nvPr>
            <p:ph type="title"/>
          </p:nvPr>
        </p:nvSpPr>
        <p:spPr/>
        <p:txBody>
          <a:bodyPr/>
          <a:lstStyle/>
          <a:p>
            <a:r>
              <a:rPr lang="en-US" noProof="0" dirty="0"/>
              <a:t>Security Control Functional Types (2)​</a:t>
            </a:r>
          </a:p>
        </p:txBody>
      </p:sp>
      <p:sp>
        <p:nvSpPr>
          <p:cNvPr id="3" name="Content Placeholder 2">
            <a:extLst>
              <a:ext uri="{FF2B5EF4-FFF2-40B4-BE49-F238E27FC236}">
                <a16:creationId xmlns:a16="http://schemas.microsoft.com/office/drawing/2014/main" id="{0737AF5F-6BF2-D188-2CA5-1BDAC3BBB353}"/>
              </a:ext>
            </a:extLst>
          </p:cNvPr>
          <p:cNvSpPr>
            <a:spLocks noGrp="1"/>
          </p:cNvSpPr>
          <p:nvPr>
            <p:ph idx="1"/>
          </p:nvPr>
        </p:nvSpPr>
        <p:spPr/>
        <p:txBody>
          <a:bodyPr/>
          <a:lstStyle/>
          <a:p>
            <a:r>
              <a:rPr lang="en-US" noProof="0" dirty="0"/>
              <a:t>Directive​</a:t>
            </a:r>
          </a:p>
          <a:p>
            <a:pPr lvl="1"/>
            <a:r>
              <a:rPr lang="en-US" noProof="0" dirty="0"/>
              <a:t>Enforces a rule of behavior</a:t>
            </a:r>
          </a:p>
          <a:p>
            <a:r>
              <a:rPr lang="en-US" noProof="0" dirty="0"/>
              <a:t>Deterrent​</a:t>
            </a:r>
          </a:p>
          <a:p>
            <a:pPr lvl="1"/>
            <a:r>
              <a:rPr lang="en-US" noProof="0" dirty="0"/>
              <a:t>Psychologically discourages intrusion​s</a:t>
            </a:r>
          </a:p>
          <a:p>
            <a:r>
              <a:rPr lang="en-US" noProof="0" dirty="0"/>
              <a:t>Compensating​</a:t>
            </a:r>
          </a:p>
          <a:p>
            <a:pPr lvl="1"/>
            <a:r>
              <a:rPr lang="en-US" noProof="0" dirty="0"/>
              <a:t>Substitutes for a principal control​</a:t>
            </a:r>
          </a:p>
          <a:p>
            <a:pPr lvl="1"/>
            <a:r>
              <a:rPr lang="en-US" noProof="0" dirty="0"/>
              <a:t>Associated with framework compliance measures</a:t>
            </a:r>
          </a:p>
          <a:p>
            <a:endParaRPr lang="en-US" noProof="0" dirty="0"/>
          </a:p>
        </p:txBody>
      </p:sp>
      <p:sp>
        <p:nvSpPr>
          <p:cNvPr id="4" name="Slide Number Placeholder 3">
            <a:extLst>
              <a:ext uri="{FF2B5EF4-FFF2-40B4-BE49-F238E27FC236}">
                <a16:creationId xmlns:a16="http://schemas.microsoft.com/office/drawing/2014/main" id="{E0896636-F2CF-BD59-E415-3A454D12E983}"/>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850288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3F0B90-88A4-3262-8A53-2882CC320477}"/>
              </a:ext>
            </a:extLst>
          </p:cNvPr>
          <p:cNvSpPr>
            <a:spLocks noGrp="1"/>
          </p:cNvSpPr>
          <p:nvPr>
            <p:ph type="title"/>
          </p:nvPr>
        </p:nvSpPr>
        <p:spPr/>
        <p:txBody>
          <a:bodyPr/>
          <a:lstStyle/>
          <a:p>
            <a:r>
              <a:rPr lang="en-US" noProof="0" dirty="0"/>
              <a:t>Information Security Roles and Responsibilities​</a:t>
            </a:r>
          </a:p>
        </p:txBody>
      </p:sp>
      <p:pic>
        <p:nvPicPr>
          <p:cNvPr id="2050" name="Picture 2">
            <a:extLst>
              <a:ext uri="{FF2B5EF4-FFF2-40B4-BE49-F238E27FC236}">
                <a16:creationId xmlns:a16="http://schemas.microsoft.com/office/drawing/2014/main" id="{7392C748-D879-A893-58DE-1E5BC627C20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319083"/>
            <a:ext cx="4354513" cy="2900621"/>
          </a:xfrm>
        </p:spPr>
      </p:pic>
      <p:sp>
        <p:nvSpPr>
          <p:cNvPr id="4" name="Content Placeholder 3">
            <a:extLst>
              <a:ext uri="{FF2B5EF4-FFF2-40B4-BE49-F238E27FC236}">
                <a16:creationId xmlns:a16="http://schemas.microsoft.com/office/drawing/2014/main" id="{8C3FA83E-DB89-3434-0543-8D04323F37A8}"/>
              </a:ext>
            </a:extLst>
          </p:cNvPr>
          <p:cNvSpPr>
            <a:spLocks noGrp="1"/>
          </p:cNvSpPr>
          <p:nvPr>
            <p:ph idx="12"/>
          </p:nvPr>
        </p:nvSpPr>
        <p:spPr/>
        <p:txBody>
          <a:bodyPr>
            <a:normAutofit fontScale="92500" lnSpcReduction="20000"/>
          </a:bodyPr>
          <a:lstStyle/>
          <a:p>
            <a:r>
              <a:rPr lang="en-US" noProof="0" dirty="0"/>
              <a:t>Overall responsibility​</a:t>
            </a:r>
          </a:p>
          <a:p>
            <a:pPr lvl="1"/>
            <a:r>
              <a:rPr lang="en-US" noProof="0" dirty="0"/>
              <a:t>Chief Information Officer (CIO)​</a:t>
            </a:r>
          </a:p>
          <a:p>
            <a:pPr lvl="1"/>
            <a:r>
              <a:rPr lang="en-US" noProof="0" dirty="0"/>
              <a:t>Chief Security Officer (CSO)​</a:t>
            </a:r>
          </a:p>
          <a:p>
            <a:r>
              <a:rPr lang="en-US" noProof="0" dirty="0"/>
              <a:t>Managerial​</a:t>
            </a:r>
          </a:p>
          <a:p>
            <a:r>
              <a:rPr lang="en-US" noProof="0" dirty="0"/>
              <a:t>Technical​</a:t>
            </a:r>
          </a:p>
          <a:p>
            <a:pPr lvl="1"/>
            <a:r>
              <a:rPr lang="en-US" noProof="0" dirty="0"/>
              <a:t>Information Systems Security Officer (ISSO)​</a:t>
            </a:r>
          </a:p>
          <a:p>
            <a:r>
              <a:rPr lang="en-US" noProof="0" dirty="0"/>
              <a:t>Non-technical​</a:t>
            </a:r>
          </a:p>
          <a:p>
            <a:r>
              <a:rPr lang="en-US" noProof="0" dirty="0"/>
              <a:t>Due care/liability​</a:t>
            </a:r>
          </a:p>
        </p:txBody>
      </p:sp>
      <p:sp>
        <p:nvSpPr>
          <p:cNvPr id="5" name="Slide Number Placeholder 4">
            <a:extLst>
              <a:ext uri="{FF2B5EF4-FFF2-40B4-BE49-F238E27FC236}">
                <a16:creationId xmlns:a16="http://schemas.microsoft.com/office/drawing/2014/main" id="{3BA858BE-18C1-ADE1-F4DC-C80EF3A59A37}"/>
              </a:ext>
            </a:extLst>
          </p:cNvPr>
          <p:cNvSpPr>
            <a:spLocks noGrp="1"/>
          </p:cNvSpPr>
          <p:nvPr>
            <p:ph type="sldNum" sz="quarter" idx="13"/>
          </p:nvPr>
        </p:nvSpPr>
        <p:spPr/>
        <p:txBody>
          <a:bodyPr/>
          <a:lstStyle/>
          <a:p>
            <a:fld id="{B7CF8A19-3A9E-4ABC-B336-2FDDE321C72D}" type="slidenum">
              <a:rPr lang="en-US" smtClean="0"/>
              <a:pPr/>
              <a:t>14</a:t>
            </a:fld>
            <a:endParaRPr lang="en-US"/>
          </a:p>
        </p:txBody>
      </p:sp>
      <p:sp>
        <p:nvSpPr>
          <p:cNvPr id="6" name="TextBox 1">
            <a:extLst>
              <a:ext uri="{FF2B5EF4-FFF2-40B4-BE49-F238E27FC236}">
                <a16:creationId xmlns:a16="http://schemas.microsoft.com/office/drawing/2014/main" id="{BD46A6B5-6DAC-0FA5-28B1-F693902E96E9}"/>
              </a:ext>
            </a:extLst>
          </p:cNvPr>
          <p:cNvSpPr txBox="1"/>
          <p:nvPr/>
        </p:nvSpPr>
        <p:spPr>
          <a:xfrm>
            <a:off x="10230" y="4219704"/>
            <a:ext cx="2435282"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 credit: Shannon Fagan © 123rf.com.</a:t>
            </a:r>
          </a:p>
        </p:txBody>
      </p:sp>
    </p:spTree>
    <p:extLst>
      <p:ext uri="{BB962C8B-B14F-4D97-AF65-F5344CB8AC3E}">
        <p14:creationId xmlns:p14="http://schemas.microsoft.com/office/powerpoint/2010/main" val="3641545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005C1-E2F9-1D9A-C0CE-EE45AA4A1F14}"/>
              </a:ext>
            </a:extLst>
          </p:cNvPr>
          <p:cNvSpPr>
            <a:spLocks noGrp="1"/>
          </p:cNvSpPr>
          <p:nvPr>
            <p:ph type="title"/>
          </p:nvPr>
        </p:nvSpPr>
        <p:spPr/>
        <p:txBody>
          <a:bodyPr/>
          <a:lstStyle/>
          <a:p>
            <a:r>
              <a:rPr lang="en-US" noProof="0" dirty="0"/>
              <a:t>Information Security Competencies​</a:t>
            </a:r>
          </a:p>
        </p:txBody>
      </p:sp>
      <p:sp>
        <p:nvSpPr>
          <p:cNvPr id="3" name="Content Placeholder 2">
            <a:extLst>
              <a:ext uri="{FF2B5EF4-FFF2-40B4-BE49-F238E27FC236}">
                <a16:creationId xmlns:a16="http://schemas.microsoft.com/office/drawing/2014/main" id="{FB187933-5D42-219C-8C76-3244F4C8BE69}"/>
              </a:ext>
            </a:extLst>
          </p:cNvPr>
          <p:cNvSpPr>
            <a:spLocks noGrp="1"/>
          </p:cNvSpPr>
          <p:nvPr>
            <p:ph idx="1"/>
          </p:nvPr>
        </p:nvSpPr>
        <p:spPr/>
        <p:txBody>
          <a:bodyPr>
            <a:normAutofit lnSpcReduction="10000"/>
          </a:bodyPr>
          <a:lstStyle/>
          <a:p>
            <a:r>
              <a:rPr lang="en-US" noProof="0" dirty="0"/>
              <a:t>Risk assessments and testing​</a:t>
            </a:r>
          </a:p>
          <a:p>
            <a:r>
              <a:rPr lang="en-US" noProof="0" dirty="0"/>
              <a:t>Specifying, sourcing, installing, and configuring secure devices and software​</a:t>
            </a:r>
          </a:p>
          <a:p>
            <a:r>
              <a:rPr lang="en-US" noProof="0" dirty="0"/>
              <a:t>Access control and user privileges​</a:t>
            </a:r>
          </a:p>
          <a:p>
            <a:r>
              <a:rPr lang="en-US" noProof="0" dirty="0"/>
              <a:t>Auditing logs and events​</a:t>
            </a:r>
          </a:p>
          <a:p>
            <a:r>
              <a:rPr lang="en-US" noProof="0" dirty="0"/>
              <a:t>Incident response​ and reporting</a:t>
            </a:r>
          </a:p>
          <a:p>
            <a:r>
              <a:rPr lang="en-US" noProof="0" dirty="0"/>
              <a:t>Business continuity and disaster recovery​</a:t>
            </a:r>
          </a:p>
          <a:p>
            <a:r>
              <a:rPr lang="en-US" noProof="0" dirty="0"/>
              <a:t>Security training and education programs​</a:t>
            </a:r>
          </a:p>
          <a:p>
            <a:endParaRPr lang="en-US" noProof="0" dirty="0"/>
          </a:p>
        </p:txBody>
      </p:sp>
      <p:sp>
        <p:nvSpPr>
          <p:cNvPr id="4" name="Slide Number Placeholder 3">
            <a:extLst>
              <a:ext uri="{FF2B5EF4-FFF2-40B4-BE49-F238E27FC236}">
                <a16:creationId xmlns:a16="http://schemas.microsoft.com/office/drawing/2014/main" id="{F288CFFA-CE3E-9798-CDC6-4DACA41A54AA}"/>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93653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FA052-B91A-E96E-6F7C-5722BF58B909}"/>
              </a:ext>
            </a:extLst>
          </p:cNvPr>
          <p:cNvSpPr>
            <a:spLocks noGrp="1"/>
          </p:cNvSpPr>
          <p:nvPr>
            <p:ph type="title"/>
          </p:nvPr>
        </p:nvSpPr>
        <p:spPr/>
        <p:txBody>
          <a:bodyPr/>
          <a:lstStyle/>
          <a:p>
            <a:r>
              <a:rPr lang="en-US" noProof="0" dirty="0"/>
              <a:t>Information Security Business Units​</a:t>
            </a:r>
          </a:p>
        </p:txBody>
      </p:sp>
      <p:sp>
        <p:nvSpPr>
          <p:cNvPr id="5" name="Content Placeholder 4">
            <a:extLst>
              <a:ext uri="{FF2B5EF4-FFF2-40B4-BE49-F238E27FC236}">
                <a16:creationId xmlns:a16="http://schemas.microsoft.com/office/drawing/2014/main" id="{EE616716-CB26-F078-B5B8-8AC67D9705DE}"/>
              </a:ext>
            </a:extLst>
          </p:cNvPr>
          <p:cNvSpPr>
            <a:spLocks noGrp="1"/>
          </p:cNvSpPr>
          <p:nvPr>
            <p:ph idx="1"/>
          </p:nvPr>
        </p:nvSpPr>
        <p:spPr/>
        <p:txBody>
          <a:bodyPr>
            <a:normAutofit/>
          </a:bodyPr>
          <a:lstStyle/>
          <a:p>
            <a:r>
              <a:rPr lang="en-US" noProof="0" dirty="0"/>
              <a:t>Security Operations Center (SOC)​</a:t>
            </a:r>
          </a:p>
          <a:p>
            <a:r>
              <a:rPr lang="en-US" noProof="0" dirty="0"/>
              <a:t>DevSecOps​</a:t>
            </a:r>
          </a:p>
          <a:p>
            <a:pPr lvl="1"/>
            <a:r>
              <a:rPr lang="en-US" noProof="0" dirty="0"/>
              <a:t>Development, security, and operations​</a:t>
            </a:r>
          </a:p>
          <a:p>
            <a:r>
              <a:rPr lang="en-US" noProof="0" dirty="0"/>
              <a:t>Incident response​</a:t>
            </a:r>
          </a:p>
          <a:p>
            <a:pPr lvl="1"/>
            <a:r>
              <a:rPr lang="en-US" noProof="0" dirty="0"/>
              <a:t>Cyber incident response team (CIRT)​</a:t>
            </a:r>
          </a:p>
        </p:txBody>
      </p:sp>
      <p:sp>
        <p:nvSpPr>
          <p:cNvPr id="4" name="Slide Number Placeholder 3">
            <a:extLst>
              <a:ext uri="{FF2B5EF4-FFF2-40B4-BE49-F238E27FC236}">
                <a16:creationId xmlns:a16="http://schemas.microsoft.com/office/drawing/2014/main" id="{64EBF504-D45C-7F66-8C06-1E5D34450361}"/>
              </a:ext>
            </a:extLst>
          </p:cNvPr>
          <p:cNvSpPr>
            <a:spLocks noGrp="1"/>
          </p:cNvSpPr>
          <p:nvPr>
            <p:ph type="sldNum" sz="quarter" idx="13"/>
          </p:nvPr>
        </p:nvSpPr>
        <p:spPr/>
        <p:txBody>
          <a:bodyPr/>
          <a:lstStyle/>
          <a:p>
            <a:fld id="{B7CF8A19-3A9E-4ABC-B336-2FDDE321C72D}" type="slidenum">
              <a:rPr lang="en-US" smtClean="0"/>
              <a:pPr/>
              <a:t>16</a:t>
            </a:fld>
            <a:endParaRPr lang="en-US"/>
          </a:p>
        </p:txBody>
      </p:sp>
      <p:sp>
        <p:nvSpPr>
          <p:cNvPr id="7" name="TextBox 1">
            <a:extLst>
              <a:ext uri="{FF2B5EF4-FFF2-40B4-BE49-F238E27FC236}">
                <a16:creationId xmlns:a16="http://schemas.microsoft.com/office/drawing/2014/main" id="{11D71933-C5AE-B788-ADA2-4A4041BFD959}"/>
              </a:ext>
            </a:extLst>
          </p:cNvPr>
          <p:cNvSpPr txBox="1"/>
          <p:nvPr/>
        </p:nvSpPr>
        <p:spPr>
          <a:xfrm>
            <a:off x="7215687" y="4001244"/>
            <a:ext cx="1863011"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GB" sz="900" i="1" dirty="0">
                <a:solidFill>
                  <a:srgbClr val="45545F"/>
                </a:solidFill>
              </a:rPr>
              <a:t>Image © </a:t>
            </a:r>
            <a:r>
              <a:rPr lang="en-GB" sz="900" i="1" dirty="0" err="1">
                <a:solidFill>
                  <a:srgbClr val="45545F"/>
                </a:solidFill>
              </a:rPr>
              <a:t>gorodenkoff</a:t>
            </a:r>
            <a:r>
              <a:rPr lang="en-GB" sz="900" i="1" dirty="0">
                <a:solidFill>
                  <a:srgbClr val="45545F"/>
                </a:solidFill>
              </a:rPr>
              <a:t> 123RF.com</a:t>
            </a:r>
            <a:endParaRPr lang="en-US" sz="900" i="1" dirty="0">
              <a:solidFill>
                <a:srgbClr val="45545F"/>
              </a:solidFill>
            </a:endParaRPr>
          </a:p>
        </p:txBody>
      </p:sp>
      <p:pic>
        <p:nvPicPr>
          <p:cNvPr id="4098" name="Picture 2">
            <a:extLst>
              <a:ext uri="{FF2B5EF4-FFF2-40B4-BE49-F238E27FC236}">
                <a16:creationId xmlns:a16="http://schemas.microsoft.com/office/drawing/2014/main" id="{87B81933-BE35-8FFD-0FF2-CDEA62A33523}"/>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537544"/>
            <a:ext cx="4379912" cy="246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18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64D16D-0BF3-4F6A-3576-D9BFE83AA1D6}"/>
              </a:ext>
            </a:extLst>
          </p:cNvPr>
          <p:cNvSpPr>
            <a:spLocks noGrp="1"/>
          </p:cNvSpPr>
          <p:nvPr>
            <p:ph sz="quarter" idx="11"/>
          </p:nvPr>
        </p:nvSpPr>
        <p:spPr/>
        <p:txBody>
          <a:bodyPr>
            <a:normAutofit lnSpcReduction="10000"/>
          </a:bodyPr>
          <a:lstStyle/>
          <a:p>
            <a:r>
              <a:rPr lang="en-US" dirty="0"/>
              <a:t>Security control categories​</a:t>
            </a:r>
          </a:p>
          <a:p>
            <a:pPr lvl="1"/>
            <a:r>
              <a:rPr lang="en-US" dirty="0"/>
              <a:t>Managerial, operational, technical, physical</a:t>
            </a:r>
          </a:p>
          <a:p>
            <a:r>
              <a:rPr lang="en-US" dirty="0"/>
              <a:t>Security control functional types</a:t>
            </a:r>
          </a:p>
          <a:p>
            <a:pPr lvl="1"/>
            <a:r>
              <a:rPr lang="en-US" dirty="0"/>
              <a:t>Preventive, detective, corrective plus directive, deterrent</a:t>
            </a:r>
            <a:r>
              <a:rPr lang="en-US"/>
              <a:t>, compensating</a:t>
            </a:r>
            <a:endParaRPr lang="en-US" dirty="0"/>
          </a:p>
          <a:p>
            <a:r>
              <a:rPr lang="en-US" dirty="0"/>
              <a:t>Information security roles and responsibilities​</a:t>
            </a:r>
          </a:p>
          <a:p>
            <a:r>
              <a:rPr lang="en-US" dirty="0"/>
              <a:t>Information security competencies​</a:t>
            </a:r>
          </a:p>
          <a:p>
            <a:r>
              <a:rPr lang="en-US" dirty="0"/>
              <a:t>Information security business units​</a:t>
            </a:r>
          </a:p>
          <a:p>
            <a:pPr lvl="1"/>
            <a:r>
              <a:rPr lang="en-US" dirty="0"/>
              <a:t>SOC, DevSecOps, and CIRT</a:t>
            </a:r>
          </a:p>
        </p:txBody>
      </p:sp>
      <p:sp>
        <p:nvSpPr>
          <p:cNvPr id="3" name="Title 2">
            <a:extLst>
              <a:ext uri="{FF2B5EF4-FFF2-40B4-BE49-F238E27FC236}">
                <a16:creationId xmlns:a16="http://schemas.microsoft.com/office/drawing/2014/main" id="{3AAA3FA9-0A7A-F62D-0049-1C187C3212D5}"/>
              </a:ext>
            </a:extLst>
          </p:cNvPr>
          <p:cNvSpPr>
            <a:spLocks noGrp="1"/>
          </p:cNvSpPr>
          <p:nvPr>
            <p:ph type="title"/>
          </p:nvPr>
        </p:nvSpPr>
        <p:spPr/>
        <p:txBody>
          <a:bodyPr/>
          <a:lstStyle/>
          <a:p>
            <a:r>
              <a:rPr lang="en-GB" dirty="0"/>
              <a:t>Security Controls</a:t>
            </a:r>
            <a:endParaRPr lang="en-US" dirty="0"/>
          </a:p>
        </p:txBody>
      </p:sp>
      <p:sp>
        <p:nvSpPr>
          <p:cNvPr id="4" name="Slide Number Placeholder 3">
            <a:extLst>
              <a:ext uri="{FF2B5EF4-FFF2-40B4-BE49-F238E27FC236}">
                <a16:creationId xmlns:a16="http://schemas.microsoft.com/office/drawing/2014/main" id="{6FA429FF-CEE3-9BCB-0589-6CC7B240D6E0}"/>
              </a:ext>
            </a:extLst>
          </p:cNvPr>
          <p:cNvSpPr>
            <a:spLocks noGrp="1"/>
          </p:cNvSpPr>
          <p:nvPr>
            <p:ph type="sldNum" sz="quarter" idx="12"/>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929610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8E53BD-5BCF-D24D-1ED1-B715AD8D734D}"/>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5" name="Content Placeholder 4">
            <a:extLst>
              <a:ext uri="{FF2B5EF4-FFF2-40B4-BE49-F238E27FC236}">
                <a16:creationId xmlns:a16="http://schemas.microsoft.com/office/drawing/2014/main" id="{F8C5A19C-B908-2FB4-5F19-78DF60A64DBD}"/>
              </a:ext>
            </a:extLst>
          </p:cNvPr>
          <p:cNvSpPr>
            <a:spLocks noGrp="1"/>
          </p:cNvSpPr>
          <p:nvPr>
            <p:ph sz="quarter" idx="14"/>
          </p:nvPr>
        </p:nvSpPr>
        <p:spPr/>
        <p:txBody>
          <a:bodyPr/>
          <a:lstStyle/>
          <a:p>
            <a:r>
              <a:rPr lang="en-US" dirty="0"/>
              <a:t>Assisted Lab: Configuring Examples of </a:t>
            </a:r>
            <a:r>
              <a:rPr lang="en-US"/>
              <a:t>Security Control Types</a:t>
            </a:r>
          </a:p>
        </p:txBody>
      </p:sp>
    </p:spTree>
    <p:extLst>
      <p:ext uri="{BB962C8B-B14F-4D97-AF65-F5344CB8AC3E}">
        <p14:creationId xmlns:p14="http://schemas.microsoft.com/office/powerpoint/2010/main" val="4070898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5</TotalTime>
  <Words>1303</Words>
  <Application>Microsoft Office PowerPoint</Application>
  <PresentationFormat>On-screen Show (16:9)</PresentationFormat>
  <Paragraphs>172</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Open Sans</vt:lpstr>
      <vt:lpstr>Calibri</vt:lpstr>
      <vt:lpstr>Arial</vt:lpstr>
      <vt:lpstr>comptia_ov</vt:lpstr>
      <vt:lpstr>Summarizing Fundamental Security Concepts</vt:lpstr>
      <vt:lpstr>Objectives</vt:lpstr>
      <vt:lpstr>Security Concepts</vt:lpstr>
      <vt:lpstr>Information Security</vt:lpstr>
      <vt:lpstr>Cybersecurity Framework</vt:lpstr>
      <vt:lpstr>Gap Analysis</vt:lpstr>
      <vt:lpstr>Access Control</vt:lpstr>
      <vt:lpstr>Security Concepts</vt:lpstr>
      <vt:lpstr>PowerPoint Presentation</vt:lpstr>
      <vt:lpstr>Security Controls</vt:lpstr>
      <vt:lpstr>Security Control Categories​</vt:lpstr>
      <vt:lpstr>Security Control Functional Types (1)​</vt:lpstr>
      <vt:lpstr>Security Control Functional Types (2)​</vt:lpstr>
      <vt:lpstr>Information Security Roles and Responsibilities​</vt:lpstr>
      <vt:lpstr>Information Security Competencies​</vt:lpstr>
      <vt:lpstr>Information Security Business Units​</vt:lpstr>
      <vt:lpstr>Security Controls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2023-09-11T17:47:35Z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