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910" r:id="rId4"/>
  </p:sldMasterIdLst>
  <p:notesMasterIdLst>
    <p:notesMasterId r:id="rId34"/>
  </p:notesMasterIdLst>
  <p:handoutMasterIdLst>
    <p:handoutMasterId r:id="rId35"/>
  </p:handoutMasterIdLst>
  <p:sldIdLst>
    <p:sldId id="260" r:id="rId5"/>
    <p:sldId id="933" r:id="rId6"/>
    <p:sldId id="264" r:id="rId7"/>
    <p:sldId id="296" r:id="rId8"/>
    <p:sldId id="297" r:id="rId9"/>
    <p:sldId id="318" r:id="rId10"/>
    <p:sldId id="298" r:id="rId11"/>
    <p:sldId id="299" r:id="rId12"/>
    <p:sldId id="300" r:id="rId13"/>
    <p:sldId id="301" r:id="rId14"/>
    <p:sldId id="934" r:id="rId15"/>
    <p:sldId id="266" r:id="rId16"/>
    <p:sldId id="302" r:id="rId17"/>
    <p:sldId id="323" r:id="rId18"/>
    <p:sldId id="322" r:id="rId19"/>
    <p:sldId id="324" r:id="rId20"/>
    <p:sldId id="320" r:id="rId21"/>
    <p:sldId id="321" r:id="rId22"/>
    <p:sldId id="935" r:id="rId23"/>
    <p:sldId id="937" r:id="rId24"/>
    <p:sldId id="265" r:id="rId25"/>
    <p:sldId id="303" r:id="rId26"/>
    <p:sldId id="305" r:id="rId27"/>
    <p:sldId id="306" r:id="rId28"/>
    <p:sldId id="307" r:id="rId29"/>
    <p:sldId id="319" r:id="rId30"/>
    <p:sldId id="936" r:id="rId31"/>
    <p:sldId id="938" r:id="rId32"/>
    <p:sldId id="932" r:id="rId33"/>
  </p:sldIdLst>
  <p:sldSz cx="9144000" cy="5143500" type="screen16x9"/>
  <p:notesSz cx="6858000" cy="9144000"/>
  <p:embeddedFontLst>
    <p:embeddedFont>
      <p:font typeface="Calibri" panose="020F0502020204030204" pitchFamily="34" charset="0"/>
      <p:regular r:id="rId36"/>
      <p:bold r:id="rId37"/>
      <p:italic r:id="rId38"/>
      <p:boldItalic r:id="rId39"/>
    </p:embeddedFont>
    <p:embeddedFont>
      <p:font typeface="Open Sans" panose="020B0606030504020204" pitchFamily="34" charset="0"/>
      <p:regular r:id="rId40"/>
      <p:bold r:id="rId41"/>
      <p:italic r:id="rId42"/>
      <p:boldItalic r:id="rId4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4942569-D0A5-30EF-04FD-0AEC1D52D331}" name="James Pengelly" initials="JP" userId="S::jpengelly@comptia.org::d269fecd-a8a2-4e5a-93ae-88bdaab21f5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Pam Taylor" initials="PT" lastIdx="1" clrIdx="0">
    <p:extLst>
      <p:ext uri="{19B8F6BF-5375-455C-9EA6-DF929625EA0E}">
        <p15:presenceInfo xmlns:p15="http://schemas.microsoft.com/office/powerpoint/2012/main" userId="Pam Taylor" providerId="None"/>
      </p:ext>
    </p:extLst>
  </p:cmAuthor>
  <p:cmAuthor id="2" name="Gail Sandler" initials="GS" lastIdx="4" clrIdx="1">
    <p:extLst>
      <p:ext uri="{19B8F6BF-5375-455C-9EA6-DF929625EA0E}">
        <p15:presenceInfo xmlns:p15="http://schemas.microsoft.com/office/powerpoint/2012/main" userId="2b7e9c3f3530ff22" providerId="Windows Live"/>
      </p:ext>
    </p:extLst>
  </p:cmAuthor>
  <p:cmAuthor id="3" name="James Pengelly" initials="JP" lastIdx="1" clrIdx="2">
    <p:extLst>
      <p:ext uri="{19B8F6BF-5375-455C-9EA6-DF929625EA0E}">
        <p15:presenceInfo xmlns:p15="http://schemas.microsoft.com/office/powerpoint/2012/main" userId="S::jpengelly@comptia.org::d269fecd-a8a2-4e5a-93ae-88bdaab21f5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6D00"/>
    <a:srgbClr val="CF9FDE"/>
    <a:srgbClr val="FEAE62"/>
    <a:srgbClr val="7FC8DD"/>
    <a:srgbClr val="44545F"/>
    <a:srgbClr val="B1B7BC"/>
    <a:srgbClr val="0A7DA0"/>
    <a:srgbClr val="007C9E"/>
    <a:srgbClr val="004D72"/>
    <a:srgbClr val="004D71"/>
  </p:clrMru>
  <p:extLst>
    <p:ext uri="{E76CE94A-603C-4142-B9EB-6D1370010A27}">
      <p14:discardImageEditData xmlns:p14="http://schemas.microsoft.com/office/powerpoint/2010/main" val="0"/>
    </p:ext>
    <p:ext uri="{D31A062A-798A-4329-ABDD-BBA856620510}">
      <p14:defaultImageDpi xmlns:p14="http://schemas.microsoft.com/office/powerpoint/2010/main" val="33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79083" autoAdjust="0"/>
  </p:normalViewPr>
  <p:slideViewPr>
    <p:cSldViewPr snapToGrid="0">
      <p:cViewPr varScale="1">
        <p:scale>
          <a:sx n="117" d="100"/>
          <a:sy n="117" d="100"/>
        </p:scale>
        <p:origin x="672" y="84"/>
      </p:cViewPr>
      <p:guideLst>
        <p:guide orient="horz" pos="162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 r:id="rId27" collapse="1"/>
    </p:sldLst>
  </p:outlineViewPr>
  <p:notesTextViewPr>
    <p:cViewPr>
      <p:scale>
        <a:sx n="3" d="2"/>
        <a:sy n="3" d="2"/>
      </p:scale>
      <p:origin x="0" y="0"/>
    </p:cViewPr>
  </p:notesTextViewPr>
  <p:sorterViewPr>
    <p:cViewPr>
      <p:scale>
        <a:sx n="66" d="100"/>
        <a:sy n="66" d="100"/>
      </p:scale>
      <p:origin x="0" y="0"/>
    </p:cViewPr>
  </p:sorterViewPr>
  <p:notesViewPr>
    <p:cSldViewPr snapToGrid="0">
      <p:cViewPr varScale="1">
        <p:scale>
          <a:sx n="87" d="100"/>
          <a:sy n="87" d="100"/>
        </p:scale>
        <p:origin x="3840" y="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4.fntdata"/><Relationship Id="rId21" Type="http://schemas.openxmlformats.org/officeDocument/2006/relationships/slide" Target="slides/slide17.xml"/><Relationship Id="rId34" Type="http://schemas.openxmlformats.org/officeDocument/2006/relationships/notesMaster" Target="notesMasters/notesMaster1.xml"/><Relationship Id="rId42" Type="http://schemas.openxmlformats.org/officeDocument/2006/relationships/font" Target="fonts/font7.fntdata"/><Relationship Id="rId47" Type="http://schemas.openxmlformats.org/officeDocument/2006/relationships/theme" Target="theme/theme1.xml"/><Relationship Id="rId50"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1.fntdata"/><Relationship Id="rId49"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handoutMaster" Target="handoutMasters/handoutMaster1.xml"/><Relationship Id="rId43" Type="http://schemas.openxmlformats.org/officeDocument/2006/relationships/font" Target="fonts/font8.fntdata"/><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3.fntdata"/><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font" Target="fonts/font6.fntdata"/><Relationship Id="rId1" Type="http://schemas.openxmlformats.org/officeDocument/2006/relationships/customXml" Target="../customXml/item1.xml"/><Relationship Id="rId6" Type="http://schemas.openxmlformats.org/officeDocument/2006/relationships/slide" Target="slides/slide2.xml"/></Relationships>
</file>

<file path=ppt/_rels/viewProps.xml.rels><?xml version="1.0" encoding="UTF-8" standalone="yes"?>
<Relationships xmlns="http://schemas.openxmlformats.org/package/2006/relationships"><Relationship Id="rId8" Type="http://schemas.openxmlformats.org/officeDocument/2006/relationships/slide" Target="slides/slide8.xml"/><Relationship Id="rId13" Type="http://schemas.openxmlformats.org/officeDocument/2006/relationships/slide" Target="slides/slide13.xml"/><Relationship Id="rId18" Type="http://schemas.openxmlformats.org/officeDocument/2006/relationships/slide" Target="slides/slide18.xml"/><Relationship Id="rId26" Type="http://schemas.openxmlformats.org/officeDocument/2006/relationships/slide" Target="slides/slide27.xml"/><Relationship Id="rId3" Type="http://schemas.openxmlformats.org/officeDocument/2006/relationships/slide" Target="slides/slide3.xml"/><Relationship Id="rId21" Type="http://schemas.openxmlformats.org/officeDocument/2006/relationships/slide" Target="slides/slide22.xml"/><Relationship Id="rId7" Type="http://schemas.openxmlformats.org/officeDocument/2006/relationships/slide" Target="slides/slide7.xml"/><Relationship Id="rId12" Type="http://schemas.openxmlformats.org/officeDocument/2006/relationships/slide" Target="slides/slide12.xml"/><Relationship Id="rId17" Type="http://schemas.openxmlformats.org/officeDocument/2006/relationships/slide" Target="slides/slide17.xml"/><Relationship Id="rId25" Type="http://schemas.openxmlformats.org/officeDocument/2006/relationships/slide" Target="slides/slide26.xml"/><Relationship Id="rId2" Type="http://schemas.openxmlformats.org/officeDocument/2006/relationships/slide" Target="slides/slide2.xml"/><Relationship Id="rId16" Type="http://schemas.openxmlformats.org/officeDocument/2006/relationships/slide" Target="slides/slide16.xml"/><Relationship Id="rId20" Type="http://schemas.openxmlformats.org/officeDocument/2006/relationships/slide" Target="slides/slide21.xml"/><Relationship Id="rId1" Type="http://schemas.openxmlformats.org/officeDocument/2006/relationships/slide" Target="slides/slide1.xml"/><Relationship Id="rId6" Type="http://schemas.openxmlformats.org/officeDocument/2006/relationships/slide" Target="slides/slide6.xml"/><Relationship Id="rId11" Type="http://schemas.openxmlformats.org/officeDocument/2006/relationships/slide" Target="slides/slide11.xml"/><Relationship Id="rId24" Type="http://schemas.openxmlformats.org/officeDocument/2006/relationships/slide" Target="slides/slide25.xml"/><Relationship Id="rId5" Type="http://schemas.openxmlformats.org/officeDocument/2006/relationships/slide" Target="slides/slide5.xml"/><Relationship Id="rId15" Type="http://schemas.openxmlformats.org/officeDocument/2006/relationships/slide" Target="slides/slide15.xml"/><Relationship Id="rId23" Type="http://schemas.openxmlformats.org/officeDocument/2006/relationships/slide" Target="slides/slide24.xml"/><Relationship Id="rId10" Type="http://schemas.openxmlformats.org/officeDocument/2006/relationships/slide" Target="slides/slide10.xml"/><Relationship Id="rId19" Type="http://schemas.openxmlformats.org/officeDocument/2006/relationships/slide" Target="slides/slide19.xml"/><Relationship Id="rId4" Type="http://schemas.openxmlformats.org/officeDocument/2006/relationships/slide" Target="slides/slide4.xml"/><Relationship Id="rId9" Type="http://schemas.openxmlformats.org/officeDocument/2006/relationships/slide" Target="slides/slide9.xml"/><Relationship Id="rId14" Type="http://schemas.openxmlformats.org/officeDocument/2006/relationships/slide" Target="slides/slide14.xml"/><Relationship Id="rId22" Type="http://schemas.openxmlformats.org/officeDocument/2006/relationships/slide" Target="slides/slide23.xml"/><Relationship Id="rId27" Type="http://schemas.openxmlformats.org/officeDocument/2006/relationships/slide" Target="slides/slide2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le Andries" userId="93d179e4-3c18-40f7-920e-ae80b202540d" providerId="ADAL" clId="{26A5FE13-F571-44FC-A3E6-15BD1CDF3479}"/>
    <pc:docChg chg="custSel addSld modSld">
      <pc:chgData name="Danielle Andries" userId="93d179e4-3c18-40f7-920e-ae80b202540d" providerId="ADAL" clId="{26A5FE13-F571-44FC-A3E6-15BD1CDF3479}" dt="2023-09-11T17:46:18.056" v="96" actId="20577"/>
      <pc:docMkLst>
        <pc:docMk/>
      </pc:docMkLst>
      <pc:sldChg chg="addSp delSp modSp new mod modClrScheme chgLayout">
        <pc:chgData name="Danielle Andries" userId="93d179e4-3c18-40f7-920e-ae80b202540d" providerId="ADAL" clId="{26A5FE13-F571-44FC-A3E6-15BD1CDF3479}" dt="2023-09-11T17:45:55.039" v="41" actId="20577"/>
        <pc:sldMkLst>
          <pc:docMk/>
          <pc:sldMk cId="408307851" sldId="937"/>
        </pc:sldMkLst>
        <pc:spChg chg="del mod ord">
          <ac:chgData name="Danielle Andries" userId="93d179e4-3c18-40f7-920e-ae80b202540d" providerId="ADAL" clId="{26A5FE13-F571-44FC-A3E6-15BD1CDF3479}" dt="2023-09-11T17:45:40.481" v="1" actId="700"/>
          <ac:spMkLst>
            <pc:docMk/>
            <pc:sldMk cId="408307851" sldId="937"/>
            <ac:spMk id="2" creationId="{2D57CAC1-DC21-FDF5-254D-D53144994B95}"/>
          </ac:spMkLst>
        </pc:spChg>
        <pc:spChg chg="del">
          <ac:chgData name="Danielle Andries" userId="93d179e4-3c18-40f7-920e-ae80b202540d" providerId="ADAL" clId="{26A5FE13-F571-44FC-A3E6-15BD1CDF3479}" dt="2023-09-11T17:45:40.481" v="1" actId="700"/>
          <ac:spMkLst>
            <pc:docMk/>
            <pc:sldMk cId="408307851" sldId="937"/>
            <ac:spMk id="3" creationId="{2003DB71-82EC-ABEB-51CE-4A9122E08F25}"/>
          </ac:spMkLst>
        </pc:spChg>
        <pc:spChg chg="mod ord">
          <ac:chgData name="Danielle Andries" userId="93d179e4-3c18-40f7-920e-ae80b202540d" providerId="ADAL" clId="{26A5FE13-F571-44FC-A3E6-15BD1CDF3479}" dt="2023-09-11T17:45:40.481" v="1" actId="700"/>
          <ac:spMkLst>
            <pc:docMk/>
            <pc:sldMk cId="408307851" sldId="937"/>
            <ac:spMk id="4" creationId="{3B701D45-5005-6861-560D-B8A7EC1DFFCE}"/>
          </ac:spMkLst>
        </pc:spChg>
        <pc:spChg chg="add mod ord">
          <ac:chgData name="Danielle Andries" userId="93d179e4-3c18-40f7-920e-ae80b202540d" providerId="ADAL" clId="{26A5FE13-F571-44FC-A3E6-15BD1CDF3479}" dt="2023-09-11T17:45:55.039" v="41" actId="20577"/>
          <ac:spMkLst>
            <pc:docMk/>
            <pc:sldMk cId="408307851" sldId="937"/>
            <ac:spMk id="5" creationId="{0F7E2146-C7AF-9ADA-8F14-9FF8692BA1B8}"/>
          </ac:spMkLst>
        </pc:spChg>
      </pc:sldChg>
      <pc:sldChg chg="addSp delSp modSp new mod modClrScheme chgLayout">
        <pc:chgData name="Danielle Andries" userId="93d179e4-3c18-40f7-920e-ae80b202540d" providerId="ADAL" clId="{26A5FE13-F571-44FC-A3E6-15BD1CDF3479}" dt="2023-09-11T17:46:18.056" v="96" actId="20577"/>
        <pc:sldMkLst>
          <pc:docMk/>
          <pc:sldMk cId="1628770684" sldId="938"/>
        </pc:sldMkLst>
        <pc:spChg chg="del mod ord">
          <ac:chgData name="Danielle Andries" userId="93d179e4-3c18-40f7-920e-ae80b202540d" providerId="ADAL" clId="{26A5FE13-F571-44FC-A3E6-15BD1CDF3479}" dt="2023-09-11T17:46:06.268" v="43" actId="700"/>
          <ac:spMkLst>
            <pc:docMk/>
            <pc:sldMk cId="1628770684" sldId="938"/>
            <ac:spMk id="2" creationId="{F6084161-3376-47AB-67AD-B47C0FFA5E16}"/>
          </ac:spMkLst>
        </pc:spChg>
        <pc:spChg chg="del">
          <ac:chgData name="Danielle Andries" userId="93d179e4-3c18-40f7-920e-ae80b202540d" providerId="ADAL" clId="{26A5FE13-F571-44FC-A3E6-15BD1CDF3479}" dt="2023-09-11T17:46:06.268" v="43" actId="700"/>
          <ac:spMkLst>
            <pc:docMk/>
            <pc:sldMk cId="1628770684" sldId="938"/>
            <ac:spMk id="3" creationId="{9AF19864-D35B-CD2B-CFCD-900FAF45A76A}"/>
          </ac:spMkLst>
        </pc:spChg>
        <pc:spChg chg="mod ord">
          <ac:chgData name="Danielle Andries" userId="93d179e4-3c18-40f7-920e-ae80b202540d" providerId="ADAL" clId="{26A5FE13-F571-44FC-A3E6-15BD1CDF3479}" dt="2023-09-11T17:46:06.268" v="43" actId="700"/>
          <ac:spMkLst>
            <pc:docMk/>
            <pc:sldMk cId="1628770684" sldId="938"/>
            <ac:spMk id="4" creationId="{15CBB9D5-2DAC-6A7F-ADE7-8B53182EF9DC}"/>
          </ac:spMkLst>
        </pc:spChg>
        <pc:spChg chg="add mod ord">
          <ac:chgData name="Danielle Andries" userId="93d179e4-3c18-40f7-920e-ae80b202540d" providerId="ADAL" clId="{26A5FE13-F571-44FC-A3E6-15BD1CDF3479}" dt="2023-09-11T17:46:18.056" v="96" actId="20577"/>
          <ac:spMkLst>
            <pc:docMk/>
            <pc:sldMk cId="1628770684" sldId="938"/>
            <ac:spMk id="5" creationId="{EEF1EDF6-C418-A1A3-FCF3-F6002DA1003E}"/>
          </ac:spMkLst>
        </pc:spChg>
      </pc:sldChg>
    </pc:docChg>
  </pc:docChgLst>
  <pc:docChgLst>
    <pc:chgData name="James Pengelly" userId="d269fecd-a8a2-4e5a-93ae-88bdaab21f51" providerId="ADAL" clId="{36A8BE69-29E1-4F13-A49C-C25AE91E6A3E}"/>
    <pc:docChg chg="custSel addSld delSld modSld">
      <pc:chgData name="James Pengelly" userId="d269fecd-a8a2-4e5a-93ae-88bdaab21f51" providerId="ADAL" clId="{36A8BE69-29E1-4F13-A49C-C25AE91E6A3E}" dt="2023-09-06T14:52:39.941" v="612" actId="20577"/>
      <pc:docMkLst>
        <pc:docMk/>
      </pc:docMkLst>
      <pc:sldChg chg="del">
        <pc:chgData name="James Pengelly" userId="d269fecd-a8a2-4e5a-93ae-88bdaab21f51" providerId="ADAL" clId="{36A8BE69-29E1-4F13-A49C-C25AE91E6A3E}" dt="2023-08-24T13:52:47.429" v="0" actId="47"/>
        <pc:sldMkLst>
          <pc:docMk/>
          <pc:sldMk cId="3760655269" sldId="257"/>
        </pc:sldMkLst>
      </pc:sldChg>
      <pc:sldChg chg="del">
        <pc:chgData name="James Pengelly" userId="d269fecd-a8a2-4e5a-93ae-88bdaab21f51" providerId="ADAL" clId="{36A8BE69-29E1-4F13-A49C-C25AE91E6A3E}" dt="2023-08-24T13:52:47.429" v="0" actId="47"/>
        <pc:sldMkLst>
          <pc:docMk/>
          <pc:sldMk cId="2338602011" sldId="258"/>
        </pc:sldMkLst>
      </pc:sldChg>
      <pc:sldChg chg="del">
        <pc:chgData name="James Pengelly" userId="d269fecd-a8a2-4e5a-93ae-88bdaab21f51" providerId="ADAL" clId="{36A8BE69-29E1-4F13-A49C-C25AE91E6A3E}" dt="2023-08-24T13:52:47.429" v="0" actId="47"/>
        <pc:sldMkLst>
          <pc:docMk/>
          <pc:sldMk cId="1550182309" sldId="259"/>
        </pc:sldMkLst>
      </pc:sldChg>
      <pc:sldChg chg="modNotesTx">
        <pc:chgData name="James Pengelly" userId="d269fecd-a8a2-4e5a-93ae-88bdaab21f51" providerId="ADAL" clId="{36A8BE69-29E1-4F13-A49C-C25AE91E6A3E}" dt="2023-09-06T14:32:19.288" v="581"/>
        <pc:sldMkLst>
          <pc:docMk/>
          <pc:sldMk cId="437917127" sldId="260"/>
        </pc:sldMkLst>
      </pc:sldChg>
      <pc:sldChg chg="del">
        <pc:chgData name="James Pengelly" userId="d269fecd-a8a2-4e5a-93ae-88bdaab21f51" providerId="ADAL" clId="{36A8BE69-29E1-4F13-A49C-C25AE91E6A3E}" dt="2023-08-24T13:52:53.649" v="1" actId="47"/>
        <pc:sldMkLst>
          <pc:docMk/>
          <pc:sldMk cId="2634730840" sldId="261"/>
        </pc:sldMkLst>
      </pc:sldChg>
      <pc:sldChg chg="del">
        <pc:chgData name="James Pengelly" userId="d269fecd-a8a2-4e5a-93ae-88bdaab21f51" providerId="ADAL" clId="{36A8BE69-29E1-4F13-A49C-C25AE91E6A3E}" dt="2023-08-24T13:52:53.649" v="1" actId="47"/>
        <pc:sldMkLst>
          <pc:docMk/>
          <pc:sldMk cId="1040517604" sldId="262"/>
        </pc:sldMkLst>
      </pc:sldChg>
      <pc:sldChg chg="del">
        <pc:chgData name="James Pengelly" userId="d269fecd-a8a2-4e5a-93ae-88bdaab21f51" providerId="ADAL" clId="{36A8BE69-29E1-4F13-A49C-C25AE91E6A3E}" dt="2023-08-24T13:52:53.649" v="1" actId="47"/>
        <pc:sldMkLst>
          <pc:docMk/>
          <pc:sldMk cId="139738668" sldId="263"/>
        </pc:sldMkLst>
      </pc:sldChg>
      <pc:sldChg chg="modNotesTx">
        <pc:chgData name="James Pengelly" userId="d269fecd-a8a2-4e5a-93ae-88bdaab21f51" providerId="ADAL" clId="{36A8BE69-29E1-4F13-A49C-C25AE91E6A3E}" dt="2023-09-06T14:32:28.299" v="582"/>
        <pc:sldMkLst>
          <pc:docMk/>
          <pc:sldMk cId="3365779185" sldId="264"/>
        </pc:sldMkLst>
      </pc:sldChg>
      <pc:sldChg chg="modNotesTx">
        <pc:chgData name="James Pengelly" userId="d269fecd-a8a2-4e5a-93ae-88bdaab21f51" providerId="ADAL" clId="{36A8BE69-29E1-4F13-A49C-C25AE91E6A3E}" dt="2023-09-06T14:51:39.048" v="604"/>
        <pc:sldMkLst>
          <pc:docMk/>
          <pc:sldMk cId="3349349304" sldId="265"/>
        </pc:sldMkLst>
      </pc:sldChg>
      <pc:sldChg chg="modNotesTx">
        <pc:chgData name="James Pengelly" userId="d269fecd-a8a2-4e5a-93ae-88bdaab21f51" providerId="ADAL" clId="{36A8BE69-29E1-4F13-A49C-C25AE91E6A3E}" dt="2023-09-06T14:50:25.679" v="590"/>
        <pc:sldMkLst>
          <pc:docMk/>
          <pc:sldMk cId="2276233524" sldId="266"/>
        </pc:sldMkLst>
      </pc:sldChg>
      <pc:sldChg chg="del">
        <pc:chgData name="James Pengelly" userId="d269fecd-a8a2-4e5a-93ae-88bdaab21f51" providerId="ADAL" clId="{36A8BE69-29E1-4F13-A49C-C25AE91E6A3E}" dt="2023-08-24T13:52:53.649" v="1" actId="47"/>
        <pc:sldMkLst>
          <pc:docMk/>
          <pc:sldMk cId="4072486014" sldId="267"/>
        </pc:sldMkLst>
      </pc:sldChg>
      <pc:sldChg chg="del">
        <pc:chgData name="James Pengelly" userId="d269fecd-a8a2-4e5a-93ae-88bdaab21f51" providerId="ADAL" clId="{36A8BE69-29E1-4F13-A49C-C25AE91E6A3E}" dt="2023-08-24T13:52:53.649" v="1" actId="47"/>
        <pc:sldMkLst>
          <pc:docMk/>
          <pc:sldMk cId="3366417685" sldId="268"/>
        </pc:sldMkLst>
      </pc:sldChg>
      <pc:sldChg chg="del">
        <pc:chgData name="James Pengelly" userId="d269fecd-a8a2-4e5a-93ae-88bdaab21f51" providerId="ADAL" clId="{36A8BE69-29E1-4F13-A49C-C25AE91E6A3E}" dt="2023-08-24T13:52:53.649" v="1" actId="47"/>
        <pc:sldMkLst>
          <pc:docMk/>
          <pc:sldMk cId="2395513725" sldId="269"/>
        </pc:sldMkLst>
      </pc:sldChg>
      <pc:sldChg chg="del">
        <pc:chgData name="James Pengelly" userId="d269fecd-a8a2-4e5a-93ae-88bdaab21f51" providerId="ADAL" clId="{36A8BE69-29E1-4F13-A49C-C25AE91E6A3E}" dt="2023-08-24T13:52:53.649" v="1" actId="47"/>
        <pc:sldMkLst>
          <pc:docMk/>
          <pc:sldMk cId="1017836692" sldId="270"/>
        </pc:sldMkLst>
      </pc:sldChg>
      <pc:sldChg chg="del">
        <pc:chgData name="James Pengelly" userId="d269fecd-a8a2-4e5a-93ae-88bdaab21f51" providerId="ADAL" clId="{36A8BE69-29E1-4F13-A49C-C25AE91E6A3E}" dt="2023-08-24T13:52:53.649" v="1" actId="47"/>
        <pc:sldMkLst>
          <pc:docMk/>
          <pc:sldMk cId="99892872" sldId="271"/>
        </pc:sldMkLst>
      </pc:sldChg>
      <pc:sldChg chg="del">
        <pc:chgData name="James Pengelly" userId="d269fecd-a8a2-4e5a-93ae-88bdaab21f51" providerId="ADAL" clId="{36A8BE69-29E1-4F13-A49C-C25AE91E6A3E}" dt="2023-08-24T13:52:53.649" v="1" actId="47"/>
        <pc:sldMkLst>
          <pc:docMk/>
          <pc:sldMk cId="769677826" sldId="272"/>
        </pc:sldMkLst>
      </pc:sldChg>
      <pc:sldChg chg="del">
        <pc:chgData name="James Pengelly" userId="d269fecd-a8a2-4e5a-93ae-88bdaab21f51" providerId="ADAL" clId="{36A8BE69-29E1-4F13-A49C-C25AE91E6A3E}" dt="2023-08-24T13:52:53.649" v="1" actId="47"/>
        <pc:sldMkLst>
          <pc:docMk/>
          <pc:sldMk cId="3325081579" sldId="273"/>
        </pc:sldMkLst>
      </pc:sldChg>
      <pc:sldChg chg="del">
        <pc:chgData name="James Pengelly" userId="d269fecd-a8a2-4e5a-93ae-88bdaab21f51" providerId="ADAL" clId="{36A8BE69-29E1-4F13-A49C-C25AE91E6A3E}" dt="2023-08-24T13:52:53.649" v="1" actId="47"/>
        <pc:sldMkLst>
          <pc:docMk/>
          <pc:sldMk cId="3724492086" sldId="274"/>
        </pc:sldMkLst>
      </pc:sldChg>
      <pc:sldChg chg="del">
        <pc:chgData name="James Pengelly" userId="d269fecd-a8a2-4e5a-93ae-88bdaab21f51" providerId="ADAL" clId="{36A8BE69-29E1-4F13-A49C-C25AE91E6A3E}" dt="2023-08-24T13:52:53.649" v="1" actId="47"/>
        <pc:sldMkLst>
          <pc:docMk/>
          <pc:sldMk cId="2041858622" sldId="275"/>
        </pc:sldMkLst>
      </pc:sldChg>
      <pc:sldChg chg="del">
        <pc:chgData name="James Pengelly" userId="d269fecd-a8a2-4e5a-93ae-88bdaab21f51" providerId="ADAL" clId="{36A8BE69-29E1-4F13-A49C-C25AE91E6A3E}" dt="2023-08-24T13:52:53.649" v="1" actId="47"/>
        <pc:sldMkLst>
          <pc:docMk/>
          <pc:sldMk cId="3089985782" sldId="276"/>
        </pc:sldMkLst>
      </pc:sldChg>
      <pc:sldChg chg="del">
        <pc:chgData name="James Pengelly" userId="d269fecd-a8a2-4e5a-93ae-88bdaab21f51" providerId="ADAL" clId="{36A8BE69-29E1-4F13-A49C-C25AE91E6A3E}" dt="2023-08-24T13:52:53.649" v="1" actId="47"/>
        <pc:sldMkLst>
          <pc:docMk/>
          <pc:sldMk cId="2059499407" sldId="278"/>
        </pc:sldMkLst>
      </pc:sldChg>
      <pc:sldChg chg="del">
        <pc:chgData name="James Pengelly" userId="d269fecd-a8a2-4e5a-93ae-88bdaab21f51" providerId="ADAL" clId="{36A8BE69-29E1-4F13-A49C-C25AE91E6A3E}" dt="2023-08-24T13:52:53.649" v="1" actId="47"/>
        <pc:sldMkLst>
          <pc:docMk/>
          <pc:sldMk cId="3039752954" sldId="279"/>
        </pc:sldMkLst>
      </pc:sldChg>
      <pc:sldChg chg="del">
        <pc:chgData name="James Pengelly" userId="d269fecd-a8a2-4e5a-93ae-88bdaab21f51" providerId="ADAL" clId="{36A8BE69-29E1-4F13-A49C-C25AE91E6A3E}" dt="2023-08-24T13:52:53.649" v="1" actId="47"/>
        <pc:sldMkLst>
          <pc:docMk/>
          <pc:sldMk cId="843237950" sldId="280"/>
        </pc:sldMkLst>
      </pc:sldChg>
      <pc:sldChg chg="del">
        <pc:chgData name="James Pengelly" userId="d269fecd-a8a2-4e5a-93ae-88bdaab21f51" providerId="ADAL" clId="{36A8BE69-29E1-4F13-A49C-C25AE91E6A3E}" dt="2023-08-24T13:52:53.649" v="1" actId="47"/>
        <pc:sldMkLst>
          <pc:docMk/>
          <pc:sldMk cId="3733370379" sldId="281"/>
        </pc:sldMkLst>
      </pc:sldChg>
      <pc:sldChg chg="del">
        <pc:chgData name="James Pengelly" userId="d269fecd-a8a2-4e5a-93ae-88bdaab21f51" providerId="ADAL" clId="{36A8BE69-29E1-4F13-A49C-C25AE91E6A3E}" dt="2023-08-24T13:52:53.649" v="1" actId="47"/>
        <pc:sldMkLst>
          <pc:docMk/>
          <pc:sldMk cId="3442409454" sldId="282"/>
        </pc:sldMkLst>
      </pc:sldChg>
      <pc:sldChg chg="del">
        <pc:chgData name="James Pengelly" userId="d269fecd-a8a2-4e5a-93ae-88bdaab21f51" providerId="ADAL" clId="{36A8BE69-29E1-4F13-A49C-C25AE91E6A3E}" dt="2023-08-24T13:52:53.649" v="1" actId="47"/>
        <pc:sldMkLst>
          <pc:docMk/>
          <pc:sldMk cId="991642544" sldId="283"/>
        </pc:sldMkLst>
      </pc:sldChg>
      <pc:sldChg chg="del">
        <pc:chgData name="James Pengelly" userId="d269fecd-a8a2-4e5a-93ae-88bdaab21f51" providerId="ADAL" clId="{36A8BE69-29E1-4F13-A49C-C25AE91E6A3E}" dt="2023-08-24T13:52:53.649" v="1" actId="47"/>
        <pc:sldMkLst>
          <pc:docMk/>
          <pc:sldMk cId="3247045521" sldId="284"/>
        </pc:sldMkLst>
      </pc:sldChg>
      <pc:sldChg chg="del">
        <pc:chgData name="James Pengelly" userId="d269fecd-a8a2-4e5a-93ae-88bdaab21f51" providerId="ADAL" clId="{36A8BE69-29E1-4F13-A49C-C25AE91E6A3E}" dt="2023-08-24T13:52:53.649" v="1" actId="47"/>
        <pc:sldMkLst>
          <pc:docMk/>
          <pc:sldMk cId="3516634555" sldId="285"/>
        </pc:sldMkLst>
      </pc:sldChg>
      <pc:sldChg chg="del">
        <pc:chgData name="James Pengelly" userId="d269fecd-a8a2-4e5a-93ae-88bdaab21f51" providerId="ADAL" clId="{36A8BE69-29E1-4F13-A49C-C25AE91E6A3E}" dt="2023-08-24T13:52:47.429" v="0" actId="47"/>
        <pc:sldMkLst>
          <pc:docMk/>
          <pc:sldMk cId="1363320255" sldId="286"/>
        </pc:sldMkLst>
      </pc:sldChg>
      <pc:sldChg chg="del">
        <pc:chgData name="James Pengelly" userId="d269fecd-a8a2-4e5a-93ae-88bdaab21f51" providerId="ADAL" clId="{36A8BE69-29E1-4F13-A49C-C25AE91E6A3E}" dt="2023-08-24T13:52:47.429" v="0" actId="47"/>
        <pc:sldMkLst>
          <pc:docMk/>
          <pc:sldMk cId="2461687384" sldId="287"/>
        </pc:sldMkLst>
      </pc:sldChg>
      <pc:sldChg chg="del">
        <pc:chgData name="James Pengelly" userId="d269fecd-a8a2-4e5a-93ae-88bdaab21f51" providerId="ADAL" clId="{36A8BE69-29E1-4F13-A49C-C25AE91E6A3E}" dt="2023-08-24T13:52:47.429" v="0" actId="47"/>
        <pc:sldMkLst>
          <pc:docMk/>
          <pc:sldMk cId="3936536747" sldId="288"/>
        </pc:sldMkLst>
      </pc:sldChg>
      <pc:sldChg chg="del">
        <pc:chgData name="James Pengelly" userId="d269fecd-a8a2-4e5a-93ae-88bdaab21f51" providerId="ADAL" clId="{36A8BE69-29E1-4F13-A49C-C25AE91E6A3E}" dt="2023-08-24T13:52:47.429" v="0" actId="47"/>
        <pc:sldMkLst>
          <pc:docMk/>
          <pc:sldMk cId="3641545773" sldId="289"/>
        </pc:sldMkLst>
      </pc:sldChg>
      <pc:sldChg chg="del">
        <pc:chgData name="James Pengelly" userId="d269fecd-a8a2-4e5a-93ae-88bdaab21f51" providerId="ADAL" clId="{36A8BE69-29E1-4F13-A49C-C25AE91E6A3E}" dt="2023-08-24T13:52:47.429" v="0" actId="47"/>
        <pc:sldMkLst>
          <pc:docMk/>
          <pc:sldMk cId="221518503" sldId="290"/>
        </pc:sldMkLst>
      </pc:sldChg>
      <pc:sldChg chg="del">
        <pc:chgData name="James Pengelly" userId="d269fecd-a8a2-4e5a-93ae-88bdaab21f51" providerId="ADAL" clId="{36A8BE69-29E1-4F13-A49C-C25AE91E6A3E}" dt="2023-08-24T13:52:47.429" v="0" actId="47"/>
        <pc:sldMkLst>
          <pc:docMk/>
          <pc:sldMk cId="1003357565" sldId="291"/>
        </pc:sldMkLst>
      </pc:sldChg>
      <pc:sldChg chg="del">
        <pc:chgData name="James Pengelly" userId="d269fecd-a8a2-4e5a-93ae-88bdaab21f51" providerId="ADAL" clId="{36A8BE69-29E1-4F13-A49C-C25AE91E6A3E}" dt="2023-08-24T13:52:47.429" v="0" actId="47"/>
        <pc:sldMkLst>
          <pc:docMk/>
          <pc:sldMk cId="1713016230" sldId="292"/>
        </pc:sldMkLst>
      </pc:sldChg>
      <pc:sldChg chg="del">
        <pc:chgData name="James Pengelly" userId="d269fecd-a8a2-4e5a-93ae-88bdaab21f51" providerId="ADAL" clId="{36A8BE69-29E1-4F13-A49C-C25AE91E6A3E}" dt="2023-08-24T13:52:47.429" v="0" actId="47"/>
        <pc:sldMkLst>
          <pc:docMk/>
          <pc:sldMk cId="812696670" sldId="293"/>
        </pc:sldMkLst>
      </pc:sldChg>
      <pc:sldChg chg="del">
        <pc:chgData name="James Pengelly" userId="d269fecd-a8a2-4e5a-93ae-88bdaab21f51" providerId="ADAL" clId="{36A8BE69-29E1-4F13-A49C-C25AE91E6A3E}" dt="2023-08-24T13:52:47.429" v="0" actId="47"/>
        <pc:sldMkLst>
          <pc:docMk/>
          <pc:sldMk cId="1340576365" sldId="294"/>
        </pc:sldMkLst>
      </pc:sldChg>
      <pc:sldChg chg="del">
        <pc:chgData name="James Pengelly" userId="d269fecd-a8a2-4e5a-93ae-88bdaab21f51" providerId="ADAL" clId="{36A8BE69-29E1-4F13-A49C-C25AE91E6A3E}" dt="2023-08-24T13:52:47.429" v="0" actId="47"/>
        <pc:sldMkLst>
          <pc:docMk/>
          <pc:sldMk cId="1850288332" sldId="295"/>
        </pc:sldMkLst>
      </pc:sldChg>
      <pc:sldChg chg="modNotesTx">
        <pc:chgData name="James Pengelly" userId="d269fecd-a8a2-4e5a-93ae-88bdaab21f51" providerId="ADAL" clId="{36A8BE69-29E1-4F13-A49C-C25AE91E6A3E}" dt="2023-09-06T14:32:35.632" v="583"/>
        <pc:sldMkLst>
          <pc:docMk/>
          <pc:sldMk cId="2381183512" sldId="296"/>
        </pc:sldMkLst>
      </pc:sldChg>
      <pc:sldChg chg="modNotesTx">
        <pc:chgData name="James Pengelly" userId="d269fecd-a8a2-4e5a-93ae-88bdaab21f51" providerId="ADAL" clId="{36A8BE69-29E1-4F13-A49C-C25AE91E6A3E}" dt="2023-09-06T14:32:44.106" v="584"/>
        <pc:sldMkLst>
          <pc:docMk/>
          <pc:sldMk cId="2376504653" sldId="297"/>
        </pc:sldMkLst>
      </pc:sldChg>
      <pc:sldChg chg="modNotesTx">
        <pc:chgData name="James Pengelly" userId="d269fecd-a8a2-4e5a-93ae-88bdaab21f51" providerId="ADAL" clId="{36A8BE69-29E1-4F13-A49C-C25AE91E6A3E}" dt="2023-09-06T14:49:45.482" v="586"/>
        <pc:sldMkLst>
          <pc:docMk/>
          <pc:sldMk cId="1138553672" sldId="298"/>
        </pc:sldMkLst>
      </pc:sldChg>
      <pc:sldChg chg="modNotesTx">
        <pc:chgData name="James Pengelly" userId="d269fecd-a8a2-4e5a-93ae-88bdaab21f51" providerId="ADAL" clId="{36A8BE69-29E1-4F13-A49C-C25AE91E6A3E}" dt="2023-09-06T14:49:54.735" v="587"/>
        <pc:sldMkLst>
          <pc:docMk/>
          <pc:sldMk cId="2434760376" sldId="299"/>
        </pc:sldMkLst>
      </pc:sldChg>
      <pc:sldChg chg="modNotesTx">
        <pc:chgData name="James Pengelly" userId="d269fecd-a8a2-4e5a-93ae-88bdaab21f51" providerId="ADAL" clId="{36A8BE69-29E1-4F13-A49C-C25AE91E6A3E}" dt="2023-09-06T14:50:04.150" v="588"/>
        <pc:sldMkLst>
          <pc:docMk/>
          <pc:sldMk cId="2689101175" sldId="300"/>
        </pc:sldMkLst>
      </pc:sldChg>
      <pc:sldChg chg="modNotesTx">
        <pc:chgData name="James Pengelly" userId="d269fecd-a8a2-4e5a-93ae-88bdaab21f51" providerId="ADAL" clId="{36A8BE69-29E1-4F13-A49C-C25AE91E6A3E}" dt="2023-09-06T14:50:12.805" v="589"/>
        <pc:sldMkLst>
          <pc:docMk/>
          <pc:sldMk cId="3804762140" sldId="301"/>
        </pc:sldMkLst>
      </pc:sldChg>
      <pc:sldChg chg="modNotesTx">
        <pc:chgData name="James Pengelly" userId="d269fecd-a8a2-4e5a-93ae-88bdaab21f51" providerId="ADAL" clId="{36A8BE69-29E1-4F13-A49C-C25AE91E6A3E}" dt="2023-09-06T14:50:34.254" v="591"/>
        <pc:sldMkLst>
          <pc:docMk/>
          <pc:sldMk cId="1115052603" sldId="302"/>
        </pc:sldMkLst>
      </pc:sldChg>
      <pc:sldChg chg="modNotesTx">
        <pc:chgData name="James Pengelly" userId="d269fecd-a8a2-4e5a-93ae-88bdaab21f51" providerId="ADAL" clId="{36A8BE69-29E1-4F13-A49C-C25AE91E6A3E}" dt="2023-09-06T14:51:47.963" v="605"/>
        <pc:sldMkLst>
          <pc:docMk/>
          <pc:sldMk cId="2684385073" sldId="303"/>
        </pc:sldMkLst>
      </pc:sldChg>
      <pc:sldChg chg="modNotesTx">
        <pc:chgData name="James Pengelly" userId="d269fecd-a8a2-4e5a-93ae-88bdaab21f51" providerId="ADAL" clId="{36A8BE69-29E1-4F13-A49C-C25AE91E6A3E}" dt="2023-09-06T14:52:02.861" v="606"/>
        <pc:sldMkLst>
          <pc:docMk/>
          <pc:sldMk cId="684225142" sldId="306"/>
        </pc:sldMkLst>
      </pc:sldChg>
      <pc:sldChg chg="del">
        <pc:chgData name="James Pengelly" userId="d269fecd-a8a2-4e5a-93ae-88bdaab21f51" providerId="ADAL" clId="{36A8BE69-29E1-4F13-A49C-C25AE91E6A3E}" dt="2023-08-24T13:52:53.649" v="1" actId="47"/>
        <pc:sldMkLst>
          <pc:docMk/>
          <pc:sldMk cId="2007699143" sldId="309"/>
        </pc:sldMkLst>
      </pc:sldChg>
      <pc:sldChg chg="del">
        <pc:chgData name="James Pengelly" userId="d269fecd-a8a2-4e5a-93ae-88bdaab21f51" providerId="ADAL" clId="{36A8BE69-29E1-4F13-A49C-C25AE91E6A3E}" dt="2023-08-24T13:52:53.649" v="1" actId="47"/>
        <pc:sldMkLst>
          <pc:docMk/>
          <pc:sldMk cId="4281608181" sldId="310"/>
        </pc:sldMkLst>
      </pc:sldChg>
      <pc:sldChg chg="del">
        <pc:chgData name="James Pengelly" userId="d269fecd-a8a2-4e5a-93ae-88bdaab21f51" providerId="ADAL" clId="{36A8BE69-29E1-4F13-A49C-C25AE91E6A3E}" dt="2023-08-24T13:52:53.649" v="1" actId="47"/>
        <pc:sldMkLst>
          <pc:docMk/>
          <pc:sldMk cId="1732311369" sldId="311"/>
        </pc:sldMkLst>
      </pc:sldChg>
      <pc:sldChg chg="del">
        <pc:chgData name="James Pengelly" userId="d269fecd-a8a2-4e5a-93ae-88bdaab21f51" providerId="ADAL" clId="{36A8BE69-29E1-4F13-A49C-C25AE91E6A3E}" dt="2023-08-24T13:52:53.649" v="1" actId="47"/>
        <pc:sldMkLst>
          <pc:docMk/>
          <pc:sldMk cId="706290566" sldId="312"/>
        </pc:sldMkLst>
      </pc:sldChg>
      <pc:sldChg chg="del">
        <pc:chgData name="James Pengelly" userId="d269fecd-a8a2-4e5a-93ae-88bdaab21f51" providerId="ADAL" clId="{36A8BE69-29E1-4F13-A49C-C25AE91E6A3E}" dt="2023-08-24T13:52:53.649" v="1" actId="47"/>
        <pc:sldMkLst>
          <pc:docMk/>
          <pc:sldMk cId="1050497775" sldId="313"/>
        </pc:sldMkLst>
      </pc:sldChg>
      <pc:sldChg chg="del">
        <pc:chgData name="James Pengelly" userId="d269fecd-a8a2-4e5a-93ae-88bdaab21f51" providerId="ADAL" clId="{36A8BE69-29E1-4F13-A49C-C25AE91E6A3E}" dt="2023-08-24T13:52:53.649" v="1" actId="47"/>
        <pc:sldMkLst>
          <pc:docMk/>
          <pc:sldMk cId="302017435" sldId="314"/>
        </pc:sldMkLst>
      </pc:sldChg>
      <pc:sldChg chg="del">
        <pc:chgData name="James Pengelly" userId="d269fecd-a8a2-4e5a-93ae-88bdaab21f51" providerId="ADAL" clId="{36A8BE69-29E1-4F13-A49C-C25AE91E6A3E}" dt="2023-08-24T13:52:53.649" v="1" actId="47"/>
        <pc:sldMkLst>
          <pc:docMk/>
          <pc:sldMk cId="3206953828" sldId="315"/>
        </pc:sldMkLst>
      </pc:sldChg>
      <pc:sldChg chg="del">
        <pc:chgData name="James Pengelly" userId="d269fecd-a8a2-4e5a-93ae-88bdaab21f51" providerId="ADAL" clId="{36A8BE69-29E1-4F13-A49C-C25AE91E6A3E}" dt="2023-08-24T13:52:53.649" v="1" actId="47"/>
        <pc:sldMkLst>
          <pc:docMk/>
          <pc:sldMk cId="461759407" sldId="316"/>
        </pc:sldMkLst>
      </pc:sldChg>
      <pc:sldChg chg="modNotesTx">
        <pc:chgData name="James Pengelly" userId="d269fecd-a8a2-4e5a-93ae-88bdaab21f51" providerId="ADAL" clId="{36A8BE69-29E1-4F13-A49C-C25AE91E6A3E}" dt="2023-09-06T14:49:36.391" v="585"/>
        <pc:sldMkLst>
          <pc:docMk/>
          <pc:sldMk cId="1296373743" sldId="318"/>
        </pc:sldMkLst>
      </pc:sldChg>
      <pc:sldChg chg="modNotesTx">
        <pc:chgData name="James Pengelly" userId="d269fecd-a8a2-4e5a-93ae-88bdaab21f51" providerId="ADAL" clId="{36A8BE69-29E1-4F13-A49C-C25AE91E6A3E}" dt="2023-09-06T14:52:12.662" v="607"/>
        <pc:sldMkLst>
          <pc:docMk/>
          <pc:sldMk cId="744962618" sldId="319"/>
        </pc:sldMkLst>
      </pc:sldChg>
      <pc:sldChg chg="modNotesTx">
        <pc:chgData name="James Pengelly" userId="d269fecd-a8a2-4e5a-93ae-88bdaab21f51" providerId="ADAL" clId="{36A8BE69-29E1-4F13-A49C-C25AE91E6A3E}" dt="2023-09-06T14:51:10.755" v="602"/>
        <pc:sldMkLst>
          <pc:docMk/>
          <pc:sldMk cId="1610607834" sldId="320"/>
        </pc:sldMkLst>
      </pc:sldChg>
      <pc:sldChg chg="modNotesTx">
        <pc:chgData name="James Pengelly" userId="d269fecd-a8a2-4e5a-93ae-88bdaab21f51" providerId="ADAL" clId="{36A8BE69-29E1-4F13-A49C-C25AE91E6A3E}" dt="2023-09-06T14:51:20.193" v="603"/>
        <pc:sldMkLst>
          <pc:docMk/>
          <pc:sldMk cId="3963402502" sldId="321"/>
        </pc:sldMkLst>
      </pc:sldChg>
      <pc:sldChg chg="modNotesTx">
        <pc:chgData name="James Pengelly" userId="d269fecd-a8a2-4e5a-93ae-88bdaab21f51" providerId="ADAL" clId="{36A8BE69-29E1-4F13-A49C-C25AE91E6A3E}" dt="2023-09-06T14:50:59.379" v="601"/>
        <pc:sldMkLst>
          <pc:docMk/>
          <pc:sldMk cId="3505850654" sldId="322"/>
        </pc:sldMkLst>
      </pc:sldChg>
      <pc:sldChg chg="modSp mod modNotesTx">
        <pc:chgData name="James Pengelly" userId="d269fecd-a8a2-4e5a-93ae-88bdaab21f51" providerId="ADAL" clId="{36A8BE69-29E1-4F13-A49C-C25AE91E6A3E}" dt="2023-09-06T14:50:50.675" v="600" actId="20577"/>
        <pc:sldMkLst>
          <pc:docMk/>
          <pc:sldMk cId="3804464651" sldId="323"/>
        </pc:sldMkLst>
        <pc:spChg chg="mod">
          <ac:chgData name="James Pengelly" userId="d269fecd-a8a2-4e5a-93ae-88bdaab21f51" providerId="ADAL" clId="{36A8BE69-29E1-4F13-A49C-C25AE91E6A3E}" dt="2023-09-06T14:50:50.675" v="600" actId="20577"/>
          <ac:spMkLst>
            <pc:docMk/>
            <pc:sldMk cId="3804464651" sldId="323"/>
            <ac:spMk id="2" creationId="{266F7C0E-DAD9-713E-0331-E09D69640ED5}"/>
          </ac:spMkLst>
        </pc:spChg>
      </pc:sldChg>
      <pc:sldChg chg="del">
        <pc:chgData name="James Pengelly" userId="d269fecd-a8a2-4e5a-93ae-88bdaab21f51" providerId="ADAL" clId="{36A8BE69-29E1-4F13-A49C-C25AE91E6A3E}" dt="2023-08-24T13:52:53.649" v="1" actId="47"/>
        <pc:sldMkLst>
          <pc:docMk/>
          <pc:sldMk cId="3978815442" sldId="325"/>
        </pc:sldMkLst>
      </pc:sldChg>
      <pc:sldChg chg="del">
        <pc:chgData name="James Pengelly" userId="d269fecd-a8a2-4e5a-93ae-88bdaab21f51" providerId="ADAL" clId="{36A8BE69-29E1-4F13-A49C-C25AE91E6A3E}" dt="2023-08-24T13:52:53.649" v="1" actId="47"/>
        <pc:sldMkLst>
          <pc:docMk/>
          <pc:sldMk cId="4128920781" sldId="326"/>
        </pc:sldMkLst>
      </pc:sldChg>
      <pc:sldChg chg="del">
        <pc:chgData name="James Pengelly" userId="d269fecd-a8a2-4e5a-93ae-88bdaab21f51" providerId="ADAL" clId="{36A8BE69-29E1-4F13-A49C-C25AE91E6A3E}" dt="2023-08-24T13:52:53.649" v="1" actId="47"/>
        <pc:sldMkLst>
          <pc:docMk/>
          <pc:sldMk cId="3609049697" sldId="328"/>
        </pc:sldMkLst>
      </pc:sldChg>
      <pc:sldChg chg="del">
        <pc:chgData name="James Pengelly" userId="d269fecd-a8a2-4e5a-93ae-88bdaab21f51" providerId="ADAL" clId="{36A8BE69-29E1-4F13-A49C-C25AE91E6A3E}" dt="2023-08-24T13:52:53.649" v="1" actId="47"/>
        <pc:sldMkLst>
          <pc:docMk/>
          <pc:sldMk cId="4044510429" sldId="329"/>
        </pc:sldMkLst>
      </pc:sldChg>
      <pc:sldChg chg="del">
        <pc:chgData name="James Pengelly" userId="d269fecd-a8a2-4e5a-93ae-88bdaab21f51" providerId="ADAL" clId="{36A8BE69-29E1-4F13-A49C-C25AE91E6A3E}" dt="2023-08-24T13:52:53.649" v="1" actId="47"/>
        <pc:sldMkLst>
          <pc:docMk/>
          <pc:sldMk cId="3719625191" sldId="330"/>
        </pc:sldMkLst>
      </pc:sldChg>
      <pc:sldChg chg="del">
        <pc:chgData name="James Pengelly" userId="d269fecd-a8a2-4e5a-93ae-88bdaab21f51" providerId="ADAL" clId="{36A8BE69-29E1-4F13-A49C-C25AE91E6A3E}" dt="2023-08-24T13:52:53.649" v="1" actId="47"/>
        <pc:sldMkLst>
          <pc:docMk/>
          <pc:sldMk cId="2040865147" sldId="332"/>
        </pc:sldMkLst>
      </pc:sldChg>
      <pc:sldChg chg="del">
        <pc:chgData name="James Pengelly" userId="d269fecd-a8a2-4e5a-93ae-88bdaab21f51" providerId="ADAL" clId="{36A8BE69-29E1-4F13-A49C-C25AE91E6A3E}" dt="2023-08-24T13:52:53.649" v="1" actId="47"/>
        <pc:sldMkLst>
          <pc:docMk/>
          <pc:sldMk cId="388135180" sldId="335"/>
        </pc:sldMkLst>
      </pc:sldChg>
      <pc:sldChg chg="del">
        <pc:chgData name="James Pengelly" userId="d269fecd-a8a2-4e5a-93ae-88bdaab21f51" providerId="ADAL" clId="{36A8BE69-29E1-4F13-A49C-C25AE91E6A3E}" dt="2023-08-24T13:52:53.649" v="1" actId="47"/>
        <pc:sldMkLst>
          <pc:docMk/>
          <pc:sldMk cId="53542421" sldId="336"/>
        </pc:sldMkLst>
      </pc:sldChg>
      <pc:sldChg chg="del">
        <pc:chgData name="James Pengelly" userId="d269fecd-a8a2-4e5a-93ae-88bdaab21f51" providerId="ADAL" clId="{36A8BE69-29E1-4F13-A49C-C25AE91E6A3E}" dt="2023-08-24T13:52:53.649" v="1" actId="47"/>
        <pc:sldMkLst>
          <pc:docMk/>
          <pc:sldMk cId="83370898" sldId="337"/>
        </pc:sldMkLst>
      </pc:sldChg>
      <pc:sldChg chg="del">
        <pc:chgData name="James Pengelly" userId="d269fecd-a8a2-4e5a-93ae-88bdaab21f51" providerId="ADAL" clId="{36A8BE69-29E1-4F13-A49C-C25AE91E6A3E}" dt="2023-08-24T13:52:53.649" v="1" actId="47"/>
        <pc:sldMkLst>
          <pc:docMk/>
          <pc:sldMk cId="616534455" sldId="339"/>
        </pc:sldMkLst>
      </pc:sldChg>
      <pc:sldChg chg="del">
        <pc:chgData name="James Pengelly" userId="d269fecd-a8a2-4e5a-93ae-88bdaab21f51" providerId="ADAL" clId="{36A8BE69-29E1-4F13-A49C-C25AE91E6A3E}" dt="2023-08-24T13:52:53.649" v="1" actId="47"/>
        <pc:sldMkLst>
          <pc:docMk/>
          <pc:sldMk cId="4278748134" sldId="340"/>
        </pc:sldMkLst>
      </pc:sldChg>
      <pc:sldChg chg="del">
        <pc:chgData name="James Pengelly" userId="d269fecd-a8a2-4e5a-93ae-88bdaab21f51" providerId="ADAL" clId="{36A8BE69-29E1-4F13-A49C-C25AE91E6A3E}" dt="2023-08-24T13:52:53.649" v="1" actId="47"/>
        <pc:sldMkLst>
          <pc:docMk/>
          <pc:sldMk cId="1240060841" sldId="341"/>
        </pc:sldMkLst>
      </pc:sldChg>
      <pc:sldChg chg="del">
        <pc:chgData name="James Pengelly" userId="d269fecd-a8a2-4e5a-93ae-88bdaab21f51" providerId="ADAL" clId="{36A8BE69-29E1-4F13-A49C-C25AE91E6A3E}" dt="2023-08-24T13:52:53.649" v="1" actId="47"/>
        <pc:sldMkLst>
          <pc:docMk/>
          <pc:sldMk cId="4101100443" sldId="342"/>
        </pc:sldMkLst>
      </pc:sldChg>
      <pc:sldChg chg="del">
        <pc:chgData name="James Pengelly" userId="d269fecd-a8a2-4e5a-93ae-88bdaab21f51" providerId="ADAL" clId="{36A8BE69-29E1-4F13-A49C-C25AE91E6A3E}" dt="2023-08-24T13:52:53.649" v="1" actId="47"/>
        <pc:sldMkLst>
          <pc:docMk/>
          <pc:sldMk cId="3008721888" sldId="344"/>
        </pc:sldMkLst>
      </pc:sldChg>
      <pc:sldChg chg="del">
        <pc:chgData name="James Pengelly" userId="d269fecd-a8a2-4e5a-93ae-88bdaab21f51" providerId="ADAL" clId="{36A8BE69-29E1-4F13-A49C-C25AE91E6A3E}" dt="2023-08-24T13:52:53.649" v="1" actId="47"/>
        <pc:sldMkLst>
          <pc:docMk/>
          <pc:sldMk cId="2498661059" sldId="348"/>
        </pc:sldMkLst>
      </pc:sldChg>
      <pc:sldChg chg="del">
        <pc:chgData name="James Pengelly" userId="d269fecd-a8a2-4e5a-93ae-88bdaab21f51" providerId="ADAL" clId="{36A8BE69-29E1-4F13-A49C-C25AE91E6A3E}" dt="2023-08-24T13:52:53.649" v="1" actId="47"/>
        <pc:sldMkLst>
          <pc:docMk/>
          <pc:sldMk cId="3173009956" sldId="349"/>
        </pc:sldMkLst>
      </pc:sldChg>
      <pc:sldChg chg="del">
        <pc:chgData name="James Pengelly" userId="d269fecd-a8a2-4e5a-93ae-88bdaab21f51" providerId="ADAL" clId="{36A8BE69-29E1-4F13-A49C-C25AE91E6A3E}" dt="2023-08-24T13:52:53.649" v="1" actId="47"/>
        <pc:sldMkLst>
          <pc:docMk/>
          <pc:sldMk cId="1492353232" sldId="351"/>
        </pc:sldMkLst>
      </pc:sldChg>
      <pc:sldChg chg="del">
        <pc:chgData name="James Pengelly" userId="d269fecd-a8a2-4e5a-93ae-88bdaab21f51" providerId="ADAL" clId="{36A8BE69-29E1-4F13-A49C-C25AE91E6A3E}" dt="2023-08-24T13:52:53.649" v="1" actId="47"/>
        <pc:sldMkLst>
          <pc:docMk/>
          <pc:sldMk cId="1033267871" sldId="353"/>
        </pc:sldMkLst>
      </pc:sldChg>
      <pc:sldChg chg="del">
        <pc:chgData name="James Pengelly" userId="d269fecd-a8a2-4e5a-93ae-88bdaab21f51" providerId="ADAL" clId="{36A8BE69-29E1-4F13-A49C-C25AE91E6A3E}" dt="2023-08-24T13:52:53.649" v="1" actId="47"/>
        <pc:sldMkLst>
          <pc:docMk/>
          <pc:sldMk cId="2628053539" sldId="354"/>
        </pc:sldMkLst>
      </pc:sldChg>
      <pc:sldChg chg="del">
        <pc:chgData name="James Pengelly" userId="d269fecd-a8a2-4e5a-93ae-88bdaab21f51" providerId="ADAL" clId="{36A8BE69-29E1-4F13-A49C-C25AE91E6A3E}" dt="2023-08-24T13:52:53.649" v="1" actId="47"/>
        <pc:sldMkLst>
          <pc:docMk/>
          <pc:sldMk cId="4050608242" sldId="355"/>
        </pc:sldMkLst>
      </pc:sldChg>
      <pc:sldChg chg="del">
        <pc:chgData name="James Pengelly" userId="d269fecd-a8a2-4e5a-93ae-88bdaab21f51" providerId="ADAL" clId="{36A8BE69-29E1-4F13-A49C-C25AE91E6A3E}" dt="2023-08-24T13:52:53.649" v="1" actId="47"/>
        <pc:sldMkLst>
          <pc:docMk/>
          <pc:sldMk cId="916358898" sldId="357"/>
        </pc:sldMkLst>
      </pc:sldChg>
      <pc:sldChg chg="del">
        <pc:chgData name="James Pengelly" userId="d269fecd-a8a2-4e5a-93ae-88bdaab21f51" providerId="ADAL" clId="{36A8BE69-29E1-4F13-A49C-C25AE91E6A3E}" dt="2023-08-24T13:52:53.649" v="1" actId="47"/>
        <pc:sldMkLst>
          <pc:docMk/>
          <pc:sldMk cId="2672439797" sldId="359"/>
        </pc:sldMkLst>
      </pc:sldChg>
      <pc:sldChg chg="del">
        <pc:chgData name="James Pengelly" userId="d269fecd-a8a2-4e5a-93ae-88bdaab21f51" providerId="ADAL" clId="{36A8BE69-29E1-4F13-A49C-C25AE91E6A3E}" dt="2023-08-24T13:52:53.649" v="1" actId="47"/>
        <pc:sldMkLst>
          <pc:docMk/>
          <pc:sldMk cId="2827498227" sldId="361"/>
        </pc:sldMkLst>
      </pc:sldChg>
      <pc:sldChg chg="del">
        <pc:chgData name="James Pengelly" userId="d269fecd-a8a2-4e5a-93ae-88bdaab21f51" providerId="ADAL" clId="{36A8BE69-29E1-4F13-A49C-C25AE91E6A3E}" dt="2023-08-24T13:52:53.649" v="1" actId="47"/>
        <pc:sldMkLst>
          <pc:docMk/>
          <pc:sldMk cId="1572451248" sldId="362"/>
        </pc:sldMkLst>
      </pc:sldChg>
      <pc:sldChg chg="del">
        <pc:chgData name="James Pengelly" userId="d269fecd-a8a2-4e5a-93ae-88bdaab21f51" providerId="ADAL" clId="{36A8BE69-29E1-4F13-A49C-C25AE91E6A3E}" dt="2023-08-24T13:52:53.649" v="1" actId="47"/>
        <pc:sldMkLst>
          <pc:docMk/>
          <pc:sldMk cId="1291327909" sldId="363"/>
        </pc:sldMkLst>
      </pc:sldChg>
      <pc:sldChg chg="del">
        <pc:chgData name="James Pengelly" userId="d269fecd-a8a2-4e5a-93ae-88bdaab21f51" providerId="ADAL" clId="{36A8BE69-29E1-4F13-A49C-C25AE91E6A3E}" dt="2023-08-24T13:52:53.649" v="1" actId="47"/>
        <pc:sldMkLst>
          <pc:docMk/>
          <pc:sldMk cId="1201177167" sldId="364"/>
        </pc:sldMkLst>
      </pc:sldChg>
      <pc:sldChg chg="del">
        <pc:chgData name="James Pengelly" userId="d269fecd-a8a2-4e5a-93ae-88bdaab21f51" providerId="ADAL" clId="{36A8BE69-29E1-4F13-A49C-C25AE91E6A3E}" dt="2023-08-24T13:52:53.649" v="1" actId="47"/>
        <pc:sldMkLst>
          <pc:docMk/>
          <pc:sldMk cId="2289605612" sldId="368"/>
        </pc:sldMkLst>
      </pc:sldChg>
      <pc:sldChg chg="del">
        <pc:chgData name="James Pengelly" userId="d269fecd-a8a2-4e5a-93ae-88bdaab21f51" providerId="ADAL" clId="{36A8BE69-29E1-4F13-A49C-C25AE91E6A3E}" dt="2023-08-24T13:52:53.649" v="1" actId="47"/>
        <pc:sldMkLst>
          <pc:docMk/>
          <pc:sldMk cId="1501366186" sldId="369"/>
        </pc:sldMkLst>
      </pc:sldChg>
      <pc:sldChg chg="del">
        <pc:chgData name="James Pengelly" userId="d269fecd-a8a2-4e5a-93ae-88bdaab21f51" providerId="ADAL" clId="{36A8BE69-29E1-4F13-A49C-C25AE91E6A3E}" dt="2023-08-24T13:52:53.649" v="1" actId="47"/>
        <pc:sldMkLst>
          <pc:docMk/>
          <pc:sldMk cId="1148689023" sldId="371"/>
        </pc:sldMkLst>
      </pc:sldChg>
      <pc:sldChg chg="del">
        <pc:chgData name="James Pengelly" userId="d269fecd-a8a2-4e5a-93ae-88bdaab21f51" providerId="ADAL" clId="{36A8BE69-29E1-4F13-A49C-C25AE91E6A3E}" dt="2023-08-24T13:52:53.649" v="1" actId="47"/>
        <pc:sldMkLst>
          <pc:docMk/>
          <pc:sldMk cId="3907955957" sldId="374"/>
        </pc:sldMkLst>
      </pc:sldChg>
      <pc:sldChg chg="del">
        <pc:chgData name="James Pengelly" userId="d269fecd-a8a2-4e5a-93ae-88bdaab21f51" providerId="ADAL" clId="{36A8BE69-29E1-4F13-A49C-C25AE91E6A3E}" dt="2023-08-24T13:52:53.649" v="1" actId="47"/>
        <pc:sldMkLst>
          <pc:docMk/>
          <pc:sldMk cId="109215933" sldId="377"/>
        </pc:sldMkLst>
      </pc:sldChg>
      <pc:sldChg chg="del">
        <pc:chgData name="James Pengelly" userId="d269fecd-a8a2-4e5a-93ae-88bdaab21f51" providerId="ADAL" clId="{36A8BE69-29E1-4F13-A49C-C25AE91E6A3E}" dt="2023-08-24T13:52:53.649" v="1" actId="47"/>
        <pc:sldMkLst>
          <pc:docMk/>
          <pc:sldMk cId="3890781229" sldId="379"/>
        </pc:sldMkLst>
      </pc:sldChg>
      <pc:sldChg chg="del">
        <pc:chgData name="James Pengelly" userId="d269fecd-a8a2-4e5a-93ae-88bdaab21f51" providerId="ADAL" clId="{36A8BE69-29E1-4F13-A49C-C25AE91E6A3E}" dt="2023-08-24T13:52:53.649" v="1" actId="47"/>
        <pc:sldMkLst>
          <pc:docMk/>
          <pc:sldMk cId="282604571" sldId="380"/>
        </pc:sldMkLst>
      </pc:sldChg>
      <pc:sldChg chg="del">
        <pc:chgData name="James Pengelly" userId="d269fecd-a8a2-4e5a-93ae-88bdaab21f51" providerId="ADAL" clId="{36A8BE69-29E1-4F13-A49C-C25AE91E6A3E}" dt="2023-08-24T13:52:53.649" v="1" actId="47"/>
        <pc:sldMkLst>
          <pc:docMk/>
          <pc:sldMk cId="428784610" sldId="383"/>
        </pc:sldMkLst>
      </pc:sldChg>
      <pc:sldChg chg="del">
        <pc:chgData name="James Pengelly" userId="d269fecd-a8a2-4e5a-93ae-88bdaab21f51" providerId="ADAL" clId="{36A8BE69-29E1-4F13-A49C-C25AE91E6A3E}" dt="2023-08-24T13:52:53.649" v="1" actId="47"/>
        <pc:sldMkLst>
          <pc:docMk/>
          <pc:sldMk cId="1010180652" sldId="384"/>
        </pc:sldMkLst>
      </pc:sldChg>
      <pc:sldChg chg="del">
        <pc:chgData name="James Pengelly" userId="d269fecd-a8a2-4e5a-93ae-88bdaab21f51" providerId="ADAL" clId="{36A8BE69-29E1-4F13-A49C-C25AE91E6A3E}" dt="2023-08-24T13:52:53.649" v="1" actId="47"/>
        <pc:sldMkLst>
          <pc:docMk/>
          <pc:sldMk cId="993561127" sldId="385"/>
        </pc:sldMkLst>
      </pc:sldChg>
      <pc:sldChg chg="del">
        <pc:chgData name="James Pengelly" userId="d269fecd-a8a2-4e5a-93ae-88bdaab21f51" providerId="ADAL" clId="{36A8BE69-29E1-4F13-A49C-C25AE91E6A3E}" dt="2023-08-24T13:52:53.649" v="1" actId="47"/>
        <pc:sldMkLst>
          <pc:docMk/>
          <pc:sldMk cId="1665857579" sldId="390"/>
        </pc:sldMkLst>
      </pc:sldChg>
      <pc:sldChg chg="del">
        <pc:chgData name="James Pengelly" userId="d269fecd-a8a2-4e5a-93ae-88bdaab21f51" providerId="ADAL" clId="{36A8BE69-29E1-4F13-A49C-C25AE91E6A3E}" dt="2023-08-24T13:52:53.649" v="1" actId="47"/>
        <pc:sldMkLst>
          <pc:docMk/>
          <pc:sldMk cId="2824444913" sldId="393"/>
        </pc:sldMkLst>
      </pc:sldChg>
      <pc:sldChg chg="del">
        <pc:chgData name="James Pengelly" userId="d269fecd-a8a2-4e5a-93ae-88bdaab21f51" providerId="ADAL" clId="{36A8BE69-29E1-4F13-A49C-C25AE91E6A3E}" dt="2023-08-24T13:52:53.649" v="1" actId="47"/>
        <pc:sldMkLst>
          <pc:docMk/>
          <pc:sldMk cId="1829934662" sldId="394"/>
        </pc:sldMkLst>
      </pc:sldChg>
      <pc:sldChg chg="del">
        <pc:chgData name="James Pengelly" userId="d269fecd-a8a2-4e5a-93ae-88bdaab21f51" providerId="ADAL" clId="{36A8BE69-29E1-4F13-A49C-C25AE91E6A3E}" dt="2023-08-24T13:52:53.649" v="1" actId="47"/>
        <pc:sldMkLst>
          <pc:docMk/>
          <pc:sldMk cId="1339298764" sldId="395"/>
        </pc:sldMkLst>
      </pc:sldChg>
      <pc:sldChg chg="del">
        <pc:chgData name="James Pengelly" userId="d269fecd-a8a2-4e5a-93ae-88bdaab21f51" providerId="ADAL" clId="{36A8BE69-29E1-4F13-A49C-C25AE91E6A3E}" dt="2023-08-24T13:52:53.649" v="1" actId="47"/>
        <pc:sldMkLst>
          <pc:docMk/>
          <pc:sldMk cId="1016084178" sldId="396"/>
        </pc:sldMkLst>
      </pc:sldChg>
      <pc:sldChg chg="del">
        <pc:chgData name="James Pengelly" userId="d269fecd-a8a2-4e5a-93ae-88bdaab21f51" providerId="ADAL" clId="{36A8BE69-29E1-4F13-A49C-C25AE91E6A3E}" dt="2023-08-24T13:52:53.649" v="1" actId="47"/>
        <pc:sldMkLst>
          <pc:docMk/>
          <pc:sldMk cId="4214344726" sldId="397"/>
        </pc:sldMkLst>
      </pc:sldChg>
      <pc:sldChg chg="del">
        <pc:chgData name="James Pengelly" userId="d269fecd-a8a2-4e5a-93ae-88bdaab21f51" providerId="ADAL" clId="{36A8BE69-29E1-4F13-A49C-C25AE91E6A3E}" dt="2023-08-24T13:52:53.649" v="1" actId="47"/>
        <pc:sldMkLst>
          <pc:docMk/>
          <pc:sldMk cId="3450668804" sldId="398"/>
        </pc:sldMkLst>
      </pc:sldChg>
      <pc:sldChg chg="del">
        <pc:chgData name="James Pengelly" userId="d269fecd-a8a2-4e5a-93ae-88bdaab21f51" providerId="ADAL" clId="{36A8BE69-29E1-4F13-A49C-C25AE91E6A3E}" dt="2023-08-24T13:52:53.649" v="1" actId="47"/>
        <pc:sldMkLst>
          <pc:docMk/>
          <pc:sldMk cId="2762218996" sldId="399"/>
        </pc:sldMkLst>
      </pc:sldChg>
      <pc:sldChg chg="del">
        <pc:chgData name="James Pengelly" userId="d269fecd-a8a2-4e5a-93ae-88bdaab21f51" providerId="ADAL" clId="{36A8BE69-29E1-4F13-A49C-C25AE91E6A3E}" dt="2023-08-24T13:52:53.649" v="1" actId="47"/>
        <pc:sldMkLst>
          <pc:docMk/>
          <pc:sldMk cId="2590891385" sldId="400"/>
        </pc:sldMkLst>
      </pc:sldChg>
      <pc:sldChg chg="del">
        <pc:chgData name="James Pengelly" userId="d269fecd-a8a2-4e5a-93ae-88bdaab21f51" providerId="ADAL" clId="{36A8BE69-29E1-4F13-A49C-C25AE91E6A3E}" dt="2023-08-24T13:52:53.649" v="1" actId="47"/>
        <pc:sldMkLst>
          <pc:docMk/>
          <pc:sldMk cId="3953387796" sldId="401"/>
        </pc:sldMkLst>
      </pc:sldChg>
      <pc:sldChg chg="del">
        <pc:chgData name="James Pengelly" userId="d269fecd-a8a2-4e5a-93ae-88bdaab21f51" providerId="ADAL" clId="{36A8BE69-29E1-4F13-A49C-C25AE91E6A3E}" dt="2023-08-24T13:52:53.649" v="1" actId="47"/>
        <pc:sldMkLst>
          <pc:docMk/>
          <pc:sldMk cId="2727043731" sldId="402"/>
        </pc:sldMkLst>
      </pc:sldChg>
      <pc:sldChg chg="del">
        <pc:chgData name="James Pengelly" userId="d269fecd-a8a2-4e5a-93ae-88bdaab21f51" providerId="ADAL" clId="{36A8BE69-29E1-4F13-A49C-C25AE91E6A3E}" dt="2023-08-24T13:52:53.649" v="1" actId="47"/>
        <pc:sldMkLst>
          <pc:docMk/>
          <pc:sldMk cId="3781024619" sldId="403"/>
        </pc:sldMkLst>
      </pc:sldChg>
      <pc:sldChg chg="del">
        <pc:chgData name="James Pengelly" userId="d269fecd-a8a2-4e5a-93ae-88bdaab21f51" providerId="ADAL" clId="{36A8BE69-29E1-4F13-A49C-C25AE91E6A3E}" dt="2023-08-24T13:52:53.649" v="1" actId="47"/>
        <pc:sldMkLst>
          <pc:docMk/>
          <pc:sldMk cId="76376853" sldId="404"/>
        </pc:sldMkLst>
      </pc:sldChg>
      <pc:sldChg chg="del">
        <pc:chgData name="James Pengelly" userId="d269fecd-a8a2-4e5a-93ae-88bdaab21f51" providerId="ADAL" clId="{36A8BE69-29E1-4F13-A49C-C25AE91E6A3E}" dt="2023-08-24T13:52:53.649" v="1" actId="47"/>
        <pc:sldMkLst>
          <pc:docMk/>
          <pc:sldMk cId="3447527312" sldId="405"/>
        </pc:sldMkLst>
      </pc:sldChg>
      <pc:sldChg chg="del">
        <pc:chgData name="James Pengelly" userId="d269fecd-a8a2-4e5a-93ae-88bdaab21f51" providerId="ADAL" clId="{36A8BE69-29E1-4F13-A49C-C25AE91E6A3E}" dt="2023-08-24T13:52:53.649" v="1" actId="47"/>
        <pc:sldMkLst>
          <pc:docMk/>
          <pc:sldMk cId="3461596423" sldId="406"/>
        </pc:sldMkLst>
      </pc:sldChg>
      <pc:sldChg chg="del">
        <pc:chgData name="James Pengelly" userId="d269fecd-a8a2-4e5a-93ae-88bdaab21f51" providerId="ADAL" clId="{36A8BE69-29E1-4F13-A49C-C25AE91E6A3E}" dt="2023-08-24T13:52:53.649" v="1" actId="47"/>
        <pc:sldMkLst>
          <pc:docMk/>
          <pc:sldMk cId="4273903402" sldId="408"/>
        </pc:sldMkLst>
      </pc:sldChg>
      <pc:sldChg chg="del">
        <pc:chgData name="James Pengelly" userId="d269fecd-a8a2-4e5a-93ae-88bdaab21f51" providerId="ADAL" clId="{36A8BE69-29E1-4F13-A49C-C25AE91E6A3E}" dt="2023-08-24T13:52:53.649" v="1" actId="47"/>
        <pc:sldMkLst>
          <pc:docMk/>
          <pc:sldMk cId="1848990747" sldId="409"/>
        </pc:sldMkLst>
      </pc:sldChg>
      <pc:sldChg chg="del">
        <pc:chgData name="James Pengelly" userId="d269fecd-a8a2-4e5a-93ae-88bdaab21f51" providerId="ADAL" clId="{36A8BE69-29E1-4F13-A49C-C25AE91E6A3E}" dt="2023-08-24T13:52:53.649" v="1" actId="47"/>
        <pc:sldMkLst>
          <pc:docMk/>
          <pc:sldMk cId="1126499771" sldId="411"/>
        </pc:sldMkLst>
      </pc:sldChg>
      <pc:sldChg chg="del">
        <pc:chgData name="James Pengelly" userId="d269fecd-a8a2-4e5a-93ae-88bdaab21f51" providerId="ADAL" clId="{36A8BE69-29E1-4F13-A49C-C25AE91E6A3E}" dt="2023-08-24T13:52:53.649" v="1" actId="47"/>
        <pc:sldMkLst>
          <pc:docMk/>
          <pc:sldMk cId="2212437411" sldId="412"/>
        </pc:sldMkLst>
      </pc:sldChg>
      <pc:sldChg chg="del">
        <pc:chgData name="James Pengelly" userId="d269fecd-a8a2-4e5a-93ae-88bdaab21f51" providerId="ADAL" clId="{36A8BE69-29E1-4F13-A49C-C25AE91E6A3E}" dt="2023-08-24T13:52:53.649" v="1" actId="47"/>
        <pc:sldMkLst>
          <pc:docMk/>
          <pc:sldMk cId="2156432247" sldId="413"/>
        </pc:sldMkLst>
      </pc:sldChg>
      <pc:sldChg chg="del">
        <pc:chgData name="James Pengelly" userId="d269fecd-a8a2-4e5a-93ae-88bdaab21f51" providerId="ADAL" clId="{36A8BE69-29E1-4F13-A49C-C25AE91E6A3E}" dt="2023-08-24T13:52:53.649" v="1" actId="47"/>
        <pc:sldMkLst>
          <pc:docMk/>
          <pc:sldMk cId="263362339" sldId="415"/>
        </pc:sldMkLst>
      </pc:sldChg>
      <pc:sldChg chg="del">
        <pc:chgData name="James Pengelly" userId="d269fecd-a8a2-4e5a-93ae-88bdaab21f51" providerId="ADAL" clId="{36A8BE69-29E1-4F13-A49C-C25AE91E6A3E}" dt="2023-08-24T13:52:53.649" v="1" actId="47"/>
        <pc:sldMkLst>
          <pc:docMk/>
          <pc:sldMk cId="519644668" sldId="418"/>
        </pc:sldMkLst>
      </pc:sldChg>
      <pc:sldChg chg="del">
        <pc:chgData name="James Pengelly" userId="d269fecd-a8a2-4e5a-93ae-88bdaab21f51" providerId="ADAL" clId="{36A8BE69-29E1-4F13-A49C-C25AE91E6A3E}" dt="2023-08-24T13:52:53.649" v="1" actId="47"/>
        <pc:sldMkLst>
          <pc:docMk/>
          <pc:sldMk cId="3631135714" sldId="419"/>
        </pc:sldMkLst>
      </pc:sldChg>
      <pc:sldChg chg="del">
        <pc:chgData name="James Pengelly" userId="d269fecd-a8a2-4e5a-93ae-88bdaab21f51" providerId="ADAL" clId="{36A8BE69-29E1-4F13-A49C-C25AE91E6A3E}" dt="2023-08-24T13:52:53.649" v="1" actId="47"/>
        <pc:sldMkLst>
          <pc:docMk/>
          <pc:sldMk cId="2961224881" sldId="420"/>
        </pc:sldMkLst>
      </pc:sldChg>
      <pc:sldChg chg="del">
        <pc:chgData name="James Pengelly" userId="d269fecd-a8a2-4e5a-93ae-88bdaab21f51" providerId="ADAL" clId="{36A8BE69-29E1-4F13-A49C-C25AE91E6A3E}" dt="2023-08-24T13:52:53.649" v="1" actId="47"/>
        <pc:sldMkLst>
          <pc:docMk/>
          <pc:sldMk cId="1221700180" sldId="421"/>
        </pc:sldMkLst>
      </pc:sldChg>
      <pc:sldChg chg="del">
        <pc:chgData name="James Pengelly" userId="d269fecd-a8a2-4e5a-93ae-88bdaab21f51" providerId="ADAL" clId="{36A8BE69-29E1-4F13-A49C-C25AE91E6A3E}" dt="2023-08-24T13:52:53.649" v="1" actId="47"/>
        <pc:sldMkLst>
          <pc:docMk/>
          <pc:sldMk cId="747938625" sldId="422"/>
        </pc:sldMkLst>
      </pc:sldChg>
      <pc:sldChg chg="del">
        <pc:chgData name="James Pengelly" userId="d269fecd-a8a2-4e5a-93ae-88bdaab21f51" providerId="ADAL" clId="{36A8BE69-29E1-4F13-A49C-C25AE91E6A3E}" dt="2023-08-24T13:52:53.649" v="1" actId="47"/>
        <pc:sldMkLst>
          <pc:docMk/>
          <pc:sldMk cId="3663672702" sldId="423"/>
        </pc:sldMkLst>
      </pc:sldChg>
      <pc:sldChg chg="del">
        <pc:chgData name="James Pengelly" userId="d269fecd-a8a2-4e5a-93ae-88bdaab21f51" providerId="ADAL" clId="{36A8BE69-29E1-4F13-A49C-C25AE91E6A3E}" dt="2023-08-24T13:52:53.649" v="1" actId="47"/>
        <pc:sldMkLst>
          <pc:docMk/>
          <pc:sldMk cId="1703881002" sldId="424"/>
        </pc:sldMkLst>
      </pc:sldChg>
      <pc:sldChg chg="del">
        <pc:chgData name="James Pengelly" userId="d269fecd-a8a2-4e5a-93ae-88bdaab21f51" providerId="ADAL" clId="{36A8BE69-29E1-4F13-A49C-C25AE91E6A3E}" dt="2023-08-24T13:52:53.649" v="1" actId="47"/>
        <pc:sldMkLst>
          <pc:docMk/>
          <pc:sldMk cId="2422481433" sldId="426"/>
        </pc:sldMkLst>
      </pc:sldChg>
      <pc:sldChg chg="del">
        <pc:chgData name="James Pengelly" userId="d269fecd-a8a2-4e5a-93ae-88bdaab21f51" providerId="ADAL" clId="{36A8BE69-29E1-4F13-A49C-C25AE91E6A3E}" dt="2023-08-24T13:52:53.649" v="1" actId="47"/>
        <pc:sldMkLst>
          <pc:docMk/>
          <pc:sldMk cId="1349580473" sldId="429"/>
        </pc:sldMkLst>
      </pc:sldChg>
      <pc:sldChg chg="del">
        <pc:chgData name="James Pengelly" userId="d269fecd-a8a2-4e5a-93ae-88bdaab21f51" providerId="ADAL" clId="{36A8BE69-29E1-4F13-A49C-C25AE91E6A3E}" dt="2023-08-24T13:52:53.649" v="1" actId="47"/>
        <pc:sldMkLst>
          <pc:docMk/>
          <pc:sldMk cId="2265083478" sldId="430"/>
        </pc:sldMkLst>
      </pc:sldChg>
      <pc:sldChg chg="del">
        <pc:chgData name="James Pengelly" userId="d269fecd-a8a2-4e5a-93ae-88bdaab21f51" providerId="ADAL" clId="{36A8BE69-29E1-4F13-A49C-C25AE91E6A3E}" dt="2023-08-24T13:52:53.649" v="1" actId="47"/>
        <pc:sldMkLst>
          <pc:docMk/>
          <pc:sldMk cId="2863113325" sldId="431"/>
        </pc:sldMkLst>
      </pc:sldChg>
      <pc:sldChg chg="del">
        <pc:chgData name="James Pengelly" userId="d269fecd-a8a2-4e5a-93ae-88bdaab21f51" providerId="ADAL" clId="{36A8BE69-29E1-4F13-A49C-C25AE91E6A3E}" dt="2023-08-24T13:52:53.649" v="1" actId="47"/>
        <pc:sldMkLst>
          <pc:docMk/>
          <pc:sldMk cId="3556797560" sldId="432"/>
        </pc:sldMkLst>
      </pc:sldChg>
      <pc:sldChg chg="del">
        <pc:chgData name="James Pengelly" userId="d269fecd-a8a2-4e5a-93ae-88bdaab21f51" providerId="ADAL" clId="{36A8BE69-29E1-4F13-A49C-C25AE91E6A3E}" dt="2023-08-24T13:52:53.649" v="1" actId="47"/>
        <pc:sldMkLst>
          <pc:docMk/>
          <pc:sldMk cId="2981302178" sldId="433"/>
        </pc:sldMkLst>
      </pc:sldChg>
      <pc:sldChg chg="del">
        <pc:chgData name="James Pengelly" userId="d269fecd-a8a2-4e5a-93ae-88bdaab21f51" providerId="ADAL" clId="{36A8BE69-29E1-4F13-A49C-C25AE91E6A3E}" dt="2023-08-24T13:52:53.649" v="1" actId="47"/>
        <pc:sldMkLst>
          <pc:docMk/>
          <pc:sldMk cId="733584931" sldId="434"/>
        </pc:sldMkLst>
      </pc:sldChg>
      <pc:sldChg chg="del">
        <pc:chgData name="James Pengelly" userId="d269fecd-a8a2-4e5a-93ae-88bdaab21f51" providerId="ADAL" clId="{36A8BE69-29E1-4F13-A49C-C25AE91E6A3E}" dt="2023-08-24T13:52:53.649" v="1" actId="47"/>
        <pc:sldMkLst>
          <pc:docMk/>
          <pc:sldMk cId="1695507307" sldId="435"/>
        </pc:sldMkLst>
      </pc:sldChg>
      <pc:sldChg chg="del">
        <pc:chgData name="James Pengelly" userId="d269fecd-a8a2-4e5a-93ae-88bdaab21f51" providerId="ADAL" clId="{36A8BE69-29E1-4F13-A49C-C25AE91E6A3E}" dt="2023-08-24T13:52:53.649" v="1" actId="47"/>
        <pc:sldMkLst>
          <pc:docMk/>
          <pc:sldMk cId="2233051909" sldId="436"/>
        </pc:sldMkLst>
      </pc:sldChg>
      <pc:sldChg chg="del">
        <pc:chgData name="James Pengelly" userId="d269fecd-a8a2-4e5a-93ae-88bdaab21f51" providerId="ADAL" clId="{36A8BE69-29E1-4F13-A49C-C25AE91E6A3E}" dt="2023-08-24T13:52:53.649" v="1" actId="47"/>
        <pc:sldMkLst>
          <pc:docMk/>
          <pc:sldMk cId="1342897180" sldId="437"/>
        </pc:sldMkLst>
      </pc:sldChg>
      <pc:sldChg chg="del">
        <pc:chgData name="James Pengelly" userId="d269fecd-a8a2-4e5a-93ae-88bdaab21f51" providerId="ADAL" clId="{36A8BE69-29E1-4F13-A49C-C25AE91E6A3E}" dt="2023-08-24T13:52:53.649" v="1" actId="47"/>
        <pc:sldMkLst>
          <pc:docMk/>
          <pc:sldMk cId="3580490817" sldId="438"/>
        </pc:sldMkLst>
      </pc:sldChg>
      <pc:sldChg chg="del">
        <pc:chgData name="James Pengelly" userId="d269fecd-a8a2-4e5a-93ae-88bdaab21f51" providerId="ADAL" clId="{36A8BE69-29E1-4F13-A49C-C25AE91E6A3E}" dt="2023-08-24T13:52:53.649" v="1" actId="47"/>
        <pc:sldMkLst>
          <pc:docMk/>
          <pc:sldMk cId="3852504957" sldId="439"/>
        </pc:sldMkLst>
      </pc:sldChg>
      <pc:sldChg chg="del">
        <pc:chgData name="James Pengelly" userId="d269fecd-a8a2-4e5a-93ae-88bdaab21f51" providerId="ADAL" clId="{36A8BE69-29E1-4F13-A49C-C25AE91E6A3E}" dt="2023-08-24T13:52:53.649" v="1" actId="47"/>
        <pc:sldMkLst>
          <pc:docMk/>
          <pc:sldMk cId="3380087145" sldId="440"/>
        </pc:sldMkLst>
      </pc:sldChg>
      <pc:sldChg chg="del">
        <pc:chgData name="James Pengelly" userId="d269fecd-a8a2-4e5a-93ae-88bdaab21f51" providerId="ADAL" clId="{36A8BE69-29E1-4F13-A49C-C25AE91E6A3E}" dt="2023-08-24T13:52:53.649" v="1" actId="47"/>
        <pc:sldMkLst>
          <pc:docMk/>
          <pc:sldMk cId="698315745" sldId="441"/>
        </pc:sldMkLst>
      </pc:sldChg>
      <pc:sldChg chg="del">
        <pc:chgData name="James Pengelly" userId="d269fecd-a8a2-4e5a-93ae-88bdaab21f51" providerId="ADAL" clId="{36A8BE69-29E1-4F13-A49C-C25AE91E6A3E}" dt="2023-08-24T13:52:53.649" v="1" actId="47"/>
        <pc:sldMkLst>
          <pc:docMk/>
          <pc:sldMk cId="3816258168" sldId="442"/>
        </pc:sldMkLst>
      </pc:sldChg>
      <pc:sldChg chg="del">
        <pc:chgData name="James Pengelly" userId="d269fecd-a8a2-4e5a-93ae-88bdaab21f51" providerId="ADAL" clId="{36A8BE69-29E1-4F13-A49C-C25AE91E6A3E}" dt="2023-08-24T13:52:53.649" v="1" actId="47"/>
        <pc:sldMkLst>
          <pc:docMk/>
          <pc:sldMk cId="1753989791" sldId="444"/>
        </pc:sldMkLst>
      </pc:sldChg>
      <pc:sldChg chg="del">
        <pc:chgData name="James Pengelly" userId="d269fecd-a8a2-4e5a-93ae-88bdaab21f51" providerId="ADAL" clId="{36A8BE69-29E1-4F13-A49C-C25AE91E6A3E}" dt="2023-08-24T13:52:53.649" v="1" actId="47"/>
        <pc:sldMkLst>
          <pc:docMk/>
          <pc:sldMk cId="1660465454" sldId="445"/>
        </pc:sldMkLst>
      </pc:sldChg>
      <pc:sldChg chg="del">
        <pc:chgData name="James Pengelly" userId="d269fecd-a8a2-4e5a-93ae-88bdaab21f51" providerId="ADAL" clId="{36A8BE69-29E1-4F13-A49C-C25AE91E6A3E}" dt="2023-08-24T13:52:53.649" v="1" actId="47"/>
        <pc:sldMkLst>
          <pc:docMk/>
          <pc:sldMk cId="565982352" sldId="447"/>
        </pc:sldMkLst>
      </pc:sldChg>
      <pc:sldChg chg="del">
        <pc:chgData name="James Pengelly" userId="d269fecd-a8a2-4e5a-93ae-88bdaab21f51" providerId="ADAL" clId="{36A8BE69-29E1-4F13-A49C-C25AE91E6A3E}" dt="2023-08-24T13:52:53.649" v="1" actId="47"/>
        <pc:sldMkLst>
          <pc:docMk/>
          <pc:sldMk cId="1357474779" sldId="448"/>
        </pc:sldMkLst>
      </pc:sldChg>
      <pc:sldChg chg="del">
        <pc:chgData name="James Pengelly" userId="d269fecd-a8a2-4e5a-93ae-88bdaab21f51" providerId="ADAL" clId="{36A8BE69-29E1-4F13-A49C-C25AE91E6A3E}" dt="2023-08-24T13:52:53.649" v="1" actId="47"/>
        <pc:sldMkLst>
          <pc:docMk/>
          <pc:sldMk cId="2067507612" sldId="449"/>
        </pc:sldMkLst>
      </pc:sldChg>
      <pc:sldChg chg="del">
        <pc:chgData name="James Pengelly" userId="d269fecd-a8a2-4e5a-93ae-88bdaab21f51" providerId="ADAL" clId="{36A8BE69-29E1-4F13-A49C-C25AE91E6A3E}" dt="2023-08-24T13:52:53.649" v="1" actId="47"/>
        <pc:sldMkLst>
          <pc:docMk/>
          <pc:sldMk cId="2390412907" sldId="450"/>
        </pc:sldMkLst>
      </pc:sldChg>
      <pc:sldChg chg="del">
        <pc:chgData name="James Pengelly" userId="d269fecd-a8a2-4e5a-93ae-88bdaab21f51" providerId="ADAL" clId="{36A8BE69-29E1-4F13-A49C-C25AE91E6A3E}" dt="2023-08-24T13:52:53.649" v="1" actId="47"/>
        <pc:sldMkLst>
          <pc:docMk/>
          <pc:sldMk cId="2183265962" sldId="451"/>
        </pc:sldMkLst>
      </pc:sldChg>
      <pc:sldChg chg="del">
        <pc:chgData name="James Pengelly" userId="d269fecd-a8a2-4e5a-93ae-88bdaab21f51" providerId="ADAL" clId="{36A8BE69-29E1-4F13-A49C-C25AE91E6A3E}" dt="2023-08-24T13:52:53.649" v="1" actId="47"/>
        <pc:sldMkLst>
          <pc:docMk/>
          <pc:sldMk cId="2783724496" sldId="452"/>
        </pc:sldMkLst>
      </pc:sldChg>
      <pc:sldChg chg="del">
        <pc:chgData name="James Pengelly" userId="d269fecd-a8a2-4e5a-93ae-88bdaab21f51" providerId="ADAL" clId="{36A8BE69-29E1-4F13-A49C-C25AE91E6A3E}" dt="2023-08-24T13:52:53.649" v="1" actId="47"/>
        <pc:sldMkLst>
          <pc:docMk/>
          <pc:sldMk cId="2334895818" sldId="453"/>
        </pc:sldMkLst>
      </pc:sldChg>
      <pc:sldChg chg="del">
        <pc:chgData name="James Pengelly" userId="d269fecd-a8a2-4e5a-93ae-88bdaab21f51" providerId="ADAL" clId="{36A8BE69-29E1-4F13-A49C-C25AE91E6A3E}" dt="2023-08-24T13:52:53.649" v="1" actId="47"/>
        <pc:sldMkLst>
          <pc:docMk/>
          <pc:sldMk cId="1506105089" sldId="454"/>
        </pc:sldMkLst>
      </pc:sldChg>
      <pc:sldChg chg="del">
        <pc:chgData name="James Pengelly" userId="d269fecd-a8a2-4e5a-93ae-88bdaab21f51" providerId="ADAL" clId="{36A8BE69-29E1-4F13-A49C-C25AE91E6A3E}" dt="2023-08-24T13:52:53.649" v="1" actId="47"/>
        <pc:sldMkLst>
          <pc:docMk/>
          <pc:sldMk cId="1780367112" sldId="455"/>
        </pc:sldMkLst>
      </pc:sldChg>
      <pc:sldChg chg="del">
        <pc:chgData name="James Pengelly" userId="d269fecd-a8a2-4e5a-93ae-88bdaab21f51" providerId="ADAL" clId="{36A8BE69-29E1-4F13-A49C-C25AE91E6A3E}" dt="2023-08-24T13:52:53.649" v="1" actId="47"/>
        <pc:sldMkLst>
          <pc:docMk/>
          <pc:sldMk cId="2878365943" sldId="461"/>
        </pc:sldMkLst>
      </pc:sldChg>
      <pc:sldChg chg="del">
        <pc:chgData name="James Pengelly" userId="d269fecd-a8a2-4e5a-93ae-88bdaab21f51" providerId="ADAL" clId="{36A8BE69-29E1-4F13-A49C-C25AE91E6A3E}" dt="2023-08-24T13:52:53.649" v="1" actId="47"/>
        <pc:sldMkLst>
          <pc:docMk/>
          <pc:sldMk cId="1809496739" sldId="463"/>
        </pc:sldMkLst>
      </pc:sldChg>
      <pc:sldChg chg="del">
        <pc:chgData name="James Pengelly" userId="d269fecd-a8a2-4e5a-93ae-88bdaab21f51" providerId="ADAL" clId="{36A8BE69-29E1-4F13-A49C-C25AE91E6A3E}" dt="2023-08-24T13:52:53.649" v="1" actId="47"/>
        <pc:sldMkLst>
          <pc:docMk/>
          <pc:sldMk cId="3183680570" sldId="464"/>
        </pc:sldMkLst>
      </pc:sldChg>
      <pc:sldChg chg="del">
        <pc:chgData name="James Pengelly" userId="d269fecd-a8a2-4e5a-93ae-88bdaab21f51" providerId="ADAL" clId="{36A8BE69-29E1-4F13-A49C-C25AE91E6A3E}" dt="2023-08-24T13:52:53.649" v="1" actId="47"/>
        <pc:sldMkLst>
          <pc:docMk/>
          <pc:sldMk cId="3408326376" sldId="465"/>
        </pc:sldMkLst>
      </pc:sldChg>
      <pc:sldChg chg="del">
        <pc:chgData name="James Pengelly" userId="d269fecd-a8a2-4e5a-93ae-88bdaab21f51" providerId="ADAL" clId="{36A8BE69-29E1-4F13-A49C-C25AE91E6A3E}" dt="2023-08-24T13:52:53.649" v="1" actId="47"/>
        <pc:sldMkLst>
          <pc:docMk/>
          <pc:sldMk cId="3761177557" sldId="468"/>
        </pc:sldMkLst>
      </pc:sldChg>
      <pc:sldChg chg="del">
        <pc:chgData name="James Pengelly" userId="d269fecd-a8a2-4e5a-93ae-88bdaab21f51" providerId="ADAL" clId="{36A8BE69-29E1-4F13-A49C-C25AE91E6A3E}" dt="2023-08-24T13:52:53.649" v="1" actId="47"/>
        <pc:sldMkLst>
          <pc:docMk/>
          <pc:sldMk cId="1450753478" sldId="469"/>
        </pc:sldMkLst>
      </pc:sldChg>
      <pc:sldChg chg="del">
        <pc:chgData name="James Pengelly" userId="d269fecd-a8a2-4e5a-93ae-88bdaab21f51" providerId="ADAL" clId="{36A8BE69-29E1-4F13-A49C-C25AE91E6A3E}" dt="2023-08-24T13:52:53.649" v="1" actId="47"/>
        <pc:sldMkLst>
          <pc:docMk/>
          <pc:sldMk cId="597277254" sldId="470"/>
        </pc:sldMkLst>
      </pc:sldChg>
      <pc:sldChg chg="del">
        <pc:chgData name="James Pengelly" userId="d269fecd-a8a2-4e5a-93ae-88bdaab21f51" providerId="ADAL" clId="{36A8BE69-29E1-4F13-A49C-C25AE91E6A3E}" dt="2023-08-24T13:52:53.649" v="1" actId="47"/>
        <pc:sldMkLst>
          <pc:docMk/>
          <pc:sldMk cId="3444267560" sldId="471"/>
        </pc:sldMkLst>
      </pc:sldChg>
      <pc:sldChg chg="del">
        <pc:chgData name="James Pengelly" userId="d269fecd-a8a2-4e5a-93ae-88bdaab21f51" providerId="ADAL" clId="{36A8BE69-29E1-4F13-A49C-C25AE91E6A3E}" dt="2023-08-24T13:52:53.649" v="1" actId="47"/>
        <pc:sldMkLst>
          <pc:docMk/>
          <pc:sldMk cId="177810587" sldId="472"/>
        </pc:sldMkLst>
      </pc:sldChg>
      <pc:sldChg chg="del">
        <pc:chgData name="James Pengelly" userId="d269fecd-a8a2-4e5a-93ae-88bdaab21f51" providerId="ADAL" clId="{36A8BE69-29E1-4F13-A49C-C25AE91E6A3E}" dt="2023-08-24T13:52:53.649" v="1" actId="47"/>
        <pc:sldMkLst>
          <pc:docMk/>
          <pc:sldMk cId="3928027250" sldId="473"/>
        </pc:sldMkLst>
      </pc:sldChg>
      <pc:sldChg chg="del">
        <pc:chgData name="James Pengelly" userId="d269fecd-a8a2-4e5a-93ae-88bdaab21f51" providerId="ADAL" clId="{36A8BE69-29E1-4F13-A49C-C25AE91E6A3E}" dt="2023-08-24T13:52:53.649" v="1" actId="47"/>
        <pc:sldMkLst>
          <pc:docMk/>
          <pc:sldMk cId="1208367764" sldId="474"/>
        </pc:sldMkLst>
      </pc:sldChg>
      <pc:sldChg chg="del">
        <pc:chgData name="James Pengelly" userId="d269fecd-a8a2-4e5a-93ae-88bdaab21f51" providerId="ADAL" clId="{36A8BE69-29E1-4F13-A49C-C25AE91E6A3E}" dt="2023-08-24T13:52:53.649" v="1" actId="47"/>
        <pc:sldMkLst>
          <pc:docMk/>
          <pc:sldMk cId="1846318869" sldId="475"/>
        </pc:sldMkLst>
      </pc:sldChg>
      <pc:sldChg chg="del">
        <pc:chgData name="James Pengelly" userId="d269fecd-a8a2-4e5a-93ae-88bdaab21f51" providerId="ADAL" clId="{36A8BE69-29E1-4F13-A49C-C25AE91E6A3E}" dt="2023-08-24T13:52:53.649" v="1" actId="47"/>
        <pc:sldMkLst>
          <pc:docMk/>
          <pc:sldMk cId="1050364708" sldId="476"/>
        </pc:sldMkLst>
      </pc:sldChg>
      <pc:sldChg chg="del">
        <pc:chgData name="James Pengelly" userId="d269fecd-a8a2-4e5a-93ae-88bdaab21f51" providerId="ADAL" clId="{36A8BE69-29E1-4F13-A49C-C25AE91E6A3E}" dt="2023-08-24T13:52:53.649" v="1" actId="47"/>
        <pc:sldMkLst>
          <pc:docMk/>
          <pc:sldMk cId="1189368309" sldId="477"/>
        </pc:sldMkLst>
      </pc:sldChg>
      <pc:sldChg chg="del">
        <pc:chgData name="James Pengelly" userId="d269fecd-a8a2-4e5a-93ae-88bdaab21f51" providerId="ADAL" clId="{36A8BE69-29E1-4F13-A49C-C25AE91E6A3E}" dt="2023-08-24T13:52:53.649" v="1" actId="47"/>
        <pc:sldMkLst>
          <pc:docMk/>
          <pc:sldMk cId="3022556364" sldId="478"/>
        </pc:sldMkLst>
      </pc:sldChg>
      <pc:sldChg chg="del">
        <pc:chgData name="James Pengelly" userId="d269fecd-a8a2-4e5a-93ae-88bdaab21f51" providerId="ADAL" clId="{36A8BE69-29E1-4F13-A49C-C25AE91E6A3E}" dt="2023-08-24T13:52:53.649" v="1" actId="47"/>
        <pc:sldMkLst>
          <pc:docMk/>
          <pc:sldMk cId="3131689005" sldId="523"/>
        </pc:sldMkLst>
      </pc:sldChg>
      <pc:sldChg chg="del">
        <pc:chgData name="James Pengelly" userId="d269fecd-a8a2-4e5a-93ae-88bdaab21f51" providerId="ADAL" clId="{36A8BE69-29E1-4F13-A49C-C25AE91E6A3E}" dt="2023-08-24T13:52:53.649" v="1" actId="47"/>
        <pc:sldMkLst>
          <pc:docMk/>
          <pc:sldMk cId="2811473902" sldId="564"/>
        </pc:sldMkLst>
      </pc:sldChg>
      <pc:sldChg chg="del">
        <pc:chgData name="James Pengelly" userId="d269fecd-a8a2-4e5a-93ae-88bdaab21f51" providerId="ADAL" clId="{36A8BE69-29E1-4F13-A49C-C25AE91E6A3E}" dt="2023-08-24T13:52:53.649" v="1" actId="47"/>
        <pc:sldMkLst>
          <pc:docMk/>
          <pc:sldMk cId="396875299" sldId="620"/>
        </pc:sldMkLst>
      </pc:sldChg>
      <pc:sldChg chg="del">
        <pc:chgData name="James Pengelly" userId="d269fecd-a8a2-4e5a-93ae-88bdaab21f51" providerId="ADAL" clId="{36A8BE69-29E1-4F13-A49C-C25AE91E6A3E}" dt="2023-08-24T13:52:53.649" v="1" actId="47"/>
        <pc:sldMkLst>
          <pc:docMk/>
          <pc:sldMk cId="3049657586" sldId="915"/>
        </pc:sldMkLst>
      </pc:sldChg>
      <pc:sldChg chg="del">
        <pc:chgData name="James Pengelly" userId="d269fecd-a8a2-4e5a-93ae-88bdaab21f51" providerId="ADAL" clId="{36A8BE69-29E1-4F13-A49C-C25AE91E6A3E}" dt="2023-08-24T13:52:53.649" v="1" actId="47"/>
        <pc:sldMkLst>
          <pc:docMk/>
          <pc:sldMk cId="1551599212" sldId="916"/>
        </pc:sldMkLst>
      </pc:sldChg>
      <pc:sldChg chg="del">
        <pc:chgData name="James Pengelly" userId="d269fecd-a8a2-4e5a-93ae-88bdaab21f51" providerId="ADAL" clId="{36A8BE69-29E1-4F13-A49C-C25AE91E6A3E}" dt="2023-08-24T13:52:53.649" v="1" actId="47"/>
        <pc:sldMkLst>
          <pc:docMk/>
          <pc:sldMk cId="2931648276" sldId="917"/>
        </pc:sldMkLst>
      </pc:sldChg>
      <pc:sldChg chg="del">
        <pc:chgData name="James Pengelly" userId="d269fecd-a8a2-4e5a-93ae-88bdaab21f51" providerId="ADAL" clId="{36A8BE69-29E1-4F13-A49C-C25AE91E6A3E}" dt="2023-08-24T13:52:53.649" v="1" actId="47"/>
        <pc:sldMkLst>
          <pc:docMk/>
          <pc:sldMk cId="3463918722" sldId="918"/>
        </pc:sldMkLst>
      </pc:sldChg>
      <pc:sldChg chg="del">
        <pc:chgData name="James Pengelly" userId="d269fecd-a8a2-4e5a-93ae-88bdaab21f51" providerId="ADAL" clId="{36A8BE69-29E1-4F13-A49C-C25AE91E6A3E}" dt="2023-08-24T13:52:53.649" v="1" actId="47"/>
        <pc:sldMkLst>
          <pc:docMk/>
          <pc:sldMk cId="1855871270" sldId="919"/>
        </pc:sldMkLst>
      </pc:sldChg>
      <pc:sldChg chg="del">
        <pc:chgData name="James Pengelly" userId="d269fecd-a8a2-4e5a-93ae-88bdaab21f51" providerId="ADAL" clId="{36A8BE69-29E1-4F13-A49C-C25AE91E6A3E}" dt="2023-08-24T13:52:53.649" v="1" actId="47"/>
        <pc:sldMkLst>
          <pc:docMk/>
          <pc:sldMk cId="564391330" sldId="920"/>
        </pc:sldMkLst>
      </pc:sldChg>
      <pc:sldChg chg="del">
        <pc:chgData name="James Pengelly" userId="d269fecd-a8a2-4e5a-93ae-88bdaab21f51" providerId="ADAL" clId="{36A8BE69-29E1-4F13-A49C-C25AE91E6A3E}" dt="2023-08-24T13:52:53.649" v="1" actId="47"/>
        <pc:sldMkLst>
          <pc:docMk/>
          <pc:sldMk cId="2984159356" sldId="921"/>
        </pc:sldMkLst>
      </pc:sldChg>
      <pc:sldChg chg="del">
        <pc:chgData name="James Pengelly" userId="d269fecd-a8a2-4e5a-93ae-88bdaab21f51" providerId="ADAL" clId="{36A8BE69-29E1-4F13-A49C-C25AE91E6A3E}" dt="2023-08-24T13:52:53.649" v="1" actId="47"/>
        <pc:sldMkLst>
          <pc:docMk/>
          <pc:sldMk cId="3406951735" sldId="922"/>
        </pc:sldMkLst>
      </pc:sldChg>
      <pc:sldChg chg="del">
        <pc:chgData name="James Pengelly" userId="d269fecd-a8a2-4e5a-93ae-88bdaab21f51" providerId="ADAL" clId="{36A8BE69-29E1-4F13-A49C-C25AE91E6A3E}" dt="2023-08-24T13:52:53.649" v="1" actId="47"/>
        <pc:sldMkLst>
          <pc:docMk/>
          <pc:sldMk cId="2607486583" sldId="923"/>
        </pc:sldMkLst>
      </pc:sldChg>
      <pc:sldChg chg="del">
        <pc:chgData name="James Pengelly" userId="d269fecd-a8a2-4e5a-93ae-88bdaab21f51" providerId="ADAL" clId="{36A8BE69-29E1-4F13-A49C-C25AE91E6A3E}" dt="2023-08-24T13:52:53.649" v="1" actId="47"/>
        <pc:sldMkLst>
          <pc:docMk/>
          <pc:sldMk cId="4092808222" sldId="924"/>
        </pc:sldMkLst>
      </pc:sldChg>
      <pc:sldChg chg="del">
        <pc:chgData name="James Pengelly" userId="d269fecd-a8a2-4e5a-93ae-88bdaab21f51" providerId="ADAL" clId="{36A8BE69-29E1-4F13-A49C-C25AE91E6A3E}" dt="2023-08-24T13:52:53.649" v="1" actId="47"/>
        <pc:sldMkLst>
          <pc:docMk/>
          <pc:sldMk cId="2193365181" sldId="925"/>
        </pc:sldMkLst>
      </pc:sldChg>
      <pc:sldChg chg="del">
        <pc:chgData name="James Pengelly" userId="d269fecd-a8a2-4e5a-93ae-88bdaab21f51" providerId="ADAL" clId="{36A8BE69-29E1-4F13-A49C-C25AE91E6A3E}" dt="2023-08-24T13:52:53.649" v="1" actId="47"/>
        <pc:sldMkLst>
          <pc:docMk/>
          <pc:sldMk cId="4138720517" sldId="926"/>
        </pc:sldMkLst>
      </pc:sldChg>
      <pc:sldChg chg="del">
        <pc:chgData name="James Pengelly" userId="d269fecd-a8a2-4e5a-93ae-88bdaab21f51" providerId="ADAL" clId="{36A8BE69-29E1-4F13-A49C-C25AE91E6A3E}" dt="2023-08-24T13:52:53.649" v="1" actId="47"/>
        <pc:sldMkLst>
          <pc:docMk/>
          <pc:sldMk cId="858939526" sldId="927"/>
        </pc:sldMkLst>
      </pc:sldChg>
      <pc:sldChg chg="del">
        <pc:chgData name="James Pengelly" userId="d269fecd-a8a2-4e5a-93ae-88bdaab21f51" providerId="ADAL" clId="{36A8BE69-29E1-4F13-A49C-C25AE91E6A3E}" dt="2023-08-24T13:52:53.649" v="1" actId="47"/>
        <pc:sldMkLst>
          <pc:docMk/>
          <pc:sldMk cId="566436964" sldId="928"/>
        </pc:sldMkLst>
      </pc:sldChg>
      <pc:sldChg chg="del">
        <pc:chgData name="James Pengelly" userId="d269fecd-a8a2-4e5a-93ae-88bdaab21f51" providerId="ADAL" clId="{36A8BE69-29E1-4F13-A49C-C25AE91E6A3E}" dt="2023-08-24T13:52:53.649" v="1" actId="47"/>
        <pc:sldMkLst>
          <pc:docMk/>
          <pc:sldMk cId="2713682525" sldId="929"/>
        </pc:sldMkLst>
      </pc:sldChg>
      <pc:sldChg chg="del">
        <pc:chgData name="James Pengelly" userId="d269fecd-a8a2-4e5a-93ae-88bdaab21f51" providerId="ADAL" clId="{36A8BE69-29E1-4F13-A49C-C25AE91E6A3E}" dt="2023-08-24T13:52:53.649" v="1" actId="47"/>
        <pc:sldMkLst>
          <pc:docMk/>
          <pc:sldMk cId="885992107" sldId="930"/>
        </pc:sldMkLst>
      </pc:sldChg>
      <pc:sldChg chg="del">
        <pc:chgData name="James Pengelly" userId="d269fecd-a8a2-4e5a-93ae-88bdaab21f51" providerId="ADAL" clId="{36A8BE69-29E1-4F13-A49C-C25AE91E6A3E}" dt="2023-08-24T13:52:47.429" v="0" actId="47"/>
        <pc:sldMkLst>
          <pc:docMk/>
          <pc:sldMk cId="997338478" sldId="931"/>
        </pc:sldMkLst>
      </pc:sldChg>
      <pc:sldChg chg="modNotesTx">
        <pc:chgData name="James Pengelly" userId="d269fecd-a8a2-4e5a-93ae-88bdaab21f51" providerId="ADAL" clId="{36A8BE69-29E1-4F13-A49C-C25AE91E6A3E}" dt="2023-09-06T14:52:39.941" v="612" actId="20577"/>
        <pc:sldMkLst>
          <pc:docMk/>
          <pc:sldMk cId="2104262924" sldId="932"/>
        </pc:sldMkLst>
      </pc:sldChg>
      <pc:sldChg chg="del">
        <pc:chgData name="James Pengelly" userId="d269fecd-a8a2-4e5a-93ae-88bdaab21f51" providerId="ADAL" clId="{36A8BE69-29E1-4F13-A49C-C25AE91E6A3E}" dt="2023-08-24T13:52:53.649" v="1" actId="47"/>
        <pc:sldMkLst>
          <pc:docMk/>
          <pc:sldMk cId="494846069" sldId="933"/>
        </pc:sldMkLst>
      </pc:sldChg>
      <pc:sldChg chg="modSp new mod">
        <pc:chgData name="James Pengelly" userId="d269fecd-a8a2-4e5a-93ae-88bdaab21f51" providerId="ADAL" clId="{36A8BE69-29E1-4F13-A49C-C25AE91E6A3E}" dt="2023-09-06T11:00:47.955" v="15" actId="20577"/>
        <pc:sldMkLst>
          <pc:docMk/>
          <pc:sldMk cId="2185293454" sldId="933"/>
        </pc:sldMkLst>
        <pc:spChg chg="mod">
          <ac:chgData name="James Pengelly" userId="d269fecd-a8a2-4e5a-93ae-88bdaab21f51" providerId="ADAL" clId="{36A8BE69-29E1-4F13-A49C-C25AE91E6A3E}" dt="2023-09-06T11:00:33.026" v="12" actId="20577"/>
          <ac:spMkLst>
            <pc:docMk/>
            <pc:sldMk cId="2185293454" sldId="933"/>
            <ac:spMk id="2" creationId="{C3ACE9C7-B5BE-F6DF-AA20-3C9126F3FAB3}"/>
          </ac:spMkLst>
        </pc:spChg>
        <pc:spChg chg="mod">
          <ac:chgData name="James Pengelly" userId="d269fecd-a8a2-4e5a-93ae-88bdaab21f51" providerId="ADAL" clId="{36A8BE69-29E1-4F13-A49C-C25AE91E6A3E}" dt="2023-09-06T11:00:47.955" v="15" actId="20577"/>
          <ac:spMkLst>
            <pc:docMk/>
            <pc:sldMk cId="2185293454" sldId="933"/>
            <ac:spMk id="3" creationId="{D6AD5D8A-D949-A9C2-87EB-FA7DCB8EA01F}"/>
          </ac:spMkLst>
        </pc:spChg>
      </pc:sldChg>
      <pc:sldChg chg="del">
        <pc:chgData name="James Pengelly" userId="d269fecd-a8a2-4e5a-93ae-88bdaab21f51" providerId="ADAL" clId="{36A8BE69-29E1-4F13-A49C-C25AE91E6A3E}" dt="2023-08-24T13:52:53.649" v="1" actId="47"/>
        <pc:sldMkLst>
          <pc:docMk/>
          <pc:sldMk cId="3261149061" sldId="934"/>
        </pc:sldMkLst>
      </pc:sldChg>
      <pc:sldChg chg="modSp new mod">
        <pc:chgData name="James Pengelly" userId="d269fecd-a8a2-4e5a-93ae-88bdaab21f51" providerId="ADAL" clId="{36A8BE69-29E1-4F13-A49C-C25AE91E6A3E}" dt="2023-09-06T11:14:06.805" v="290" actId="20577"/>
        <pc:sldMkLst>
          <pc:docMk/>
          <pc:sldMk cId="3796021345" sldId="934"/>
        </pc:sldMkLst>
        <pc:spChg chg="mod">
          <ac:chgData name="James Pengelly" userId="d269fecd-a8a2-4e5a-93ae-88bdaab21f51" providerId="ADAL" clId="{36A8BE69-29E1-4F13-A49C-C25AE91E6A3E}" dt="2023-09-06T11:14:06.805" v="290" actId="20577"/>
          <ac:spMkLst>
            <pc:docMk/>
            <pc:sldMk cId="3796021345" sldId="934"/>
            <ac:spMk id="2" creationId="{F8FC1255-2581-1A7F-FCCA-D503E0D77042}"/>
          </ac:spMkLst>
        </pc:spChg>
        <pc:spChg chg="mod">
          <ac:chgData name="James Pengelly" userId="d269fecd-a8a2-4e5a-93ae-88bdaab21f51" providerId="ADAL" clId="{36A8BE69-29E1-4F13-A49C-C25AE91E6A3E}" dt="2023-09-06T11:10:24.001" v="31" actId="20577"/>
          <ac:spMkLst>
            <pc:docMk/>
            <pc:sldMk cId="3796021345" sldId="934"/>
            <ac:spMk id="3" creationId="{ACC2595F-1A0C-E310-71B6-CD400B9A1424}"/>
          </ac:spMkLst>
        </pc:spChg>
      </pc:sldChg>
      <pc:sldChg chg="del">
        <pc:chgData name="James Pengelly" userId="d269fecd-a8a2-4e5a-93ae-88bdaab21f51" providerId="ADAL" clId="{36A8BE69-29E1-4F13-A49C-C25AE91E6A3E}" dt="2023-08-24T13:52:53.649" v="1" actId="47"/>
        <pc:sldMkLst>
          <pc:docMk/>
          <pc:sldMk cId="500033866" sldId="935"/>
        </pc:sldMkLst>
      </pc:sldChg>
      <pc:sldChg chg="modSp new mod">
        <pc:chgData name="James Pengelly" userId="d269fecd-a8a2-4e5a-93ae-88bdaab21f51" providerId="ADAL" clId="{36A8BE69-29E1-4F13-A49C-C25AE91E6A3E}" dt="2023-09-06T11:16:22.283" v="580" actId="27636"/>
        <pc:sldMkLst>
          <pc:docMk/>
          <pc:sldMk cId="3375489181" sldId="935"/>
        </pc:sldMkLst>
        <pc:spChg chg="mod">
          <ac:chgData name="James Pengelly" userId="d269fecd-a8a2-4e5a-93ae-88bdaab21f51" providerId="ADAL" clId="{36A8BE69-29E1-4F13-A49C-C25AE91E6A3E}" dt="2023-09-06T11:16:22.283" v="580" actId="27636"/>
          <ac:spMkLst>
            <pc:docMk/>
            <pc:sldMk cId="3375489181" sldId="935"/>
            <ac:spMk id="2" creationId="{EE246713-112A-5313-DB31-462CE11A65C7}"/>
          </ac:spMkLst>
        </pc:spChg>
        <pc:spChg chg="mod">
          <ac:chgData name="James Pengelly" userId="d269fecd-a8a2-4e5a-93ae-88bdaab21f51" providerId="ADAL" clId="{36A8BE69-29E1-4F13-A49C-C25AE91E6A3E}" dt="2023-09-06T11:10:33.970" v="52" actId="20577"/>
          <ac:spMkLst>
            <pc:docMk/>
            <pc:sldMk cId="3375489181" sldId="935"/>
            <ac:spMk id="3" creationId="{24F1EF39-7BDE-B966-CA26-FBAA55EF3427}"/>
          </ac:spMkLst>
        </pc:spChg>
      </pc:sldChg>
      <pc:sldChg chg="modSp new mod">
        <pc:chgData name="James Pengelly" userId="d269fecd-a8a2-4e5a-93ae-88bdaab21f51" providerId="ADAL" clId="{36A8BE69-29E1-4F13-A49C-C25AE91E6A3E}" dt="2023-09-06T11:12:33.621" v="104" actId="20577"/>
        <pc:sldMkLst>
          <pc:docMk/>
          <pc:sldMk cId="114506518" sldId="936"/>
        </pc:sldMkLst>
        <pc:spChg chg="mod">
          <ac:chgData name="James Pengelly" userId="d269fecd-a8a2-4e5a-93ae-88bdaab21f51" providerId="ADAL" clId="{36A8BE69-29E1-4F13-A49C-C25AE91E6A3E}" dt="2023-09-06T11:12:33.621" v="104" actId="20577"/>
          <ac:spMkLst>
            <pc:docMk/>
            <pc:sldMk cId="114506518" sldId="936"/>
            <ac:spMk id="2" creationId="{F4D88CD3-752B-889F-2492-33F1622D6817}"/>
          </ac:spMkLst>
        </pc:spChg>
        <pc:spChg chg="mod">
          <ac:chgData name="James Pengelly" userId="d269fecd-a8a2-4e5a-93ae-88bdaab21f51" providerId="ADAL" clId="{36A8BE69-29E1-4F13-A49C-C25AE91E6A3E}" dt="2023-09-06T11:10:42.539" v="71" actId="20577"/>
          <ac:spMkLst>
            <pc:docMk/>
            <pc:sldMk cId="114506518" sldId="936"/>
            <ac:spMk id="3" creationId="{067FA03E-66AA-D825-D930-DD7B57D7F0BF}"/>
          </ac:spMkLst>
        </pc:spChg>
      </pc:sldChg>
      <pc:sldChg chg="del">
        <pc:chgData name="James Pengelly" userId="d269fecd-a8a2-4e5a-93ae-88bdaab21f51" providerId="ADAL" clId="{36A8BE69-29E1-4F13-A49C-C25AE91E6A3E}" dt="2023-08-24T13:52:53.649" v="1" actId="47"/>
        <pc:sldMkLst>
          <pc:docMk/>
          <pc:sldMk cId="2656603284" sldId="936"/>
        </pc:sldMkLst>
      </pc:sldChg>
      <pc:sldChg chg="del">
        <pc:chgData name="James Pengelly" userId="d269fecd-a8a2-4e5a-93ae-88bdaab21f51" providerId="ADAL" clId="{36A8BE69-29E1-4F13-A49C-C25AE91E6A3E}" dt="2023-08-24T13:52:53.649" v="1" actId="47"/>
        <pc:sldMkLst>
          <pc:docMk/>
          <pc:sldMk cId="1298247145" sldId="937"/>
        </pc:sldMkLst>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Footer Placeholder 3">
            <a:extLst>
              <a:ext uri="{FF2B5EF4-FFF2-40B4-BE49-F238E27FC236}">
                <a16:creationId xmlns:a16="http://schemas.microsoft.com/office/drawing/2014/main" id="{B06D6A9A-E421-49E1-95E3-28D4C7B9C8A6}"/>
              </a:ext>
            </a:extLst>
          </p:cNvPr>
          <p:cNvSpPr>
            <a:spLocks noGrp="1"/>
          </p:cNvSpPr>
          <p:nvPr>
            <p:ph type="ftr" sz="quarter" idx="2"/>
          </p:nvPr>
        </p:nvSpPr>
        <p:spPr>
          <a:xfrm>
            <a:off x="11017" y="8846898"/>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7" name="Slide Number Placeholder 4">
            <a:extLst>
              <a:ext uri="{FF2B5EF4-FFF2-40B4-BE49-F238E27FC236}">
                <a16:creationId xmlns:a16="http://schemas.microsoft.com/office/drawing/2014/main" id="{159ABDE6-7738-416A-B4E7-0C3C017A5174}"/>
              </a:ext>
            </a:extLst>
          </p:cNvPr>
          <p:cNvSpPr>
            <a:spLocks noGrp="1"/>
          </p:cNvSpPr>
          <p:nvPr>
            <p:ph type="sldNum" sz="quarter" idx="3"/>
          </p:nvPr>
        </p:nvSpPr>
        <p:spPr>
          <a:xfrm>
            <a:off x="6391349" y="8747560"/>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a:p>
        </p:txBody>
      </p:sp>
      <p:pic>
        <p:nvPicPr>
          <p:cNvPr id="8" name="Picture 7" descr="CompTIA_logo.wmf">
            <a:extLst>
              <a:ext uri="{FF2B5EF4-FFF2-40B4-BE49-F238E27FC236}">
                <a16:creationId xmlns:a16="http://schemas.microsoft.com/office/drawing/2014/main" id="{C687E238-29FD-442E-B707-9D78F681F08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6587" y="8742059"/>
            <a:ext cx="612648" cy="131064"/>
          </a:xfrm>
          <a:prstGeom prst="rect">
            <a:avLst/>
          </a:prstGeom>
        </p:spPr>
      </p:pic>
    </p:spTree>
    <p:extLst>
      <p:ext uri="{BB962C8B-B14F-4D97-AF65-F5344CB8AC3E}">
        <p14:creationId xmlns:p14="http://schemas.microsoft.com/office/powerpoint/2010/main" val="5385469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381000" y="311223"/>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381000" y="3845062"/>
            <a:ext cx="6096000" cy="4613138"/>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3">
            <a:extLst>
              <a:ext uri="{FF2B5EF4-FFF2-40B4-BE49-F238E27FC236}">
                <a16:creationId xmlns:a16="http://schemas.microsoft.com/office/drawing/2014/main" id="{7E08E5ED-27EB-4222-8673-ABB6E7176760}"/>
              </a:ext>
            </a:extLst>
          </p:cNvPr>
          <p:cNvSpPr>
            <a:spLocks noGrp="1"/>
          </p:cNvSpPr>
          <p:nvPr>
            <p:ph type="ftr" sz="quarter" idx="4"/>
          </p:nvPr>
        </p:nvSpPr>
        <p:spPr>
          <a:xfrm>
            <a:off x="77118" y="8868932"/>
            <a:ext cx="6195600" cy="155489"/>
          </a:xfrm>
          <a:prstGeom prst="rect">
            <a:avLst/>
          </a:prstGeom>
        </p:spPr>
        <p:txBody>
          <a:bodyPr vert="horz" lIns="91440" tIns="45720" rIns="91440" bIns="45720" rtlCol="0" anchor="ctr"/>
          <a:lstStyle>
            <a:lvl1pPr algn="r">
              <a:defRPr sz="600" i="0" u="none">
                <a:solidFill>
                  <a:schemeClr val="accent4"/>
                </a:solidFill>
              </a:defRPr>
            </a:lvl1pPr>
          </a:lstStyle>
          <a:p>
            <a:pPr algn="l"/>
            <a:endParaRPr lang="en-US" dirty="0"/>
          </a:p>
        </p:txBody>
      </p:sp>
      <p:sp>
        <p:nvSpPr>
          <p:cNvPr id="9" name="Slide Number Placeholder 4">
            <a:extLst>
              <a:ext uri="{FF2B5EF4-FFF2-40B4-BE49-F238E27FC236}">
                <a16:creationId xmlns:a16="http://schemas.microsoft.com/office/drawing/2014/main" id="{3F69D4DB-2CA4-4812-B085-993471451111}"/>
              </a:ext>
            </a:extLst>
          </p:cNvPr>
          <p:cNvSpPr>
            <a:spLocks noGrp="1"/>
          </p:cNvSpPr>
          <p:nvPr>
            <p:ph type="sldNum" sz="quarter" idx="5"/>
          </p:nvPr>
        </p:nvSpPr>
        <p:spPr>
          <a:xfrm>
            <a:off x="6336264" y="8769594"/>
            <a:ext cx="479184" cy="198675"/>
          </a:xfrm>
          <a:prstGeom prst="rect">
            <a:avLst/>
          </a:prstGeom>
        </p:spPr>
        <p:txBody>
          <a:bodyPr vert="horz" lIns="91440" tIns="45720" rIns="91440" bIns="45720" rtlCol="0" anchor="ctr"/>
          <a:lstStyle>
            <a:lvl1pPr algn="r">
              <a:defRPr sz="700">
                <a:solidFill>
                  <a:schemeClr val="tx1"/>
                </a:solidFill>
              </a:defRPr>
            </a:lvl1pPr>
          </a:lstStyle>
          <a:p>
            <a:fld id="{B7CF8A19-3A9E-4ABC-B336-2FDDE321C72D}" type="slidenum">
              <a:rPr lang="en-US" smtClean="0"/>
              <a:pPr/>
              <a:t>‹#›</a:t>
            </a:fld>
            <a:endParaRPr lang="en-US"/>
          </a:p>
        </p:txBody>
      </p:sp>
      <p:pic>
        <p:nvPicPr>
          <p:cNvPr id="10" name="Picture 9" descr="CompTIA_logo.wmf">
            <a:extLst>
              <a:ext uri="{FF2B5EF4-FFF2-40B4-BE49-F238E27FC236}">
                <a16:creationId xmlns:a16="http://schemas.microsoft.com/office/drawing/2014/main" id="{94795792-6EB9-40B5-B9EB-C67D5E9BEC1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42688" y="8764093"/>
            <a:ext cx="612648" cy="131064"/>
          </a:xfrm>
          <a:prstGeom prst="rect">
            <a:avLst/>
          </a:prstGeom>
        </p:spPr>
      </p:pic>
    </p:spTree>
    <p:extLst>
      <p:ext uri="{BB962C8B-B14F-4D97-AF65-F5344CB8AC3E}">
        <p14:creationId xmlns:p14="http://schemas.microsoft.com/office/powerpoint/2010/main" val="269031015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This lesson covers general concepts associated with threat, vulnerability, and risk.</a:t>
            </a:r>
          </a:p>
        </p:txBody>
      </p:sp>
      <p:sp>
        <p:nvSpPr>
          <p:cNvPr id="4" name="Slide Number Placeholder 3"/>
          <p:cNvSpPr>
            <a:spLocks noGrp="1"/>
          </p:cNvSpPr>
          <p:nvPr>
            <p:ph type="sldNum" sz="quarter" idx="5"/>
          </p:nvPr>
        </p:nvSpPr>
        <p:spPr/>
        <p:txBody>
          <a:bodyPr/>
          <a:lstStyle/>
          <a:p>
            <a:fld id="{B7CF8A19-3A9E-4ABC-B336-2FDDE321C72D}" type="slidenum">
              <a:rPr lang="en-US" smtClean="0"/>
              <a:pPr/>
              <a:t>1</a:t>
            </a:fld>
            <a:endParaRPr lang="en-US"/>
          </a:p>
        </p:txBody>
      </p:sp>
    </p:spTree>
    <p:extLst>
      <p:ext uri="{BB962C8B-B14F-4D97-AF65-F5344CB8AC3E}">
        <p14:creationId xmlns:p14="http://schemas.microsoft.com/office/powerpoint/2010/main" val="33021539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Students must be able to distinguish vulnerability, threat, risk, and categorize threat actor types for the exam.</a:t>
            </a:r>
          </a:p>
        </p:txBody>
      </p:sp>
      <p:sp>
        <p:nvSpPr>
          <p:cNvPr id="4" name="Slide Number Placeholder 3"/>
          <p:cNvSpPr>
            <a:spLocks noGrp="1"/>
          </p:cNvSpPr>
          <p:nvPr>
            <p:ph type="sldNum" sz="quarter" idx="5"/>
          </p:nvPr>
        </p:nvSpPr>
        <p:spPr/>
        <p:txBody>
          <a:bodyPr/>
          <a:lstStyle/>
          <a:p>
            <a:fld id="{B7CF8A19-3A9E-4ABC-B336-2FDDE321C72D}" type="slidenum">
              <a:rPr lang="en-US" smtClean="0"/>
              <a:pPr/>
              <a:t>3</a:t>
            </a:fld>
            <a:endParaRPr lang="en-US"/>
          </a:p>
        </p:txBody>
      </p:sp>
    </p:spTree>
    <p:extLst>
      <p:ext uri="{BB962C8B-B14F-4D97-AF65-F5344CB8AC3E}">
        <p14:creationId xmlns:p14="http://schemas.microsoft.com/office/powerpoint/2010/main" val="1193046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Make sure students can distinguish these terms and understand how assessment of vulnerability and threat drives calculation of risk.</a:t>
            </a:r>
          </a:p>
        </p:txBody>
      </p:sp>
      <p:sp>
        <p:nvSpPr>
          <p:cNvPr id="4" name="Slide Number Placeholder 3"/>
          <p:cNvSpPr>
            <a:spLocks noGrp="1"/>
          </p:cNvSpPr>
          <p:nvPr>
            <p:ph type="sldNum" sz="quarter" idx="5"/>
          </p:nvPr>
        </p:nvSpPr>
        <p:spPr/>
        <p:txBody>
          <a:bodyPr/>
          <a:lstStyle/>
          <a:p>
            <a:fld id="{B7CF8A19-3A9E-4ABC-B336-2FDDE321C72D}" type="slidenum">
              <a:rPr lang="en-US" smtClean="0"/>
              <a:pPr/>
              <a:t>4</a:t>
            </a:fld>
            <a:endParaRPr lang="en-US"/>
          </a:p>
        </p:txBody>
      </p:sp>
    </p:spTree>
    <p:extLst>
      <p:ext uri="{BB962C8B-B14F-4D97-AF65-F5344CB8AC3E}">
        <p14:creationId xmlns:p14="http://schemas.microsoft.com/office/powerpoint/2010/main" val="25087089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Note that the detailed process of analyzing the threat posed by a particular actor or adversary group is described as threat modeling. </a:t>
            </a:r>
          </a:p>
        </p:txBody>
      </p:sp>
      <p:sp>
        <p:nvSpPr>
          <p:cNvPr id="4" name="Slide Number Placeholder 3"/>
          <p:cNvSpPr>
            <a:spLocks noGrp="1"/>
          </p:cNvSpPr>
          <p:nvPr>
            <p:ph type="sldNum" sz="quarter" idx="5"/>
          </p:nvPr>
        </p:nvSpPr>
        <p:spPr/>
        <p:txBody>
          <a:bodyPr/>
          <a:lstStyle/>
          <a:p>
            <a:fld id="{B7CF8A19-3A9E-4ABC-B336-2FDDE321C72D}" type="slidenum">
              <a:rPr lang="en-US" smtClean="0"/>
              <a:pPr/>
              <a:t>5</a:t>
            </a:fld>
            <a:endParaRPr lang="en-US"/>
          </a:p>
        </p:txBody>
      </p:sp>
    </p:spTree>
    <p:extLst>
      <p:ext uri="{BB962C8B-B14F-4D97-AF65-F5344CB8AC3E}">
        <p14:creationId xmlns:p14="http://schemas.microsoft.com/office/powerpoint/2010/main" val="32770279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Discuss how threat sources and motivations change over time. For example, Internet threats have changed from being mostly opportunistic vandalism to structured threats associated with organized crime and state-backed groups.</a:t>
            </a:r>
          </a:p>
        </p:txBody>
      </p:sp>
      <p:sp>
        <p:nvSpPr>
          <p:cNvPr id="4" name="Slide Number Placeholder 3"/>
          <p:cNvSpPr>
            <a:spLocks noGrp="1"/>
          </p:cNvSpPr>
          <p:nvPr>
            <p:ph type="sldNum" sz="quarter" idx="5"/>
          </p:nvPr>
        </p:nvSpPr>
        <p:spPr/>
        <p:txBody>
          <a:bodyPr/>
          <a:lstStyle/>
          <a:p>
            <a:fld id="{B7CF8A19-3A9E-4ABC-B336-2FDDE321C72D}" type="slidenum">
              <a:rPr lang="en-US" smtClean="0"/>
              <a:pPr/>
              <a:t>6</a:t>
            </a:fld>
            <a:endParaRPr lang="en-US"/>
          </a:p>
        </p:txBody>
      </p:sp>
    </p:spTree>
    <p:extLst>
      <p:ext uri="{BB962C8B-B14F-4D97-AF65-F5344CB8AC3E}">
        <p14:creationId xmlns:p14="http://schemas.microsoft.com/office/powerpoint/2010/main" val="33793130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Get students to relate each of these types to capability and motivation.</a:t>
            </a:r>
          </a:p>
          <a:p>
            <a:endParaRPr lang="en-US" dirty="0"/>
          </a:p>
          <a:p>
            <a:r>
              <a:rPr lang="en-US" dirty="0"/>
              <a:t>Terminology such as black/white hat is non-inclusive and is being replaced by neutral terms (unauthorized/authorized).</a:t>
            </a:r>
          </a:p>
        </p:txBody>
      </p:sp>
      <p:sp>
        <p:nvSpPr>
          <p:cNvPr id="4" name="Slide Number Placeholder 3"/>
          <p:cNvSpPr>
            <a:spLocks noGrp="1"/>
          </p:cNvSpPr>
          <p:nvPr>
            <p:ph type="sldNum" sz="quarter" idx="5"/>
          </p:nvPr>
        </p:nvSpPr>
        <p:spPr/>
        <p:txBody>
          <a:bodyPr/>
          <a:lstStyle/>
          <a:p>
            <a:fld id="{B7CF8A19-3A9E-4ABC-B336-2FDDE321C72D}" type="slidenum">
              <a:rPr lang="en-US" smtClean="0"/>
              <a:pPr/>
              <a:t>7</a:t>
            </a:fld>
            <a:endParaRPr lang="en-US"/>
          </a:p>
        </p:txBody>
      </p:sp>
    </p:spTree>
    <p:extLst>
      <p:ext uri="{BB962C8B-B14F-4D97-AF65-F5344CB8AC3E}">
        <p14:creationId xmlns:p14="http://schemas.microsoft.com/office/powerpoint/2010/main" val="27392309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Get students to relate this type to intent/motivation and capability.</a:t>
            </a:r>
          </a:p>
          <a:p>
            <a:endParaRPr lang="en-US" dirty="0"/>
          </a:p>
          <a:p>
            <a:r>
              <a:rPr lang="en-US" dirty="0"/>
              <a:t>The Sony hack and WannaCry, both blamed on North Korea, are good examples of state-sponsored attacks.</a:t>
            </a:r>
          </a:p>
          <a:p>
            <a:endParaRPr lang="en-US" dirty="0"/>
          </a:p>
          <a:p>
            <a:r>
              <a:rPr lang="en-US" dirty="0"/>
              <a:t>China's Great Cannon is a good example of how nation-states can deploy significant cybersecurity resources to achieve their aims.</a:t>
            </a:r>
          </a:p>
        </p:txBody>
      </p:sp>
      <p:sp>
        <p:nvSpPr>
          <p:cNvPr id="4" name="Slide Number Placeholder 3"/>
          <p:cNvSpPr>
            <a:spLocks noGrp="1"/>
          </p:cNvSpPr>
          <p:nvPr>
            <p:ph type="sldNum" sz="quarter" idx="5"/>
          </p:nvPr>
        </p:nvSpPr>
        <p:spPr/>
        <p:txBody>
          <a:bodyPr/>
          <a:lstStyle/>
          <a:p>
            <a:fld id="{B7CF8A19-3A9E-4ABC-B336-2FDDE321C72D}" type="slidenum">
              <a:rPr lang="en-US" smtClean="0"/>
              <a:pPr/>
              <a:t>8</a:t>
            </a:fld>
            <a:endParaRPr lang="en-US"/>
          </a:p>
        </p:txBody>
      </p:sp>
    </p:spTree>
    <p:extLst>
      <p:ext uri="{BB962C8B-B14F-4D97-AF65-F5344CB8AC3E}">
        <p14:creationId xmlns:p14="http://schemas.microsoft.com/office/powerpoint/2010/main" val="31742725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SIM swap fraud is a good illustration of organized crime-type activity.</a:t>
            </a:r>
          </a:p>
          <a:p>
            <a:endParaRPr lang="en-US" dirty="0"/>
          </a:p>
          <a:p>
            <a:r>
              <a:rPr lang="en-US" dirty="0"/>
              <a:t>The Garmin ransomware incident illustrates the blurred lines between organized crime, state groups, and intent/motivation.</a:t>
            </a:r>
          </a:p>
        </p:txBody>
      </p:sp>
      <p:sp>
        <p:nvSpPr>
          <p:cNvPr id="4" name="Slide Number Placeholder 3"/>
          <p:cNvSpPr>
            <a:spLocks noGrp="1"/>
          </p:cNvSpPr>
          <p:nvPr>
            <p:ph type="sldNum" sz="quarter" idx="5"/>
          </p:nvPr>
        </p:nvSpPr>
        <p:spPr/>
        <p:txBody>
          <a:bodyPr/>
          <a:lstStyle/>
          <a:p>
            <a:fld id="{B7CF8A19-3A9E-4ABC-B336-2FDDE321C72D}" type="slidenum">
              <a:rPr lang="en-US" smtClean="0"/>
              <a:pPr/>
              <a:t>9</a:t>
            </a:fld>
            <a:endParaRPr lang="en-US"/>
          </a:p>
        </p:txBody>
      </p:sp>
    </p:spTree>
    <p:extLst>
      <p:ext uri="{BB962C8B-B14F-4D97-AF65-F5344CB8AC3E}">
        <p14:creationId xmlns:p14="http://schemas.microsoft.com/office/powerpoint/2010/main" val="23435282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The Capital One breaches are good examples of insider threats.</a:t>
            </a:r>
          </a:p>
        </p:txBody>
      </p:sp>
      <p:sp>
        <p:nvSpPr>
          <p:cNvPr id="4" name="Slide Number Placeholder 3"/>
          <p:cNvSpPr>
            <a:spLocks noGrp="1"/>
          </p:cNvSpPr>
          <p:nvPr>
            <p:ph type="sldNum" sz="quarter" idx="5"/>
          </p:nvPr>
        </p:nvSpPr>
        <p:spPr/>
        <p:txBody>
          <a:bodyPr/>
          <a:lstStyle/>
          <a:p>
            <a:fld id="{B7CF8A19-3A9E-4ABC-B336-2FDDE321C72D}" type="slidenum">
              <a:rPr lang="en-US" smtClean="0"/>
              <a:pPr/>
              <a:t>10</a:t>
            </a:fld>
            <a:endParaRPr lang="en-US"/>
          </a:p>
        </p:txBody>
      </p:sp>
    </p:spTree>
    <p:extLst>
      <p:ext uri="{BB962C8B-B14F-4D97-AF65-F5344CB8AC3E}">
        <p14:creationId xmlns:p14="http://schemas.microsoft.com/office/powerpoint/2010/main" val="19660729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This topic covers the first part of  objective 2.2. The human vectors/social engineering subobjective is covered in the next topic.</a:t>
            </a:r>
          </a:p>
        </p:txBody>
      </p:sp>
      <p:sp>
        <p:nvSpPr>
          <p:cNvPr id="4" name="Slide Number Placeholder 3"/>
          <p:cNvSpPr>
            <a:spLocks noGrp="1"/>
          </p:cNvSpPr>
          <p:nvPr>
            <p:ph type="sldNum" sz="quarter" idx="5"/>
          </p:nvPr>
        </p:nvSpPr>
        <p:spPr/>
        <p:txBody>
          <a:bodyPr/>
          <a:lstStyle/>
          <a:p>
            <a:fld id="{B7CF8A19-3A9E-4ABC-B336-2FDDE321C72D}" type="slidenum">
              <a:rPr lang="en-US" smtClean="0"/>
              <a:pPr/>
              <a:t>12</a:t>
            </a:fld>
            <a:endParaRPr lang="en-US"/>
          </a:p>
        </p:txBody>
      </p:sp>
    </p:spTree>
    <p:extLst>
      <p:ext uri="{BB962C8B-B14F-4D97-AF65-F5344CB8AC3E}">
        <p14:creationId xmlns:p14="http://schemas.microsoft.com/office/powerpoint/2010/main" val="654591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Note that developing new threat vectors is one of the capabilities that distinguishes threat actor groups. </a:t>
            </a:r>
          </a:p>
        </p:txBody>
      </p:sp>
      <p:sp>
        <p:nvSpPr>
          <p:cNvPr id="4" name="Slide Number Placeholder 3"/>
          <p:cNvSpPr>
            <a:spLocks noGrp="1"/>
          </p:cNvSpPr>
          <p:nvPr>
            <p:ph type="sldNum" sz="quarter" idx="5"/>
          </p:nvPr>
        </p:nvSpPr>
        <p:spPr/>
        <p:txBody>
          <a:bodyPr/>
          <a:lstStyle/>
          <a:p>
            <a:fld id="{B7CF8A19-3A9E-4ABC-B336-2FDDE321C72D}" type="slidenum">
              <a:rPr lang="en-US" smtClean="0"/>
              <a:pPr/>
              <a:t>13</a:t>
            </a:fld>
            <a:endParaRPr lang="en-US"/>
          </a:p>
        </p:txBody>
      </p:sp>
    </p:spTree>
    <p:extLst>
      <p:ext uri="{BB962C8B-B14F-4D97-AF65-F5344CB8AC3E}">
        <p14:creationId xmlns:p14="http://schemas.microsoft.com/office/powerpoint/2010/main" val="39155721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Develop the idea that many security techniques are dual-use or adversarial: the threat actor will also perform attack surface analysis and vulnerability scanning.</a:t>
            </a:r>
          </a:p>
          <a:p>
            <a:endParaRPr lang="en-US" dirty="0"/>
          </a:p>
          <a:p>
            <a:r>
              <a:rPr lang="en-US" dirty="0"/>
              <a:t>Vulnerability management is covered in detail in a subsequent lesson.</a:t>
            </a:r>
          </a:p>
        </p:txBody>
      </p:sp>
      <p:sp>
        <p:nvSpPr>
          <p:cNvPr id="4" name="Slide Number Placeholder 3"/>
          <p:cNvSpPr>
            <a:spLocks noGrp="1"/>
          </p:cNvSpPr>
          <p:nvPr>
            <p:ph type="sldNum" sz="quarter" idx="5"/>
          </p:nvPr>
        </p:nvSpPr>
        <p:spPr/>
        <p:txBody>
          <a:bodyPr/>
          <a:lstStyle/>
          <a:p>
            <a:fld id="{B7CF8A19-3A9E-4ABC-B336-2FDDE321C72D}" type="slidenum">
              <a:rPr lang="en-US" smtClean="0"/>
              <a:pPr/>
              <a:t>14</a:t>
            </a:fld>
            <a:endParaRPr lang="en-US"/>
          </a:p>
        </p:txBody>
      </p:sp>
    </p:spTree>
    <p:extLst>
      <p:ext uri="{BB962C8B-B14F-4D97-AF65-F5344CB8AC3E}">
        <p14:creationId xmlns:p14="http://schemas.microsoft.com/office/powerpoint/2010/main" val="22099081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This is intended as a brief overview covering the subobjectives associated with the threat vector objective. We'll cover cryptography, IAM, and secure network architecture and operation throughout the rest of the course.</a:t>
            </a:r>
          </a:p>
        </p:txBody>
      </p:sp>
      <p:sp>
        <p:nvSpPr>
          <p:cNvPr id="4" name="Slide Number Placeholder 3"/>
          <p:cNvSpPr>
            <a:spLocks noGrp="1"/>
          </p:cNvSpPr>
          <p:nvPr>
            <p:ph type="sldNum" sz="quarter" idx="5"/>
          </p:nvPr>
        </p:nvSpPr>
        <p:spPr/>
        <p:txBody>
          <a:bodyPr/>
          <a:lstStyle/>
          <a:p>
            <a:fld id="{B7CF8A19-3A9E-4ABC-B336-2FDDE321C72D}" type="slidenum">
              <a:rPr lang="en-US" smtClean="0"/>
              <a:pPr/>
              <a:t>15</a:t>
            </a:fld>
            <a:endParaRPr lang="en-US"/>
          </a:p>
        </p:txBody>
      </p:sp>
    </p:spTree>
    <p:extLst>
      <p:ext uri="{BB962C8B-B14F-4D97-AF65-F5344CB8AC3E}">
        <p14:creationId xmlns:p14="http://schemas.microsoft.com/office/powerpoint/2010/main" val="19568869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Note that these attacks can leverage powerful exploits, such as zero-click, but many technically unsophisticated attacks succeed because they use psychologically effective techniques.</a:t>
            </a:r>
          </a:p>
          <a:p>
            <a:endParaRPr lang="en-US" dirty="0"/>
          </a:p>
          <a:p>
            <a:r>
              <a:rPr lang="en-US" dirty="0"/>
              <a:t>We'll discuss the human vector (social engineering) in more detail in the next topic.</a:t>
            </a:r>
          </a:p>
        </p:txBody>
      </p:sp>
      <p:sp>
        <p:nvSpPr>
          <p:cNvPr id="4" name="Slide Number Placeholder 3"/>
          <p:cNvSpPr>
            <a:spLocks noGrp="1"/>
          </p:cNvSpPr>
          <p:nvPr>
            <p:ph type="sldNum" sz="quarter" idx="5"/>
          </p:nvPr>
        </p:nvSpPr>
        <p:spPr/>
        <p:txBody>
          <a:bodyPr/>
          <a:lstStyle/>
          <a:p>
            <a:fld id="{B7CF8A19-3A9E-4ABC-B336-2FDDE321C72D}" type="slidenum">
              <a:rPr lang="en-US" smtClean="0"/>
              <a:pPr/>
              <a:t>17</a:t>
            </a:fld>
            <a:endParaRPr lang="en-US"/>
          </a:p>
        </p:txBody>
      </p:sp>
    </p:spTree>
    <p:extLst>
      <p:ext uri="{BB962C8B-B14F-4D97-AF65-F5344CB8AC3E}">
        <p14:creationId xmlns:p14="http://schemas.microsoft.com/office/powerpoint/2010/main" val="32741480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Note that there are two main scenarios for evaluating this risk. Most businesses will just focus on using reputable suppliers and being extremely careful about the use of secondhand equipment. Military and secret service type organizations may perform their own audits of suppliers. Remind students about the controversy over Huawei's smartphones and network infrastructure appliances.</a:t>
            </a:r>
          </a:p>
        </p:txBody>
      </p:sp>
      <p:sp>
        <p:nvSpPr>
          <p:cNvPr id="4" name="Slide Number Placeholder 3"/>
          <p:cNvSpPr>
            <a:spLocks noGrp="1"/>
          </p:cNvSpPr>
          <p:nvPr>
            <p:ph type="sldNum" sz="quarter" idx="5"/>
          </p:nvPr>
        </p:nvSpPr>
        <p:spPr/>
        <p:txBody>
          <a:bodyPr/>
          <a:lstStyle/>
          <a:p>
            <a:fld id="{B7CF8A19-3A9E-4ABC-B336-2FDDE321C72D}" type="slidenum">
              <a:rPr lang="en-US" smtClean="0"/>
              <a:pPr/>
              <a:t>18</a:t>
            </a:fld>
            <a:endParaRPr lang="en-US"/>
          </a:p>
        </p:txBody>
      </p:sp>
    </p:spTree>
    <p:extLst>
      <p:ext uri="{BB962C8B-B14F-4D97-AF65-F5344CB8AC3E}">
        <p14:creationId xmlns:p14="http://schemas.microsoft.com/office/powerpoint/2010/main" val="21271820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Social engineering is established as a topic at the A+ level, so students should be familiar with the basics. Focus on principles and the specific techniques listed as subobjectives for this exam version.</a:t>
            </a:r>
          </a:p>
        </p:txBody>
      </p:sp>
      <p:sp>
        <p:nvSpPr>
          <p:cNvPr id="4" name="Slide Number Placeholder 3"/>
          <p:cNvSpPr>
            <a:spLocks noGrp="1"/>
          </p:cNvSpPr>
          <p:nvPr>
            <p:ph type="sldNum" sz="quarter" idx="5"/>
          </p:nvPr>
        </p:nvSpPr>
        <p:spPr/>
        <p:txBody>
          <a:bodyPr/>
          <a:lstStyle/>
          <a:p>
            <a:fld id="{B7CF8A19-3A9E-4ABC-B336-2FDDE321C72D}" type="slidenum">
              <a:rPr lang="en-US" smtClean="0"/>
              <a:pPr/>
              <a:t>21</a:t>
            </a:fld>
            <a:endParaRPr lang="en-US"/>
          </a:p>
        </p:txBody>
      </p:sp>
    </p:spTree>
    <p:extLst>
      <p:ext uri="{BB962C8B-B14F-4D97-AF65-F5344CB8AC3E}">
        <p14:creationId xmlns:p14="http://schemas.microsoft.com/office/powerpoint/2010/main" val="34755929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Note that social engineering includes written communication as well as face-to-face interaction.</a:t>
            </a:r>
          </a:p>
          <a:p>
            <a:endParaRPr lang="en-US" dirty="0"/>
          </a:p>
          <a:p>
            <a:r>
              <a:rPr lang="en-US" dirty="0"/>
              <a:t>You can refer students to Kevin Mitnick’s books (mitnicksecurity.com) and Bruce Schneier's website (schneier.com/essays/social). </a:t>
            </a:r>
          </a:p>
        </p:txBody>
      </p:sp>
      <p:sp>
        <p:nvSpPr>
          <p:cNvPr id="4" name="Slide Number Placeholder 3"/>
          <p:cNvSpPr>
            <a:spLocks noGrp="1"/>
          </p:cNvSpPr>
          <p:nvPr>
            <p:ph type="sldNum" sz="quarter" idx="5"/>
          </p:nvPr>
        </p:nvSpPr>
        <p:spPr/>
        <p:txBody>
          <a:bodyPr/>
          <a:lstStyle/>
          <a:p>
            <a:fld id="{B7CF8A19-3A9E-4ABC-B336-2FDDE321C72D}" type="slidenum">
              <a:rPr lang="en-US" smtClean="0"/>
              <a:pPr/>
              <a:t>22</a:t>
            </a:fld>
            <a:endParaRPr lang="en-US"/>
          </a:p>
        </p:txBody>
      </p:sp>
    </p:spTree>
    <p:extLst>
      <p:ext uri="{BB962C8B-B14F-4D97-AF65-F5344CB8AC3E}">
        <p14:creationId xmlns:p14="http://schemas.microsoft.com/office/powerpoint/2010/main" val="23411940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Some of this terminology is of limited value, but students need to learn it. The basic points are that "phishing" can use any type of communication method to trick the target into interacting with a spoofed resource and can either be general in nature or highly targeted.</a:t>
            </a:r>
          </a:p>
        </p:txBody>
      </p:sp>
      <p:sp>
        <p:nvSpPr>
          <p:cNvPr id="4" name="Slide Number Placeholder 3"/>
          <p:cNvSpPr>
            <a:spLocks noGrp="1"/>
          </p:cNvSpPr>
          <p:nvPr>
            <p:ph type="sldNum" sz="quarter" idx="5"/>
          </p:nvPr>
        </p:nvSpPr>
        <p:spPr/>
        <p:txBody>
          <a:bodyPr/>
          <a:lstStyle/>
          <a:p>
            <a:fld id="{B7CF8A19-3A9E-4ABC-B336-2FDDE321C72D}" type="slidenum">
              <a:rPr lang="en-US" smtClean="0"/>
              <a:pPr/>
              <a:t>24</a:t>
            </a:fld>
            <a:endParaRPr lang="en-US"/>
          </a:p>
        </p:txBody>
      </p:sp>
    </p:spTree>
    <p:extLst>
      <p:ext uri="{BB962C8B-B14F-4D97-AF65-F5344CB8AC3E}">
        <p14:creationId xmlns:p14="http://schemas.microsoft.com/office/powerpoint/2010/main" val="41717050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Machine learning/AI is no longer a subobjective on the 701 exam (they are retained in the acronyms list), but you might want to discuss how the availability of these tools makes it easier for threat actors to develop brand impersonation attacks.</a:t>
            </a:r>
          </a:p>
        </p:txBody>
      </p:sp>
      <p:sp>
        <p:nvSpPr>
          <p:cNvPr id="4" name="Slide Number Placeholder 3"/>
          <p:cNvSpPr>
            <a:spLocks noGrp="1"/>
          </p:cNvSpPr>
          <p:nvPr>
            <p:ph type="sldNum" sz="quarter" idx="5"/>
          </p:nvPr>
        </p:nvSpPr>
        <p:spPr/>
        <p:txBody>
          <a:bodyPr/>
          <a:lstStyle/>
          <a:p>
            <a:fld id="{B7CF8A19-3A9E-4ABC-B336-2FDDE321C72D}" type="slidenum">
              <a:rPr lang="en-US" smtClean="0"/>
              <a:pPr/>
              <a:t>26</a:t>
            </a:fld>
            <a:endParaRPr lang="en-US"/>
          </a:p>
        </p:txBody>
      </p:sp>
    </p:spTree>
    <p:extLst>
      <p:ext uri="{BB962C8B-B14F-4D97-AF65-F5344CB8AC3E}">
        <p14:creationId xmlns:p14="http://schemas.microsoft.com/office/powerpoint/2010/main" val="3658285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11150"/>
            <a:ext cx="6096000" cy="3429000"/>
          </a:xfrm>
        </p:spPr>
      </p:sp>
      <p:sp>
        <p:nvSpPr>
          <p:cNvPr id="3" name="Notes Placeholder 2"/>
          <p:cNvSpPr>
            <a:spLocks noGrp="1"/>
          </p:cNvSpPr>
          <p:nvPr>
            <p:ph type="body" idx="1"/>
          </p:nvPr>
        </p:nvSpPr>
        <p:spPr/>
        <p:txBody>
          <a:bodyPr/>
          <a:lstStyle/>
          <a:p>
            <a:r>
              <a:rPr lang="en-US" dirty="0"/>
              <a:t>Check that students are confident about the content that has been covered. If there is time, revisit any content examples that they have questions about. If you have used all the available time for this lesson block, note the issues and schedule time for a review later in the course.</a:t>
            </a:r>
          </a:p>
          <a:p>
            <a:endParaRPr lang="en-US" dirty="0"/>
          </a:p>
          <a:p>
            <a:r>
              <a:rPr lang="en-US" dirty="0"/>
              <a:t>Split the students into groups and have each identify an instance of one type of threat actor from individual hackers, hacktivist groups, nation-state APT, and organized crime APT. Have each group identify capability and motivation.</a:t>
            </a:r>
          </a:p>
          <a:p>
            <a:endParaRPr lang="en-US" dirty="0"/>
          </a:p>
          <a:p>
            <a:r>
              <a:rPr lang="en-US" dirty="0"/>
              <a:t>For example, the </a:t>
            </a:r>
            <a:r>
              <a:rPr lang="en-US" dirty="0" err="1"/>
              <a:t>REvil</a:t>
            </a:r>
            <a:r>
              <a:rPr lang="en-US" dirty="0"/>
              <a:t> group fit the organized crime profile. They operated a ransomware-as-a-service with a high degree of capability and sophistication with the primary motivation being financial gain. The ransomware was used to </a:t>
            </a:r>
            <a:r>
              <a:rPr lang="en-US"/>
              <a:t>attempt extortion via </a:t>
            </a:r>
            <a:r>
              <a:rPr lang="en-US" dirty="0"/>
              <a:t>service disruption, notably exploiting a vulnerability in the Kaseya system monitoring product used by many MSPs.</a:t>
            </a:r>
          </a:p>
        </p:txBody>
      </p:sp>
      <p:sp>
        <p:nvSpPr>
          <p:cNvPr id="4" name="Slide Number Placeholder 3"/>
          <p:cNvSpPr>
            <a:spLocks noGrp="1"/>
          </p:cNvSpPr>
          <p:nvPr>
            <p:ph type="sldNum" sz="quarter" idx="5"/>
          </p:nvPr>
        </p:nvSpPr>
        <p:spPr/>
        <p:txBody>
          <a:bodyPr/>
          <a:lstStyle/>
          <a:p>
            <a:fld id="{B7CF8A19-3A9E-4ABC-B336-2FDDE321C72D}" type="slidenum">
              <a:rPr lang="en-US" smtClean="0"/>
              <a:pPr/>
              <a:t>29</a:t>
            </a:fld>
            <a:endParaRPr lang="en-US"/>
          </a:p>
        </p:txBody>
      </p:sp>
    </p:spTree>
    <p:extLst>
      <p:ext uri="{BB962C8B-B14F-4D97-AF65-F5344CB8AC3E}">
        <p14:creationId xmlns:p14="http://schemas.microsoft.com/office/powerpoint/2010/main" val="1773894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3.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7DB1-AF77-4C23-97D2-AB7420353204}"/>
              </a:ext>
            </a:extLst>
          </p:cNvPr>
          <p:cNvSpPr>
            <a:spLocks noGrp="1"/>
          </p:cNvSpPr>
          <p:nvPr>
            <p:ph type="title"/>
          </p:nvPr>
        </p:nvSpPr>
        <p:spPr>
          <a:xfrm>
            <a:off x="0" y="0"/>
            <a:ext cx="9143999" cy="603250"/>
          </a:xfrm>
          <a:prstGeom prst="rect">
            <a:avLst/>
          </a:prstGeom>
        </p:spPr>
        <p:txBody>
          <a:bodyPr/>
          <a:lstStyle/>
          <a:p>
            <a:r>
              <a:rPr lang="en-US"/>
              <a:t>Click to edit Master title style</a:t>
            </a:r>
            <a:endParaRPr lang="en-GB"/>
          </a:p>
        </p:txBody>
      </p:sp>
      <p:sp>
        <p:nvSpPr>
          <p:cNvPr id="10" name="Text Placeholder 10">
            <a:extLst>
              <a:ext uri="{FF2B5EF4-FFF2-40B4-BE49-F238E27FC236}">
                <a16:creationId xmlns:a16="http://schemas.microsoft.com/office/drawing/2014/main" id="{9133DACF-FEBA-45AC-9EB7-694DBCD1BE0F}"/>
              </a:ext>
            </a:extLst>
          </p:cNvPr>
          <p:cNvSpPr>
            <a:spLocks noGrp="1"/>
          </p:cNvSpPr>
          <p:nvPr>
            <p:ph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2">
            <a:extLst>
              <a:ext uri="{FF2B5EF4-FFF2-40B4-BE49-F238E27FC236}">
                <a16:creationId xmlns:a16="http://schemas.microsoft.com/office/drawing/2014/main" id="{997C70C8-90CB-4519-B236-5C8D99A8D6CC}"/>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1377732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C333B3E-5BEA-4514-BC19-7601420AECFA}"/>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11" name="Text Placeholder 10">
            <a:extLst>
              <a:ext uri="{FF2B5EF4-FFF2-40B4-BE49-F238E27FC236}">
                <a16:creationId xmlns:a16="http://schemas.microsoft.com/office/drawing/2014/main" id="{5E22AB62-0F44-4520-87A4-B6F4E29936B4}"/>
              </a:ext>
            </a:extLst>
          </p:cNvPr>
          <p:cNvSpPr>
            <a:spLocks noGrp="1"/>
          </p:cNvSpPr>
          <p:nvPr>
            <p:ph idx="1"/>
          </p:nvPr>
        </p:nvSpPr>
        <p:spPr>
          <a:xfrm>
            <a:off x="146049" y="746760"/>
            <a:ext cx="4353949"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0">
            <a:extLst>
              <a:ext uri="{FF2B5EF4-FFF2-40B4-BE49-F238E27FC236}">
                <a16:creationId xmlns:a16="http://schemas.microsoft.com/office/drawing/2014/main" id="{0FCEDE76-6906-4DE3-843C-BBB6CA5A2170}"/>
              </a:ext>
            </a:extLst>
          </p:cNvPr>
          <p:cNvSpPr>
            <a:spLocks noGrp="1"/>
          </p:cNvSpPr>
          <p:nvPr>
            <p:ph idx="12"/>
          </p:nvPr>
        </p:nvSpPr>
        <p:spPr>
          <a:xfrm>
            <a:off x="4636383" y="746760"/>
            <a:ext cx="4380617"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Slide Number Placeholder 1">
            <a:extLst>
              <a:ext uri="{FF2B5EF4-FFF2-40B4-BE49-F238E27FC236}">
                <a16:creationId xmlns:a16="http://schemas.microsoft.com/office/drawing/2014/main" id="{56B2E2FA-09DF-4717-B99F-F1A240733DAC}"/>
              </a:ext>
            </a:extLst>
          </p:cNvPr>
          <p:cNvSpPr>
            <a:spLocks noGrp="1"/>
          </p:cNvSpPr>
          <p:nvPr>
            <p:ph type="sldNum" sz="quarter" idx="13"/>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853961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6050" y="745483"/>
            <a:ext cx="4353948"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 name="Title 1">
            <a:extLst>
              <a:ext uri="{FF2B5EF4-FFF2-40B4-BE49-F238E27FC236}">
                <a16:creationId xmlns:a16="http://schemas.microsoft.com/office/drawing/2014/main" id="{CBD8AA6A-10F2-4CA6-8925-E15CCE24451A}"/>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11" name="Text Placeholder 10">
            <a:extLst>
              <a:ext uri="{FF2B5EF4-FFF2-40B4-BE49-F238E27FC236}">
                <a16:creationId xmlns:a16="http://schemas.microsoft.com/office/drawing/2014/main" id="{5DEE39E2-5B69-4AB7-BDDE-B92E1D3BC1B2}"/>
              </a:ext>
            </a:extLst>
          </p:cNvPr>
          <p:cNvSpPr>
            <a:spLocks noGrp="1"/>
          </p:cNvSpPr>
          <p:nvPr>
            <p:ph idx="15"/>
          </p:nvPr>
        </p:nvSpPr>
        <p:spPr>
          <a:xfrm>
            <a:off x="146050" y="1367538"/>
            <a:ext cx="4353948"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10">
            <a:extLst>
              <a:ext uri="{FF2B5EF4-FFF2-40B4-BE49-F238E27FC236}">
                <a16:creationId xmlns:a16="http://schemas.microsoft.com/office/drawing/2014/main" id="{6648BDE9-7085-42C7-97A5-A2C2D27A09D7}"/>
              </a:ext>
            </a:extLst>
          </p:cNvPr>
          <p:cNvSpPr>
            <a:spLocks noGrp="1"/>
          </p:cNvSpPr>
          <p:nvPr>
            <p:ph idx="16"/>
          </p:nvPr>
        </p:nvSpPr>
        <p:spPr>
          <a:xfrm>
            <a:off x="4645493" y="1378716"/>
            <a:ext cx="4371507" cy="342544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
            <a:extLst>
              <a:ext uri="{FF2B5EF4-FFF2-40B4-BE49-F238E27FC236}">
                <a16:creationId xmlns:a16="http://schemas.microsoft.com/office/drawing/2014/main" id="{0E6423E8-A4C5-4145-A588-A28F9760C15A}"/>
              </a:ext>
            </a:extLst>
          </p:cNvPr>
          <p:cNvSpPr>
            <a:spLocks noGrp="1"/>
          </p:cNvSpPr>
          <p:nvPr>
            <p:ph type="body" idx="17"/>
          </p:nvPr>
        </p:nvSpPr>
        <p:spPr>
          <a:xfrm>
            <a:off x="4645493" y="745483"/>
            <a:ext cx="4371507" cy="479822"/>
          </a:xfrm>
          <a:prstGeom prst="rect">
            <a:avLst/>
          </a:prstGeom>
        </p:spPr>
        <p:txBody>
          <a:bodyPr anchor="b">
            <a:noAutofit/>
          </a:bodyPr>
          <a:lstStyle>
            <a:lvl1pPr marL="0" indent="0" algn="l">
              <a:buNone/>
              <a:defRPr sz="2400" b="1">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Slide Number Placeholder 3">
            <a:extLst>
              <a:ext uri="{FF2B5EF4-FFF2-40B4-BE49-F238E27FC236}">
                <a16:creationId xmlns:a16="http://schemas.microsoft.com/office/drawing/2014/main" id="{0B6B9160-8550-49A0-BE34-C267E3A48D50}"/>
              </a:ext>
            </a:extLst>
          </p:cNvPr>
          <p:cNvSpPr>
            <a:spLocks noGrp="1"/>
          </p:cNvSpPr>
          <p:nvPr>
            <p:ph type="sldNum" sz="quarter" idx="18"/>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41036178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0B0FC9-797C-41B3-B100-1CC26F987B18}"/>
              </a:ext>
            </a:extLst>
          </p:cNvPr>
          <p:cNvSpPr>
            <a:spLocks noGrp="1"/>
          </p:cNvSpPr>
          <p:nvPr>
            <p:ph type="title"/>
          </p:nvPr>
        </p:nvSpPr>
        <p:spPr>
          <a:xfrm>
            <a:off x="0" y="0"/>
            <a:ext cx="9143999" cy="603250"/>
          </a:xfrm>
          <a:prstGeom prst="rect">
            <a:avLst/>
          </a:prstGeom>
        </p:spPr>
        <p:txBody>
          <a:bodyPr/>
          <a:lstStyle/>
          <a:p>
            <a:r>
              <a:rPr lang="en-US"/>
              <a:t>Click to edit Master title style</a:t>
            </a:r>
          </a:p>
        </p:txBody>
      </p:sp>
      <p:sp>
        <p:nvSpPr>
          <p:cNvPr id="2" name="Slide Number Placeholder 1">
            <a:extLst>
              <a:ext uri="{FF2B5EF4-FFF2-40B4-BE49-F238E27FC236}">
                <a16:creationId xmlns:a16="http://schemas.microsoft.com/office/drawing/2014/main" id="{279425E2-0764-4FEE-ABEB-4675187E4346}"/>
              </a:ext>
            </a:extLst>
          </p:cNvPr>
          <p:cNvSpPr>
            <a:spLocks noGrp="1"/>
          </p:cNvSpPr>
          <p:nvPr>
            <p:ph type="sldNum" sz="quarter" idx="10"/>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60141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Review">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C20DDD6C-AB38-440E-A2B7-E3AD1F167ED5}"/>
              </a:ext>
            </a:extLst>
          </p:cNvPr>
          <p:cNvSpPr>
            <a:spLocks noGrp="1"/>
          </p:cNvSpPr>
          <p:nvPr>
            <p:ph sz="quarter" idx="11"/>
          </p:nvPr>
        </p:nvSpPr>
        <p:spPr>
          <a:xfrm>
            <a:off x="146050" y="748623"/>
            <a:ext cx="8870950" cy="404435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755610DE-03A3-4171-87CD-CB837BA3D0EB}"/>
              </a:ext>
            </a:extLst>
          </p:cNvPr>
          <p:cNvSpPr>
            <a:spLocks noGrp="1"/>
          </p:cNvSpPr>
          <p:nvPr>
            <p:ph type="title" hasCustomPrompt="1"/>
          </p:nvPr>
        </p:nvSpPr>
        <p:spPr>
          <a:xfrm>
            <a:off x="3032760" y="0"/>
            <a:ext cx="6111239" cy="603250"/>
          </a:xfrm>
          <a:prstGeom prst="rect">
            <a:avLst/>
          </a:prstGeom>
          <a:solidFill>
            <a:srgbClr val="FEAE62">
              <a:alpha val="24706"/>
            </a:srgbClr>
          </a:solidFill>
        </p:spPr>
        <p:txBody>
          <a:bodyPr lIns="0"/>
          <a:lstStyle>
            <a:lvl1pPr marL="0">
              <a:defRPr/>
            </a:lvl1pPr>
          </a:lstStyle>
          <a:p>
            <a:r>
              <a:rPr lang="en-US" dirty="0" err="1"/>
              <a:t>ActivityTitle</a:t>
            </a:r>
            <a:endParaRPr lang="en-GB" dirty="0"/>
          </a:p>
        </p:txBody>
      </p:sp>
      <p:sp>
        <p:nvSpPr>
          <p:cNvPr id="4" name="Rectangle 3">
            <a:extLst>
              <a:ext uri="{FF2B5EF4-FFF2-40B4-BE49-F238E27FC236}">
                <a16:creationId xmlns:a16="http://schemas.microsoft.com/office/drawing/2014/main" id="{48DA206A-2516-457B-9C8F-9BDD445DD373}"/>
              </a:ext>
            </a:extLst>
          </p:cNvPr>
          <p:cNvSpPr/>
          <p:nvPr userDrawn="1"/>
        </p:nvSpPr>
        <p:spPr>
          <a:xfrm>
            <a:off x="0" y="0"/>
            <a:ext cx="3032760" cy="603248"/>
          </a:xfrm>
          <a:prstGeom prst="rect">
            <a:avLst/>
          </a:prstGeom>
          <a:solidFill>
            <a:srgbClr val="FEAE62">
              <a:alpha val="24706"/>
            </a:srgbClr>
          </a:solidFill>
        </p:spPr>
        <p:txBody>
          <a:bodyPr vert="horz" lIns="91440" tIns="45720" rIns="91440" bIns="45720" rtlCol="0" anchor="ctr">
            <a:noAutofit/>
          </a:bodyPr>
          <a:lstStyle/>
          <a:p>
            <a:pPr marL="36000" lvl="0" algn="r" defTabSz="342900">
              <a:spcBef>
                <a:spcPct val="0"/>
              </a:spcBef>
              <a:buNone/>
            </a:pPr>
            <a:r>
              <a:rPr lang="en-GB" sz="2800" b="1" dirty="0">
                <a:latin typeface="Calibri" panose="020F0502020204030204" pitchFamily="34" charset="0"/>
                <a:ea typeface="+mj-ea"/>
                <a:cs typeface="Calibri" panose="020F0502020204030204" pitchFamily="34" charset="0"/>
              </a:rPr>
              <a:t>  Review Activity:</a:t>
            </a:r>
          </a:p>
        </p:txBody>
      </p:sp>
      <p:pic>
        <p:nvPicPr>
          <p:cNvPr id="13" name="Graphic 12">
            <a:extLst>
              <a:ext uri="{FF2B5EF4-FFF2-40B4-BE49-F238E27FC236}">
                <a16:creationId xmlns:a16="http://schemas.microsoft.com/office/drawing/2014/main" id="{1ADA4BA0-CFFC-47F9-BAF1-81434EEDEEA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74201" y="145375"/>
            <a:ext cx="347558" cy="312498"/>
          </a:xfrm>
          <a:prstGeom prst="rect">
            <a:avLst/>
          </a:prstGeom>
        </p:spPr>
      </p:pic>
      <p:sp>
        <p:nvSpPr>
          <p:cNvPr id="2" name="Slide Number Placeholder 1">
            <a:extLst>
              <a:ext uri="{FF2B5EF4-FFF2-40B4-BE49-F238E27FC236}">
                <a16:creationId xmlns:a16="http://schemas.microsoft.com/office/drawing/2014/main" id="{6C3B5A26-D33C-4103-B845-8B79BE44B65C}"/>
              </a:ext>
            </a:extLst>
          </p:cNvPr>
          <p:cNvSpPr>
            <a:spLocks noGrp="1"/>
          </p:cNvSpPr>
          <p:nvPr>
            <p:ph type="sldNum" sz="quarter" idx="12"/>
          </p:nvPr>
        </p:nvSpPr>
        <p:spPr/>
        <p:txBody>
          <a:bodyPr/>
          <a:lstStyle/>
          <a:p>
            <a:fld id="{B7CF8A19-3A9E-4ABC-B336-2FDDE321C72D}" type="slidenum">
              <a:rPr lang="en-US" smtClean="0"/>
              <a:pPr/>
              <a:t>‹#›</a:t>
            </a:fld>
            <a:endParaRPr lang="en-US"/>
          </a:p>
        </p:txBody>
      </p:sp>
    </p:spTree>
    <p:extLst>
      <p:ext uri="{BB962C8B-B14F-4D97-AF65-F5344CB8AC3E}">
        <p14:creationId xmlns:p14="http://schemas.microsoft.com/office/powerpoint/2010/main" val="3198385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ab">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6FD5A98-A124-4EB7-BACC-FCD20E2A7A9D}"/>
              </a:ext>
            </a:extLst>
          </p:cNvPr>
          <p:cNvSpPr/>
          <p:nvPr userDrawn="1"/>
        </p:nvSpPr>
        <p:spPr>
          <a:xfrm>
            <a:off x="0" y="0"/>
            <a:ext cx="9144000" cy="603248"/>
          </a:xfrm>
          <a:prstGeom prst="rect">
            <a:avLst/>
          </a:prstGeom>
          <a:solidFill>
            <a:srgbClr val="FEAE62">
              <a:alpha val="24706"/>
            </a:srgbClr>
          </a:solidFill>
        </p:spPr>
        <p:txBody>
          <a:bodyPr vert="horz" lIns="91440" tIns="45720" rIns="91440" bIns="45720" rtlCol="0" anchor="ctr">
            <a:noAutofit/>
          </a:bodyPr>
          <a:lstStyle/>
          <a:p>
            <a:pPr lvl="0" algn="l" defTabSz="342900">
              <a:spcBef>
                <a:spcPct val="0"/>
              </a:spcBef>
              <a:buNone/>
            </a:pPr>
            <a:r>
              <a:rPr lang="en-GB" sz="2800" b="1" dirty="0">
                <a:latin typeface="Calibri" panose="020F0502020204030204" pitchFamily="34" charset="0"/>
                <a:ea typeface="+mj-ea"/>
                <a:cs typeface="Calibri" panose="020F0502020204030204" pitchFamily="34" charset="0"/>
              </a:rPr>
              <a:t>     Lab Activity</a:t>
            </a:r>
          </a:p>
        </p:txBody>
      </p:sp>
      <p:pic>
        <p:nvPicPr>
          <p:cNvPr id="13" name="Graphic 12">
            <a:extLst>
              <a:ext uri="{FF2B5EF4-FFF2-40B4-BE49-F238E27FC236}">
                <a16:creationId xmlns:a16="http://schemas.microsoft.com/office/drawing/2014/main" id="{E7A60DE0-FD9C-4F2F-8B9C-B132BBC175F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35816" y="125902"/>
            <a:ext cx="288567" cy="324638"/>
          </a:xfrm>
          <a:prstGeom prst="rect">
            <a:avLst/>
          </a:prstGeom>
        </p:spPr>
      </p:pic>
      <p:sp>
        <p:nvSpPr>
          <p:cNvPr id="2" name="Slide Number Placeholder 1">
            <a:extLst>
              <a:ext uri="{FF2B5EF4-FFF2-40B4-BE49-F238E27FC236}">
                <a16:creationId xmlns:a16="http://schemas.microsoft.com/office/drawing/2014/main" id="{07AE4D56-1580-4D91-812A-FB8A378319AE}"/>
              </a:ext>
            </a:extLst>
          </p:cNvPr>
          <p:cNvSpPr>
            <a:spLocks noGrp="1"/>
          </p:cNvSpPr>
          <p:nvPr>
            <p:ph type="sldNum" sz="quarter" idx="13"/>
          </p:nvPr>
        </p:nvSpPr>
        <p:spPr/>
        <p:txBody>
          <a:bodyPr/>
          <a:lstStyle/>
          <a:p>
            <a:fld id="{B7CF8A19-3A9E-4ABC-B336-2FDDE321C72D}" type="slidenum">
              <a:rPr lang="en-US" smtClean="0"/>
              <a:pPr/>
              <a:t>‹#›</a:t>
            </a:fld>
            <a:endParaRPr lang="en-US"/>
          </a:p>
        </p:txBody>
      </p:sp>
      <p:sp>
        <p:nvSpPr>
          <p:cNvPr id="4" name="Content Placeholder 3">
            <a:extLst>
              <a:ext uri="{FF2B5EF4-FFF2-40B4-BE49-F238E27FC236}">
                <a16:creationId xmlns:a16="http://schemas.microsoft.com/office/drawing/2014/main" id="{F14BCB8D-8BA4-4A40-81CF-DAD00077BF4C}"/>
              </a:ext>
            </a:extLst>
          </p:cNvPr>
          <p:cNvSpPr>
            <a:spLocks noGrp="1"/>
          </p:cNvSpPr>
          <p:nvPr>
            <p:ph sz="quarter" idx="14"/>
          </p:nvPr>
        </p:nvSpPr>
        <p:spPr>
          <a:xfrm>
            <a:off x="146049" y="748621"/>
            <a:ext cx="8870950" cy="40443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241009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Cover">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Exam #00-XYZ</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51276"/>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Exam Title</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pic>
        <p:nvPicPr>
          <p:cNvPr id="16" name="Picture 15" descr="CompTIA Logo">
            <a:extLst>
              <a:ext uri="{FF2B5EF4-FFF2-40B4-BE49-F238E27FC236}">
                <a16:creationId xmlns:a16="http://schemas.microsoft.com/office/drawing/2014/main" id="{B1854F63-33E4-4083-8910-1D3D34F99D39}"/>
              </a:ext>
            </a:extLst>
          </p:cNvPr>
          <p:cNvPicPr>
            <a:picLocks noChangeAspect="1"/>
          </p:cNvPicPr>
          <p:nvPr userDrawn="1"/>
        </p:nvPicPr>
        <p:blipFill>
          <a:blip r:embed="rId2"/>
          <a:stretch>
            <a:fillRect/>
          </a:stretch>
        </p:blipFill>
        <p:spPr>
          <a:xfrm>
            <a:off x="650366" y="683160"/>
            <a:ext cx="1428149" cy="305420"/>
          </a:xfrm>
          <a:prstGeom prst="rect">
            <a:avLst/>
          </a:prstGeom>
        </p:spPr>
      </p:pic>
      <p:sp>
        <p:nvSpPr>
          <p:cNvPr id="2" name="Slide Number Placeholder 1">
            <a:extLst>
              <a:ext uri="{FF2B5EF4-FFF2-40B4-BE49-F238E27FC236}">
                <a16:creationId xmlns:a16="http://schemas.microsoft.com/office/drawing/2014/main" id="{69C7CFDF-8D56-4B0F-986D-0966674CEF87}"/>
              </a:ext>
            </a:extLst>
          </p:cNvPr>
          <p:cNvSpPr>
            <a:spLocks noGrp="1"/>
          </p:cNvSpPr>
          <p:nvPr>
            <p:ph type="sldNum" sz="quarter" idx="10"/>
          </p:nvPr>
        </p:nvSpPr>
        <p:spPr/>
        <p:txBody>
          <a:bodyPr/>
          <a:lstStyle>
            <a:lvl1pPr>
              <a:defRPr>
                <a:solidFill>
                  <a:schemeClr val="bg1"/>
                </a:solidFill>
              </a:defRPr>
            </a:lvl1pPr>
          </a:lstStyle>
          <a:p>
            <a:fld id="{B7CF8A19-3A9E-4ABC-B336-2FDDE321C72D}" type="slidenum">
              <a:rPr lang="en-US" smtClean="0"/>
              <a:pPr/>
              <a:t>‹#›</a:t>
            </a:fld>
            <a:endParaRPr lang="en-US"/>
          </a:p>
        </p:txBody>
      </p:sp>
      <p:pic>
        <p:nvPicPr>
          <p:cNvPr id="15" name="Graphic 14">
            <a:extLst>
              <a:ext uri="{FF2B5EF4-FFF2-40B4-BE49-F238E27FC236}">
                <a16:creationId xmlns:a16="http://schemas.microsoft.com/office/drawing/2014/main" id="{9530A88E-A109-4643-8F63-12F087E152CD}"/>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753870" y="2156005"/>
            <a:ext cx="2657475" cy="715620"/>
          </a:xfrm>
          <a:prstGeom prst="rect">
            <a:avLst/>
          </a:prstGeom>
        </p:spPr>
      </p:pic>
    </p:spTree>
    <p:extLst>
      <p:ext uri="{BB962C8B-B14F-4D97-AF65-F5344CB8AC3E}">
        <p14:creationId xmlns:p14="http://schemas.microsoft.com/office/powerpoint/2010/main" val="2001968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Lesson">
    <p:bg>
      <p:bgPr>
        <a:solidFill>
          <a:srgbClr val="CF9FDE">
            <a:alpha val="25000"/>
          </a:srgbClr>
        </a:solidFill>
        <a:effectLst/>
      </p:bgPr>
    </p:bg>
    <p:spTree>
      <p:nvGrpSpPr>
        <p:cNvPr id="1" name=""/>
        <p:cNvGrpSpPr/>
        <p:nvPr/>
      </p:nvGrpSpPr>
      <p:grpSpPr>
        <a:xfrm>
          <a:off x="0" y="0"/>
          <a:ext cx="0" cy="0"/>
          <a:chOff x="0" y="0"/>
          <a:chExt cx="0" cy="0"/>
        </a:xfrm>
      </p:grpSpPr>
      <p:sp>
        <p:nvSpPr>
          <p:cNvPr id="10" name="Rectangle: Top Corners Rounded 9">
            <a:extLst>
              <a:ext uri="{FF2B5EF4-FFF2-40B4-BE49-F238E27FC236}">
                <a16:creationId xmlns:a16="http://schemas.microsoft.com/office/drawing/2014/main" id="{88E2E271-D3C7-4808-9665-C6E27FB5A775}"/>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Title 1">
            <a:extLst>
              <a:ext uri="{FF2B5EF4-FFF2-40B4-BE49-F238E27FC236}">
                <a16:creationId xmlns:a16="http://schemas.microsoft.com/office/drawing/2014/main" id="{7711F5D9-3DD6-474B-AB29-EB60551B8787}"/>
              </a:ext>
            </a:extLst>
          </p:cNvPr>
          <p:cNvSpPr>
            <a:spLocks noGrp="1"/>
          </p:cNvSpPr>
          <p:nvPr>
            <p:ph type="ctrTitle" hasCustomPrompt="1"/>
          </p:nvPr>
        </p:nvSpPr>
        <p:spPr>
          <a:xfrm>
            <a:off x="650366" y="2166824"/>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Lesson Title</a:t>
            </a:r>
          </a:p>
        </p:txBody>
      </p:sp>
      <p:sp>
        <p:nvSpPr>
          <p:cNvPr id="12" name="Subtitle 2">
            <a:extLst>
              <a:ext uri="{FF2B5EF4-FFF2-40B4-BE49-F238E27FC236}">
                <a16:creationId xmlns:a16="http://schemas.microsoft.com/office/drawing/2014/main" id="{FD74DCED-5B72-479F-BD98-2FB51162CA0F}"/>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15D452AB-95A2-430D-91F0-E0D3B1A953CF}"/>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DC95779D-C23F-4838-A4E9-42CBBB5D9F5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80B78B27-C21A-4DCF-B14E-69446ED67F32}"/>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a:t>Exam Title and Version </a:t>
            </a:r>
            <a:endParaRPr lang="en-GB" dirty="0"/>
          </a:p>
        </p:txBody>
      </p:sp>
      <p:pic>
        <p:nvPicPr>
          <p:cNvPr id="17" name="Graphic 16">
            <a:extLst>
              <a:ext uri="{FF2B5EF4-FFF2-40B4-BE49-F238E27FC236}">
                <a16:creationId xmlns:a16="http://schemas.microsoft.com/office/drawing/2014/main" id="{FE1C3AA0-5C65-4C78-B921-73872785DC9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E69A297E-3486-4729-A525-7D33AFFB3804}"/>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772424" y="1318606"/>
            <a:ext cx="2508635" cy="625047"/>
          </a:xfrm>
          <a:prstGeom prst="rect">
            <a:avLst/>
          </a:prstGeom>
        </p:spPr>
      </p:pic>
      <p:sp>
        <p:nvSpPr>
          <p:cNvPr id="16" name="Slide Number Placeholder 1">
            <a:extLst>
              <a:ext uri="{FF2B5EF4-FFF2-40B4-BE49-F238E27FC236}">
                <a16:creationId xmlns:a16="http://schemas.microsoft.com/office/drawing/2014/main" id="{C64FEEA5-A281-4DED-AF15-42F817D19D97}"/>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1974321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Topic">
    <p:bg>
      <p:bgPr>
        <a:solidFill>
          <a:srgbClr val="7FC8DD">
            <a:alpha val="25098"/>
          </a:srgbClr>
        </a:solidFill>
        <a:effectLst/>
      </p:bgPr>
    </p:bg>
    <p:spTree>
      <p:nvGrpSpPr>
        <p:cNvPr id="1" name=""/>
        <p:cNvGrpSpPr/>
        <p:nvPr/>
      </p:nvGrpSpPr>
      <p:grpSpPr>
        <a:xfrm>
          <a:off x="0" y="0"/>
          <a:ext cx="0" cy="0"/>
          <a:chOff x="0" y="0"/>
          <a:chExt cx="0" cy="0"/>
        </a:xfrm>
      </p:grpSpPr>
      <p:sp>
        <p:nvSpPr>
          <p:cNvPr id="6" name="Rectangle: Top Corners Rounded 5">
            <a:extLst>
              <a:ext uri="{FF2B5EF4-FFF2-40B4-BE49-F238E27FC236}">
                <a16:creationId xmlns:a16="http://schemas.microsoft.com/office/drawing/2014/main" id="{40A8FE34-9096-4567-9789-B242DD11EA46}"/>
              </a:ext>
              <a:ext uri="{C183D7F6-B498-43B3-948B-1728B52AA6E4}">
                <adec:decorative xmlns:adec="http://schemas.microsoft.com/office/drawing/2017/decorative" val="1"/>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3" name="Title 1">
            <a:extLst>
              <a:ext uri="{FF2B5EF4-FFF2-40B4-BE49-F238E27FC236}">
                <a16:creationId xmlns:a16="http://schemas.microsoft.com/office/drawing/2014/main" id="{B2FEEEDD-0751-854A-9852-93F3EA02290E}"/>
              </a:ext>
            </a:extLst>
          </p:cNvPr>
          <p:cNvSpPr>
            <a:spLocks noGrp="1"/>
          </p:cNvSpPr>
          <p:nvPr>
            <p:ph type="ctrTitle" hasCustomPrompt="1"/>
          </p:nvPr>
        </p:nvSpPr>
        <p:spPr>
          <a:xfrm>
            <a:off x="650366" y="2148385"/>
            <a:ext cx="7981244" cy="1080000"/>
          </a:xfrm>
          <a:prstGeom prst="rect">
            <a:avLst/>
          </a:prstGeom>
          <a:noFill/>
        </p:spPr>
        <p:txBody>
          <a:bodyPr lIns="0" rIns="0" anchor="t" anchorCtr="0">
            <a:noAutofit/>
          </a:bodyPr>
          <a:lstStyle>
            <a:lvl1pPr marL="0" algn="l">
              <a:spcBef>
                <a:spcPts val="0"/>
              </a:spcBef>
              <a:defRPr sz="4000" b="0">
                <a:solidFill>
                  <a:schemeClr val="tx1"/>
                </a:solidFill>
                <a:latin typeface="Calibri" panose="020F0502020204030204" pitchFamily="34" charset="0"/>
                <a:cs typeface="Calibri" panose="020F0502020204030204" pitchFamily="34" charset="0"/>
              </a:defRPr>
            </a:lvl1pPr>
          </a:lstStyle>
          <a:p>
            <a:r>
              <a:rPr lang="en-US" dirty="0"/>
              <a:t>Title </a:t>
            </a:r>
            <a:r>
              <a:rPr lang="en-US" dirty="0" err="1"/>
              <a:t>Title</a:t>
            </a:r>
            <a:endParaRPr lang="en-US" dirty="0"/>
          </a:p>
        </p:txBody>
      </p:sp>
      <p:sp>
        <p:nvSpPr>
          <p:cNvPr id="14" name="Subtitle 2">
            <a:extLst>
              <a:ext uri="{FF2B5EF4-FFF2-40B4-BE49-F238E27FC236}">
                <a16:creationId xmlns:a16="http://schemas.microsoft.com/office/drawing/2014/main" id="{658038CC-5DF0-1545-A424-EA63B177F16F}"/>
              </a:ext>
            </a:extLst>
          </p:cNvPr>
          <p:cNvSpPr>
            <a:spLocks noGrp="1"/>
          </p:cNvSpPr>
          <p:nvPr>
            <p:ph type="subTitle" idx="1" hasCustomPrompt="1"/>
          </p:nvPr>
        </p:nvSpPr>
        <p:spPr>
          <a:xfrm>
            <a:off x="650366" y="1051277"/>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Topic #Y </a:t>
            </a:r>
          </a:p>
        </p:txBody>
      </p:sp>
      <p:pic>
        <p:nvPicPr>
          <p:cNvPr id="7" name="Picture 6" descr="CompTIA Logo">
            <a:extLst>
              <a:ext uri="{FF2B5EF4-FFF2-40B4-BE49-F238E27FC236}">
                <a16:creationId xmlns:a16="http://schemas.microsoft.com/office/drawing/2014/main" id="{3FA6866F-0447-494E-8F3B-C28CBFC1255C}"/>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8" name="Footer Placeholder 13">
            <a:extLst>
              <a:ext uri="{FF2B5EF4-FFF2-40B4-BE49-F238E27FC236}">
                <a16:creationId xmlns:a16="http://schemas.microsoft.com/office/drawing/2014/main" id="{85CB60B9-005C-47AF-9FB6-D41274CD49DC}"/>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9" name="Text Placeholder 8">
            <a:extLst>
              <a:ext uri="{FF2B5EF4-FFF2-40B4-BE49-F238E27FC236}">
                <a16:creationId xmlns:a16="http://schemas.microsoft.com/office/drawing/2014/main" id="{7B711CB8-C942-4974-982E-45957883E0C7}"/>
              </a:ext>
            </a:extLst>
          </p:cNvPr>
          <p:cNvSpPr>
            <a:spLocks noGrp="1"/>
          </p:cNvSpPr>
          <p:nvPr>
            <p:ph type="body" sz="quarter" idx="12" hasCustomPrompt="1"/>
          </p:nvPr>
        </p:nvSpPr>
        <p:spPr>
          <a:xfrm>
            <a:off x="650366" y="554002"/>
            <a:ext cx="1813560" cy="489656"/>
          </a:xfrm>
          <a:prstGeom prst="rect">
            <a:avLst/>
          </a:prstGeom>
        </p:spPr>
        <p:txBody>
          <a:bodyPr lIns="0" rIns="0"/>
          <a:lstStyle>
            <a:lvl1pPr marL="0" indent="0">
              <a:buNone/>
              <a:defRPr/>
            </a:lvl1pPr>
            <a:lvl5pPr>
              <a:defRPr/>
            </a:lvl5pPr>
          </a:lstStyle>
          <a:p>
            <a:pPr lvl="0"/>
            <a:r>
              <a:rPr lang="en-US" dirty="0"/>
              <a:t>Lesson #</a:t>
            </a:r>
            <a:endParaRPr lang="en-GB" dirty="0"/>
          </a:p>
        </p:txBody>
      </p:sp>
      <p:sp>
        <p:nvSpPr>
          <p:cNvPr id="10" name="Slide Number Placeholder 1">
            <a:extLst>
              <a:ext uri="{FF2B5EF4-FFF2-40B4-BE49-F238E27FC236}">
                <a16:creationId xmlns:a16="http://schemas.microsoft.com/office/drawing/2014/main" id="{67AE811F-4593-4B5E-B7DC-3D290CB8E9FD}"/>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pic>
        <p:nvPicPr>
          <p:cNvPr id="11" name="Graphic 10">
            <a:extLst>
              <a:ext uri="{FF2B5EF4-FFF2-40B4-BE49-F238E27FC236}">
                <a16:creationId xmlns:a16="http://schemas.microsoft.com/office/drawing/2014/main" id="{A18ADF54-DD1F-4BCB-BF1D-E42C267918B0}"/>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rot="21421816">
            <a:off x="354347" y="454737"/>
            <a:ext cx="2225591" cy="575230"/>
          </a:xfrm>
          <a:prstGeom prst="rect">
            <a:avLst/>
          </a:prstGeom>
        </p:spPr>
      </p:pic>
    </p:spTree>
    <p:extLst>
      <p:ext uri="{BB962C8B-B14F-4D97-AF65-F5344CB8AC3E}">
        <p14:creationId xmlns:p14="http://schemas.microsoft.com/office/powerpoint/2010/main" val="40848092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Summary">
    <p:bg>
      <p:bgPr>
        <a:solidFill>
          <a:srgbClr val="CF9FDE">
            <a:alpha val="25000"/>
          </a:srgbClr>
        </a:solidFill>
        <a:effectLst/>
      </p:bgPr>
    </p:bg>
    <p:spTree>
      <p:nvGrpSpPr>
        <p:cNvPr id="1" name=""/>
        <p:cNvGrpSpPr/>
        <p:nvPr/>
      </p:nvGrpSpPr>
      <p:grpSpPr>
        <a:xfrm>
          <a:off x="0" y="0"/>
          <a:ext cx="0" cy="0"/>
          <a:chOff x="0" y="0"/>
          <a:chExt cx="0" cy="0"/>
        </a:xfrm>
      </p:grpSpPr>
      <p:sp>
        <p:nvSpPr>
          <p:cNvPr id="9" name="Rectangle: Top Corners Rounded 8">
            <a:extLst>
              <a:ext uri="{FF2B5EF4-FFF2-40B4-BE49-F238E27FC236}">
                <a16:creationId xmlns:a16="http://schemas.microsoft.com/office/drawing/2014/main" id="{C72812BA-B9B1-46F2-B1D3-26CF558EC640}"/>
              </a:ext>
            </a:extLst>
          </p:cNvPr>
          <p:cNvSpPr/>
          <p:nvPr userDrawn="1"/>
        </p:nvSpPr>
        <p:spPr>
          <a:xfrm>
            <a:off x="0" y="4549536"/>
            <a:ext cx="9144000" cy="594017"/>
          </a:xfrm>
          <a:prstGeom prst="round2SameRect">
            <a:avLst>
              <a:gd name="adj1" fmla="val 29495"/>
              <a:gd name="adj2" fmla="val 0"/>
            </a:avLst>
          </a:prstGeom>
          <a:solidFill>
            <a:srgbClr val="2537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endParaRPr>
          </a:p>
        </p:txBody>
      </p:sp>
      <p:sp>
        <p:nvSpPr>
          <p:cNvPr id="11" name="Subtitle 2">
            <a:extLst>
              <a:ext uri="{FF2B5EF4-FFF2-40B4-BE49-F238E27FC236}">
                <a16:creationId xmlns:a16="http://schemas.microsoft.com/office/drawing/2014/main" id="{077B2DE0-D1DB-4EE0-B864-29DFD9293408}"/>
              </a:ext>
            </a:extLst>
          </p:cNvPr>
          <p:cNvSpPr>
            <a:spLocks noGrp="1"/>
          </p:cNvSpPr>
          <p:nvPr>
            <p:ph type="subTitle" idx="1" hasCustomPrompt="1"/>
          </p:nvPr>
        </p:nvSpPr>
        <p:spPr>
          <a:xfrm>
            <a:off x="650366" y="1066518"/>
            <a:ext cx="7981244" cy="1080000"/>
          </a:xfrm>
          <a:prstGeom prst="rect">
            <a:avLst/>
          </a:prstGeom>
        </p:spPr>
        <p:txBody>
          <a:bodyPr lIns="0" rIns="0">
            <a:noAutofit/>
          </a:bodyPr>
          <a:lstStyle>
            <a:lvl1pPr marL="0" indent="0" algn="l">
              <a:spcBef>
                <a:spcPts val="0"/>
              </a:spcBef>
              <a:buNone/>
              <a:defRPr sz="6000" b="1">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Lesson #</a:t>
            </a:r>
          </a:p>
        </p:txBody>
      </p:sp>
      <p:pic>
        <p:nvPicPr>
          <p:cNvPr id="13" name="Picture 12" descr="CompTIA Logo">
            <a:extLst>
              <a:ext uri="{FF2B5EF4-FFF2-40B4-BE49-F238E27FC236}">
                <a16:creationId xmlns:a16="http://schemas.microsoft.com/office/drawing/2014/main" id="{8DB500E6-5CC4-4815-AEE8-41EB81EC7C15}"/>
              </a:ext>
            </a:extLst>
          </p:cNvPr>
          <p:cNvPicPr>
            <a:picLocks noChangeAspect="1"/>
          </p:cNvPicPr>
          <p:nvPr userDrawn="1"/>
        </p:nvPicPr>
        <p:blipFill>
          <a:blip r:embed="rId2">
            <a:biLevel thresh="25000"/>
          </a:blip>
          <a:stretch>
            <a:fillRect/>
          </a:stretch>
        </p:blipFill>
        <p:spPr>
          <a:xfrm>
            <a:off x="255281" y="4743141"/>
            <a:ext cx="1200865" cy="256814"/>
          </a:xfrm>
          <a:prstGeom prst="rect">
            <a:avLst/>
          </a:prstGeom>
        </p:spPr>
      </p:pic>
      <p:sp>
        <p:nvSpPr>
          <p:cNvPr id="14" name="Footer Placeholder 13">
            <a:extLst>
              <a:ext uri="{FF2B5EF4-FFF2-40B4-BE49-F238E27FC236}">
                <a16:creationId xmlns:a16="http://schemas.microsoft.com/office/drawing/2014/main" id="{A81A1DFC-41A7-4E3E-A038-1E4DC1D675D6}"/>
              </a:ext>
            </a:extLst>
          </p:cNvPr>
          <p:cNvSpPr txBox="1">
            <a:spLocks/>
          </p:cNvSpPr>
          <p:nvPr userDrawn="1"/>
        </p:nvSpPr>
        <p:spPr>
          <a:xfrm>
            <a:off x="1461500" y="4768747"/>
            <a:ext cx="6195600" cy="15548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rgbClr val="253746"/>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GB" dirty="0">
                <a:solidFill>
                  <a:schemeClr val="bg1"/>
                </a:solidFill>
                <a:latin typeface="Calibri" panose="020F0502020204030204" pitchFamily="34" charset="0"/>
                <a:cs typeface="Calibri" panose="020F0502020204030204" pitchFamily="34" charset="0"/>
              </a:rPr>
              <a:t>Copyright © 2023 CompTIA, Inc. All Rights Reserved.  |  CompTIA.org</a:t>
            </a:r>
            <a:endParaRPr lang="en-US" dirty="0">
              <a:solidFill>
                <a:schemeClr val="bg1"/>
              </a:solidFill>
              <a:latin typeface="Calibri" panose="020F0502020204030204" pitchFamily="34" charset="0"/>
              <a:cs typeface="Calibri" panose="020F0502020204030204" pitchFamily="34" charset="0"/>
            </a:endParaRPr>
          </a:p>
        </p:txBody>
      </p:sp>
      <p:sp>
        <p:nvSpPr>
          <p:cNvPr id="15" name="Text Placeholder 8">
            <a:extLst>
              <a:ext uri="{FF2B5EF4-FFF2-40B4-BE49-F238E27FC236}">
                <a16:creationId xmlns:a16="http://schemas.microsoft.com/office/drawing/2014/main" id="{330AC5F2-88D3-4490-90BF-F34E01D17C9B}"/>
              </a:ext>
            </a:extLst>
          </p:cNvPr>
          <p:cNvSpPr>
            <a:spLocks noGrp="1"/>
          </p:cNvSpPr>
          <p:nvPr>
            <p:ph type="body" sz="quarter" idx="12" hasCustomPrompt="1"/>
          </p:nvPr>
        </p:nvSpPr>
        <p:spPr>
          <a:xfrm>
            <a:off x="650366" y="561622"/>
            <a:ext cx="7981244" cy="489656"/>
          </a:xfrm>
          <a:prstGeom prst="rect">
            <a:avLst/>
          </a:prstGeom>
        </p:spPr>
        <p:txBody>
          <a:bodyPr lIns="0" rIns="0"/>
          <a:lstStyle>
            <a:lvl1pPr marL="0" indent="0">
              <a:buNone/>
              <a:defRPr/>
            </a:lvl1pPr>
            <a:lvl5pPr>
              <a:defRPr/>
            </a:lvl5pPr>
          </a:lstStyle>
          <a:p>
            <a:pPr lvl="0"/>
            <a:r>
              <a:rPr lang="en-US" dirty="0"/>
              <a:t>Exam Title and Version </a:t>
            </a:r>
            <a:endParaRPr lang="en-GB" dirty="0"/>
          </a:p>
        </p:txBody>
      </p:sp>
      <p:pic>
        <p:nvPicPr>
          <p:cNvPr id="17" name="Graphic 16">
            <a:extLst>
              <a:ext uri="{FF2B5EF4-FFF2-40B4-BE49-F238E27FC236}">
                <a16:creationId xmlns:a16="http://schemas.microsoft.com/office/drawing/2014/main" id="{2FF3CB60-2CE1-4521-A000-222B91B2BFC9}"/>
              </a:ext>
              <a:ext uri="{C183D7F6-B498-43B3-948B-1728B52AA6E4}">
                <adec:decorative xmlns:adec="http://schemas.microsoft.com/office/drawing/2017/decorative" val="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46557" y="1908432"/>
            <a:ext cx="2428875" cy="190500"/>
          </a:xfrm>
          <a:prstGeom prst="rect">
            <a:avLst/>
          </a:prstGeom>
        </p:spPr>
      </p:pic>
      <p:pic>
        <p:nvPicPr>
          <p:cNvPr id="18" name="Graphic 17">
            <a:extLst>
              <a:ext uri="{FF2B5EF4-FFF2-40B4-BE49-F238E27FC236}">
                <a16:creationId xmlns:a16="http://schemas.microsoft.com/office/drawing/2014/main" id="{7F806275-D0BB-4D90-A9D5-E13362DDB248}"/>
              </a:ext>
              <a:ext uri="{C183D7F6-B498-43B3-948B-1728B52AA6E4}">
                <adec:decorative xmlns:adec="http://schemas.microsoft.com/office/drawing/2017/decorative" val="1"/>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flipH="1">
            <a:off x="3861324" y="1318606"/>
            <a:ext cx="2508635" cy="625047"/>
          </a:xfrm>
          <a:prstGeom prst="rect">
            <a:avLst/>
          </a:prstGeom>
        </p:spPr>
      </p:pic>
      <p:sp>
        <p:nvSpPr>
          <p:cNvPr id="3" name="TextBox 2">
            <a:extLst>
              <a:ext uri="{FF2B5EF4-FFF2-40B4-BE49-F238E27FC236}">
                <a16:creationId xmlns:a16="http://schemas.microsoft.com/office/drawing/2014/main" id="{E69A9EE0-9C3D-4C77-BB60-8191473E1FB2}"/>
              </a:ext>
            </a:extLst>
          </p:cNvPr>
          <p:cNvSpPr txBox="1"/>
          <p:nvPr userDrawn="1"/>
        </p:nvSpPr>
        <p:spPr>
          <a:xfrm>
            <a:off x="650366" y="2170237"/>
            <a:ext cx="2489784" cy="707886"/>
          </a:xfrm>
          <a:prstGeom prst="rect">
            <a:avLst/>
          </a:prstGeom>
          <a:noFill/>
        </p:spPr>
        <p:txBody>
          <a:bodyPr vert="horz" lIns="0" tIns="45720" rIns="0" bIns="45720" rtlCol="0" anchor="t" anchorCtr="0">
            <a:noAutofit/>
          </a:bodyPr>
          <a:lstStyle>
            <a:lvl1pPr defTabSz="342900">
              <a:spcBef>
                <a:spcPts val="0"/>
              </a:spcBef>
              <a:buNone/>
              <a:defRPr lang="en-US" sz="4000" b="0" dirty="0">
                <a:ea typeface="+mj-ea"/>
                <a:cs typeface="Calibri" panose="020F0502020204030204" pitchFamily="34" charset="0"/>
              </a:defRPr>
            </a:lvl1pPr>
          </a:lstStyle>
          <a:p>
            <a:pPr lvl="0"/>
            <a:r>
              <a:rPr lang="en-US" dirty="0">
                <a:latin typeface="Calibri" panose="020F0502020204030204" pitchFamily="34" charset="0"/>
                <a:cs typeface="Calibri" panose="020F0502020204030204" pitchFamily="34" charset="0"/>
              </a:rPr>
              <a:t>Summary</a:t>
            </a:r>
            <a:endParaRPr lang="en-GB" dirty="0">
              <a:latin typeface="Calibri" panose="020F0502020204030204" pitchFamily="34" charset="0"/>
              <a:cs typeface="Calibri" panose="020F0502020204030204" pitchFamily="34" charset="0"/>
            </a:endParaRPr>
          </a:p>
        </p:txBody>
      </p:sp>
      <p:sp>
        <p:nvSpPr>
          <p:cNvPr id="12" name="Slide Number Placeholder 1">
            <a:extLst>
              <a:ext uri="{FF2B5EF4-FFF2-40B4-BE49-F238E27FC236}">
                <a16:creationId xmlns:a16="http://schemas.microsoft.com/office/drawing/2014/main" id="{671E092C-F879-4DF6-A68C-3E9B8C85A6FC}"/>
              </a:ext>
            </a:extLst>
          </p:cNvPr>
          <p:cNvSpPr>
            <a:spLocks noGrp="1"/>
          </p:cNvSpPr>
          <p:nvPr>
            <p:ph type="sldNum" sz="quarter" idx="10"/>
          </p:nvPr>
        </p:nvSpPr>
        <p:spPr>
          <a:xfrm>
            <a:off x="8537816" y="4885690"/>
            <a:ext cx="479184" cy="198675"/>
          </a:xfrm>
        </p:spPr>
        <p:txBody>
          <a:bodyPr/>
          <a:lstStyle>
            <a:lvl1pPr>
              <a:defRPr>
                <a:solidFill>
                  <a:schemeClr val="bg1"/>
                </a:solidFill>
              </a:defRPr>
            </a:lvl1pPr>
          </a:lstStyle>
          <a:p>
            <a:fld id="{B7CF8A19-3A9E-4ABC-B336-2FDDE321C72D}" type="slidenum">
              <a:rPr lang="en-US" smtClean="0"/>
              <a:pPr/>
              <a:t>‹#›</a:t>
            </a:fld>
            <a:endParaRPr lang="en-US"/>
          </a:p>
        </p:txBody>
      </p:sp>
    </p:spTree>
    <p:extLst>
      <p:ext uri="{BB962C8B-B14F-4D97-AF65-F5344CB8AC3E}">
        <p14:creationId xmlns:p14="http://schemas.microsoft.com/office/powerpoint/2010/main" val="4111725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0104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AFFE8316-6276-444F-8C28-23F8C92989F4}"/>
              </a:ext>
            </a:extLst>
          </p:cNvPr>
          <p:cNvSpPr>
            <a:spLocks noGrp="1"/>
          </p:cNvSpPr>
          <p:nvPr>
            <p:ph type="title"/>
          </p:nvPr>
        </p:nvSpPr>
        <p:spPr>
          <a:xfrm>
            <a:off x="0" y="0"/>
            <a:ext cx="9143999" cy="603250"/>
          </a:xfrm>
          <a:prstGeom prst="rect">
            <a:avLst/>
          </a:prstGeom>
          <a:solidFill>
            <a:srgbClr val="7FC8DD">
              <a:alpha val="25000"/>
            </a:srgbClr>
          </a:solidFill>
        </p:spPr>
        <p:txBody>
          <a:bodyPr vert="horz" lIns="91440" tIns="45720" rIns="91440" bIns="45720" rtlCol="0" anchor="ctr">
            <a:noAutofit/>
          </a:bodyPr>
          <a:lstStyle/>
          <a:p>
            <a:r>
              <a:rPr lang="en-US" noProof="0"/>
              <a:t>Click to edit Master title style</a:t>
            </a:r>
            <a:endParaRPr lang="en-US" noProof="0" dirty="0"/>
          </a:p>
        </p:txBody>
      </p:sp>
      <p:sp>
        <p:nvSpPr>
          <p:cNvPr id="7" name="Slide Number Placeholder 4">
            <a:extLst>
              <a:ext uri="{FF2B5EF4-FFF2-40B4-BE49-F238E27FC236}">
                <a16:creationId xmlns:a16="http://schemas.microsoft.com/office/drawing/2014/main" id="{6ABFF679-40BB-4275-8271-2872CFC1BDB4}"/>
              </a:ext>
            </a:extLst>
          </p:cNvPr>
          <p:cNvSpPr>
            <a:spLocks noGrp="1"/>
          </p:cNvSpPr>
          <p:nvPr>
            <p:ph type="sldNum" sz="quarter" idx="4"/>
          </p:nvPr>
        </p:nvSpPr>
        <p:spPr>
          <a:xfrm>
            <a:off x="8537816" y="4885690"/>
            <a:ext cx="479184" cy="198675"/>
          </a:xfrm>
          <a:prstGeom prst="rect">
            <a:avLst/>
          </a:prstGeom>
        </p:spPr>
        <p:txBody>
          <a:bodyPr vert="horz" lIns="91440" tIns="45720" rIns="91440" bIns="45720" rtlCol="0" anchor="ctr"/>
          <a:lstStyle>
            <a:lvl1pPr algn="r">
              <a:defRPr sz="1200">
                <a:solidFill>
                  <a:schemeClr val="tx1"/>
                </a:solidFill>
                <a:latin typeface="Calibri" panose="020F0502020204030204" pitchFamily="34" charset="0"/>
                <a:cs typeface="Calibri" panose="020F0502020204030204" pitchFamily="34" charset="0"/>
              </a:defRPr>
            </a:lvl1pPr>
          </a:lstStyle>
          <a:p>
            <a:fld id="{B7CF8A19-3A9E-4ABC-B336-2FDDE321C72D}" type="slidenum">
              <a:rPr lang="en-US" smtClean="0"/>
              <a:pPr/>
              <a:t>‹#›</a:t>
            </a:fld>
            <a:endParaRPr lang="en-US"/>
          </a:p>
        </p:txBody>
      </p:sp>
      <p:sp>
        <p:nvSpPr>
          <p:cNvPr id="8" name="Text Placeholder 10">
            <a:extLst>
              <a:ext uri="{FF2B5EF4-FFF2-40B4-BE49-F238E27FC236}">
                <a16:creationId xmlns:a16="http://schemas.microsoft.com/office/drawing/2014/main" id="{12D1C9D9-BB2F-4CEE-AB77-E7FB81417221}"/>
              </a:ext>
            </a:extLst>
          </p:cNvPr>
          <p:cNvSpPr>
            <a:spLocks noGrp="1"/>
          </p:cNvSpPr>
          <p:nvPr>
            <p:ph type="body" idx="1"/>
          </p:nvPr>
        </p:nvSpPr>
        <p:spPr>
          <a:xfrm>
            <a:off x="146050" y="746760"/>
            <a:ext cx="8870950" cy="40462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8932730"/>
      </p:ext>
    </p:extLst>
  </p:cSld>
  <p:clrMap bg1="lt1" tx1="dk1" bg2="lt2" tx2="dk2" accent1="accent1" accent2="accent2" accent3="accent3" accent4="accent4" accent5="accent5" accent6="accent6" hlink="hlink" folHlink="folHlink"/>
  <p:sldLayoutIdLst>
    <p:sldLayoutId id="2147483914" r:id="rId1"/>
    <p:sldLayoutId id="2147483917" r:id="rId2"/>
    <p:sldLayoutId id="2147483918" r:id="rId3"/>
    <p:sldLayoutId id="2147483919" r:id="rId4"/>
    <p:sldLayoutId id="2147483922" r:id="rId5"/>
    <p:sldLayoutId id="2147483924" r:id="rId6"/>
    <p:sldLayoutId id="2147483932" r:id="rId7"/>
    <p:sldLayoutId id="2147483912" r:id="rId8"/>
    <p:sldLayoutId id="2147483911" r:id="rId9"/>
    <p:sldLayoutId id="2147483926" r:id="rId10"/>
    <p:sldLayoutId id="2147483927" r:id="rId11"/>
  </p:sldLayoutIdLst>
  <p:hf hdr="0" ftr="0" dt="0"/>
  <p:txStyles>
    <p:titleStyle>
      <a:lvl1pPr marL="72000" algn="l" defTabSz="342900" rtl="0" eaLnBrk="1" latinLnBrk="0" hangingPunct="1">
        <a:spcBef>
          <a:spcPct val="0"/>
        </a:spcBef>
        <a:buNone/>
        <a:defRPr lang="en-US" sz="2800" b="1" kern="1200" dirty="0">
          <a:solidFill>
            <a:schemeClr val="tx1"/>
          </a:solidFill>
          <a:latin typeface="Calibri" panose="020F0502020204030204" pitchFamily="34" charset="0"/>
          <a:ea typeface="+mj-ea"/>
          <a:cs typeface="Calibri" panose="020F0502020204030204" pitchFamily="34" charset="0"/>
        </a:defRPr>
      </a:lvl1pPr>
    </p:titleStyle>
    <p:bodyStyle>
      <a:lvl1pPr marL="257175" indent="-257175" algn="l" defTabSz="342900" rtl="0" eaLnBrk="1" latinLnBrk="0" hangingPunct="1">
        <a:spcBef>
          <a:spcPts val="1000"/>
        </a:spcBef>
        <a:spcAft>
          <a:spcPts val="600"/>
        </a:spcAft>
        <a:buClrTx/>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1pPr>
      <a:lvl2pPr marL="685800" indent="-34290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2pPr>
      <a:lvl3pPr marL="857250" indent="-171450" algn="l" defTabSz="342900" rtl="0" eaLnBrk="1" latinLnBrk="0" hangingPunct="1">
        <a:spcBef>
          <a:spcPts val="1000"/>
        </a:spcBef>
        <a:spcAft>
          <a:spcPts val="600"/>
        </a:spcAft>
        <a:buClrTx/>
        <a:buSzPct val="100000"/>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3pPr>
      <a:lvl4pPr marL="12001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4pPr>
      <a:lvl5pPr marL="1543050" indent="-171450" algn="l" defTabSz="342900" rtl="0" eaLnBrk="1" latinLnBrk="0" hangingPunct="1">
        <a:spcBef>
          <a:spcPts val="1000"/>
        </a:spcBef>
        <a:spcAft>
          <a:spcPts val="600"/>
        </a:spcAft>
        <a:buClrTx/>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38A5C-5A7F-DD62-6468-D90B85095F5A}"/>
              </a:ext>
            </a:extLst>
          </p:cNvPr>
          <p:cNvSpPr>
            <a:spLocks noGrp="1"/>
          </p:cNvSpPr>
          <p:nvPr>
            <p:ph type="ctrTitle"/>
          </p:nvPr>
        </p:nvSpPr>
        <p:spPr/>
        <p:txBody>
          <a:bodyPr/>
          <a:lstStyle/>
          <a:p>
            <a:r>
              <a:rPr lang="en-US" noProof="0" dirty="0"/>
              <a:t>Comparing Threat Types</a:t>
            </a:r>
          </a:p>
        </p:txBody>
      </p:sp>
      <p:sp>
        <p:nvSpPr>
          <p:cNvPr id="3" name="Subtitle 2">
            <a:extLst>
              <a:ext uri="{FF2B5EF4-FFF2-40B4-BE49-F238E27FC236}">
                <a16:creationId xmlns:a16="http://schemas.microsoft.com/office/drawing/2014/main" id="{1A2364A6-266E-7F8D-1715-8E2A9086694F}"/>
              </a:ext>
            </a:extLst>
          </p:cNvPr>
          <p:cNvSpPr>
            <a:spLocks noGrp="1"/>
          </p:cNvSpPr>
          <p:nvPr>
            <p:ph type="subTitle" idx="1"/>
          </p:nvPr>
        </p:nvSpPr>
        <p:spPr/>
        <p:txBody>
          <a:bodyPr/>
          <a:lstStyle/>
          <a:p>
            <a:r>
              <a:rPr lang="en-US" noProof="0" dirty="0"/>
              <a:t>Lesson 2</a:t>
            </a:r>
          </a:p>
        </p:txBody>
      </p:sp>
      <p:sp>
        <p:nvSpPr>
          <p:cNvPr id="4" name="Text Placeholder 3">
            <a:extLst>
              <a:ext uri="{FF2B5EF4-FFF2-40B4-BE49-F238E27FC236}">
                <a16:creationId xmlns:a16="http://schemas.microsoft.com/office/drawing/2014/main" id="{A7E51127-8E30-7AD3-CDFA-2BFF7E4EF3C1}"/>
              </a:ext>
            </a:extLst>
          </p:cNvPr>
          <p:cNvSpPr>
            <a:spLocks noGrp="1"/>
          </p:cNvSpPr>
          <p:nvPr>
            <p:ph type="body" sz="quarter" idx="12"/>
          </p:nvPr>
        </p:nvSpPr>
        <p:spPr/>
        <p:txBody>
          <a:bodyPr/>
          <a:lstStyle/>
          <a:p>
            <a:r>
              <a:rPr lang="en-US" noProof="0" dirty="0"/>
              <a:t>CompTIA Security+ Exam SY0-701</a:t>
            </a:r>
          </a:p>
        </p:txBody>
      </p:sp>
      <p:sp>
        <p:nvSpPr>
          <p:cNvPr id="5" name="Slide Number Placeholder 4">
            <a:extLst>
              <a:ext uri="{FF2B5EF4-FFF2-40B4-BE49-F238E27FC236}">
                <a16:creationId xmlns:a16="http://schemas.microsoft.com/office/drawing/2014/main" id="{BB2DC868-D0BD-5920-D8AE-594D3F1A2A07}"/>
              </a:ext>
            </a:extLst>
          </p:cNvPr>
          <p:cNvSpPr>
            <a:spLocks noGrp="1"/>
          </p:cNvSpPr>
          <p:nvPr>
            <p:ph type="sldNum" sz="quarter" idx="10"/>
          </p:nvPr>
        </p:nvSpPr>
        <p:spPr/>
        <p:txBody>
          <a:bodyPr/>
          <a:lstStyle/>
          <a:p>
            <a:fld id="{B7CF8A19-3A9E-4ABC-B336-2FDDE321C72D}" type="slidenum">
              <a:rPr lang="en-US" smtClean="0"/>
              <a:pPr/>
              <a:t>1</a:t>
            </a:fld>
            <a:endParaRPr lang="en-US"/>
          </a:p>
        </p:txBody>
      </p:sp>
    </p:spTree>
    <p:extLst>
      <p:ext uri="{BB962C8B-B14F-4D97-AF65-F5344CB8AC3E}">
        <p14:creationId xmlns:p14="http://schemas.microsoft.com/office/powerpoint/2010/main" val="4379171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CE9C7-B5BE-F6DF-AA20-3C9126F3FAB3}"/>
              </a:ext>
            </a:extLst>
          </p:cNvPr>
          <p:cNvSpPr>
            <a:spLocks noGrp="1"/>
          </p:cNvSpPr>
          <p:nvPr>
            <p:ph type="title"/>
          </p:nvPr>
        </p:nvSpPr>
        <p:spPr/>
        <p:txBody>
          <a:bodyPr/>
          <a:lstStyle/>
          <a:p>
            <a:r>
              <a:rPr lang="en-GB" dirty="0"/>
              <a:t>Objectives</a:t>
            </a:r>
            <a:endParaRPr lang="en-US" dirty="0"/>
          </a:p>
        </p:txBody>
      </p:sp>
      <p:sp>
        <p:nvSpPr>
          <p:cNvPr id="3" name="Content Placeholder 2">
            <a:extLst>
              <a:ext uri="{FF2B5EF4-FFF2-40B4-BE49-F238E27FC236}">
                <a16:creationId xmlns:a16="http://schemas.microsoft.com/office/drawing/2014/main" id="{D6AD5D8A-D949-A9C2-87EB-FA7DCB8EA01F}"/>
              </a:ext>
            </a:extLst>
          </p:cNvPr>
          <p:cNvSpPr>
            <a:spLocks noGrp="1"/>
          </p:cNvSpPr>
          <p:nvPr>
            <p:ph idx="1"/>
          </p:nvPr>
        </p:nvSpPr>
        <p:spPr/>
        <p:txBody>
          <a:bodyPr/>
          <a:lstStyle/>
          <a:p>
            <a:r>
              <a:rPr lang="en-US" dirty="0"/>
              <a:t>Compare and contrast attributes and motivations of threat </a:t>
            </a:r>
            <a:r>
              <a:rPr lang="en-US"/>
              <a:t>actor types</a:t>
            </a:r>
            <a:endParaRPr lang="en-US" dirty="0"/>
          </a:p>
          <a:p>
            <a:r>
              <a:rPr lang="en-US" dirty="0"/>
              <a:t>Explain common threat vectors and attack surfaces</a:t>
            </a:r>
          </a:p>
        </p:txBody>
      </p:sp>
      <p:sp>
        <p:nvSpPr>
          <p:cNvPr id="4" name="Slide Number Placeholder 3">
            <a:extLst>
              <a:ext uri="{FF2B5EF4-FFF2-40B4-BE49-F238E27FC236}">
                <a16:creationId xmlns:a16="http://schemas.microsoft.com/office/drawing/2014/main" id="{EC625172-B1AE-3019-A6D8-FA26501F3B44}"/>
              </a:ext>
            </a:extLst>
          </p:cNvPr>
          <p:cNvSpPr>
            <a:spLocks noGrp="1"/>
          </p:cNvSpPr>
          <p:nvPr>
            <p:ph type="sldNum" sz="quarter" idx="10"/>
          </p:nvPr>
        </p:nvSpPr>
        <p:spPr/>
        <p:txBody>
          <a:bodyPr/>
          <a:lstStyle/>
          <a:p>
            <a:fld id="{B7CF8A19-3A9E-4ABC-B336-2FDDE321C72D}" type="slidenum">
              <a:rPr lang="en-US" smtClean="0"/>
              <a:pPr/>
              <a:t>2</a:t>
            </a:fld>
            <a:endParaRPr lang="en-US"/>
          </a:p>
        </p:txBody>
      </p:sp>
    </p:spTree>
    <p:extLst>
      <p:ext uri="{BB962C8B-B14F-4D97-AF65-F5344CB8AC3E}">
        <p14:creationId xmlns:p14="http://schemas.microsoft.com/office/powerpoint/2010/main" val="21852934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4D34B-97FF-CCB8-2DF3-29C50AB57BFC}"/>
              </a:ext>
            </a:extLst>
          </p:cNvPr>
          <p:cNvSpPr>
            <a:spLocks noGrp="1"/>
          </p:cNvSpPr>
          <p:nvPr>
            <p:ph type="ctrTitle"/>
          </p:nvPr>
        </p:nvSpPr>
        <p:spPr/>
        <p:txBody>
          <a:bodyPr/>
          <a:lstStyle/>
          <a:p>
            <a:r>
              <a:rPr lang="en-US" noProof="0" dirty="0"/>
              <a:t>Threat Actors</a:t>
            </a:r>
          </a:p>
        </p:txBody>
      </p:sp>
      <p:sp>
        <p:nvSpPr>
          <p:cNvPr id="3" name="Subtitle 2">
            <a:extLst>
              <a:ext uri="{FF2B5EF4-FFF2-40B4-BE49-F238E27FC236}">
                <a16:creationId xmlns:a16="http://schemas.microsoft.com/office/drawing/2014/main" id="{045240B9-4836-CB4C-7AA7-19958C6DC8BC}"/>
              </a:ext>
            </a:extLst>
          </p:cNvPr>
          <p:cNvSpPr>
            <a:spLocks noGrp="1"/>
          </p:cNvSpPr>
          <p:nvPr>
            <p:ph type="subTitle" idx="1"/>
          </p:nvPr>
        </p:nvSpPr>
        <p:spPr/>
        <p:txBody>
          <a:bodyPr/>
          <a:lstStyle/>
          <a:p>
            <a:r>
              <a:rPr lang="en-US" noProof="0" dirty="0"/>
              <a:t>Topic 2A</a:t>
            </a:r>
          </a:p>
        </p:txBody>
      </p:sp>
      <p:sp>
        <p:nvSpPr>
          <p:cNvPr id="4" name="Text Placeholder 3">
            <a:extLst>
              <a:ext uri="{FF2B5EF4-FFF2-40B4-BE49-F238E27FC236}">
                <a16:creationId xmlns:a16="http://schemas.microsoft.com/office/drawing/2014/main" id="{0AE96607-3833-EAA2-608A-4B298EEACB21}"/>
              </a:ext>
            </a:extLst>
          </p:cNvPr>
          <p:cNvSpPr>
            <a:spLocks noGrp="1"/>
          </p:cNvSpPr>
          <p:nvPr>
            <p:ph type="body" sz="quarter" idx="12"/>
          </p:nvPr>
        </p:nvSpPr>
        <p:spPr/>
        <p:txBody>
          <a:bodyPr/>
          <a:lstStyle/>
          <a:p>
            <a:r>
              <a:rPr lang="en-US" noProof="0" dirty="0"/>
              <a:t>Lesson 2</a:t>
            </a:r>
          </a:p>
        </p:txBody>
      </p:sp>
      <p:sp>
        <p:nvSpPr>
          <p:cNvPr id="5" name="Slide Number Placeholder 4">
            <a:extLst>
              <a:ext uri="{FF2B5EF4-FFF2-40B4-BE49-F238E27FC236}">
                <a16:creationId xmlns:a16="http://schemas.microsoft.com/office/drawing/2014/main" id="{A2328C14-E12D-35B1-F2E0-2DFFE3B60AA0}"/>
              </a:ext>
            </a:extLst>
          </p:cNvPr>
          <p:cNvSpPr>
            <a:spLocks noGrp="1"/>
          </p:cNvSpPr>
          <p:nvPr>
            <p:ph type="sldNum" sz="quarter" idx="10"/>
          </p:nvPr>
        </p:nvSpPr>
        <p:spPr/>
        <p:txBody>
          <a:bodyPr/>
          <a:lstStyle/>
          <a:p>
            <a:fld id="{B7CF8A19-3A9E-4ABC-B336-2FDDE321C72D}" type="slidenum">
              <a:rPr lang="en-US" smtClean="0"/>
              <a:pPr/>
              <a:t>3</a:t>
            </a:fld>
            <a:endParaRPr lang="en-US"/>
          </a:p>
        </p:txBody>
      </p:sp>
    </p:spTree>
    <p:extLst>
      <p:ext uri="{BB962C8B-B14F-4D97-AF65-F5344CB8AC3E}">
        <p14:creationId xmlns:p14="http://schemas.microsoft.com/office/powerpoint/2010/main" val="33657791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D90A5-7667-1F80-1B56-0BF12CB7B557}"/>
              </a:ext>
            </a:extLst>
          </p:cNvPr>
          <p:cNvSpPr>
            <a:spLocks noGrp="1"/>
          </p:cNvSpPr>
          <p:nvPr>
            <p:ph type="title"/>
          </p:nvPr>
        </p:nvSpPr>
        <p:spPr/>
        <p:txBody>
          <a:bodyPr/>
          <a:lstStyle/>
          <a:p>
            <a:r>
              <a:rPr lang="en-US" noProof="0" dirty="0"/>
              <a:t>Vulnerability, Threat, and Risk​</a:t>
            </a:r>
          </a:p>
        </p:txBody>
      </p:sp>
      <p:pic>
        <p:nvPicPr>
          <p:cNvPr id="6146" name="Picture 2">
            <a:extLst>
              <a:ext uri="{FF2B5EF4-FFF2-40B4-BE49-F238E27FC236}">
                <a16:creationId xmlns:a16="http://schemas.microsoft.com/office/drawing/2014/main" id="{6E822C62-2F8F-E171-25FB-C38EB9AD785B}"/>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46050" y="1442929"/>
            <a:ext cx="8870950" cy="2652929"/>
          </a:xfrm>
        </p:spPr>
      </p:pic>
      <p:sp>
        <p:nvSpPr>
          <p:cNvPr id="4" name="Slide Number Placeholder 3">
            <a:extLst>
              <a:ext uri="{FF2B5EF4-FFF2-40B4-BE49-F238E27FC236}">
                <a16:creationId xmlns:a16="http://schemas.microsoft.com/office/drawing/2014/main" id="{A79A1D5F-DA29-D480-1797-4C4ABA342881}"/>
              </a:ext>
            </a:extLst>
          </p:cNvPr>
          <p:cNvSpPr>
            <a:spLocks noGrp="1"/>
          </p:cNvSpPr>
          <p:nvPr>
            <p:ph type="sldNum" sz="quarter" idx="10"/>
          </p:nvPr>
        </p:nvSpPr>
        <p:spPr/>
        <p:txBody>
          <a:bodyPr/>
          <a:lstStyle/>
          <a:p>
            <a:fld id="{B7CF8A19-3A9E-4ABC-B336-2FDDE321C72D}" type="slidenum">
              <a:rPr lang="en-US" smtClean="0"/>
              <a:pPr/>
              <a:t>4</a:t>
            </a:fld>
            <a:endParaRPr lang="en-US"/>
          </a:p>
        </p:txBody>
      </p:sp>
    </p:spTree>
    <p:extLst>
      <p:ext uri="{BB962C8B-B14F-4D97-AF65-F5344CB8AC3E}">
        <p14:creationId xmlns:p14="http://schemas.microsoft.com/office/powerpoint/2010/main" val="23811835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24AD8-5653-74E2-23EC-59C6C624F997}"/>
              </a:ext>
            </a:extLst>
          </p:cNvPr>
          <p:cNvSpPr>
            <a:spLocks noGrp="1"/>
          </p:cNvSpPr>
          <p:nvPr>
            <p:ph type="title"/>
          </p:nvPr>
        </p:nvSpPr>
        <p:spPr/>
        <p:txBody>
          <a:bodyPr/>
          <a:lstStyle/>
          <a:p>
            <a:r>
              <a:rPr lang="en-US" noProof="0" dirty="0"/>
              <a:t>Attributes of Threat Actors​</a:t>
            </a:r>
          </a:p>
        </p:txBody>
      </p:sp>
      <p:sp>
        <p:nvSpPr>
          <p:cNvPr id="3" name="Content Placeholder 2">
            <a:extLst>
              <a:ext uri="{FF2B5EF4-FFF2-40B4-BE49-F238E27FC236}">
                <a16:creationId xmlns:a16="http://schemas.microsoft.com/office/drawing/2014/main" id="{8B7D628F-412C-7F8F-D2AA-061233D2DD53}"/>
              </a:ext>
            </a:extLst>
          </p:cNvPr>
          <p:cNvSpPr>
            <a:spLocks noGrp="1"/>
          </p:cNvSpPr>
          <p:nvPr>
            <p:ph idx="1"/>
          </p:nvPr>
        </p:nvSpPr>
        <p:spPr/>
        <p:txBody>
          <a:bodyPr>
            <a:normAutofit fontScale="92500" lnSpcReduction="20000"/>
          </a:bodyPr>
          <a:lstStyle/>
          <a:p>
            <a:r>
              <a:rPr lang="en-US" noProof="0" dirty="0"/>
              <a:t>Known threats versus adversary behaviors​</a:t>
            </a:r>
          </a:p>
          <a:p>
            <a:r>
              <a:rPr lang="en-US" noProof="0" dirty="0"/>
              <a:t>Internal/external​</a:t>
            </a:r>
          </a:p>
          <a:p>
            <a:pPr lvl="1"/>
            <a:r>
              <a:rPr lang="en-US" noProof="0" dirty="0"/>
              <a:t>Internal threats have authorized access already</a:t>
            </a:r>
          </a:p>
          <a:p>
            <a:pPr lvl="1"/>
            <a:r>
              <a:rPr lang="en-US" dirty="0"/>
              <a:t>Attribute of threat actor, not where attack takes place</a:t>
            </a:r>
            <a:endParaRPr lang="en-US" noProof="0" dirty="0"/>
          </a:p>
          <a:p>
            <a:r>
              <a:rPr lang="en-US" noProof="0" dirty="0"/>
              <a:t>Level of sophistication/capability​</a:t>
            </a:r>
          </a:p>
          <a:p>
            <a:pPr lvl="1"/>
            <a:r>
              <a:rPr lang="en-US" noProof="0" dirty="0"/>
              <a:t>Low capability actors rely on commodity tools​</a:t>
            </a:r>
          </a:p>
          <a:p>
            <a:pPr lvl="1"/>
            <a:r>
              <a:rPr lang="en-US" noProof="0" dirty="0"/>
              <a:t>High capability actors can develop new attacks</a:t>
            </a:r>
          </a:p>
          <a:p>
            <a:pPr lvl="1"/>
            <a:r>
              <a:rPr lang="en-US" noProof="0" dirty="0"/>
              <a:t>Access to political or military assets</a:t>
            </a:r>
          </a:p>
          <a:p>
            <a:r>
              <a:rPr lang="en-US" noProof="0" dirty="0"/>
              <a:t>Resources/funding​</a:t>
            </a:r>
          </a:p>
          <a:p>
            <a:endParaRPr lang="en-US" noProof="0" dirty="0"/>
          </a:p>
        </p:txBody>
      </p:sp>
      <p:sp>
        <p:nvSpPr>
          <p:cNvPr id="4" name="Slide Number Placeholder 3">
            <a:extLst>
              <a:ext uri="{FF2B5EF4-FFF2-40B4-BE49-F238E27FC236}">
                <a16:creationId xmlns:a16="http://schemas.microsoft.com/office/drawing/2014/main" id="{529C5454-56F6-787B-29BB-06476C090487}"/>
              </a:ext>
            </a:extLst>
          </p:cNvPr>
          <p:cNvSpPr>
            <a:spLocks noGrp="1"/>
          </p:cNvSpPr>
          <p:nvPr>
            <p:ph type="sldNum" sz="quarter" idx="10"/>
          </p:nvPr>
        </p:nvSpPr>
        <p:spPr/>
        <p:txBody>
          <a:bodyPr/>
          <a:lstStyle/>
          <a:p>
            <a:fld id="{B7CF8A19-3A9E-4ABC-B336-2FDDE321C72D}" type="slidenum">
              <a:rPr lang="en-US" smtClean="0"/>
              <a:pPr/>
              <a:t>5</a:t>
            </a:fld>
            <a:endParaRPr lang="en-US"/>
          </a:p>
        </p:txBody>
      </p:sp>
    </p:spTree>
    <p:extLst>
      <p:ext uri="{BB962C8B-B14F-4D97-AF65-F5344CB8AC3E}">
        <p14:creationId xmlns:p14="http://schemas.microsoft.com/office/powerpoint/2010/main" val="23765046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7031B-B804-62A2-EC7E-EAF7DDD066B7}"/>
              </a:ext>
            </a:extLst>
          </p:cNvPr>
          <p:cNvSpPr>
            <a:spLocks noGrp="1"/>
          </p:cNvSpPr>
          <p:nvPr>
            <p:ph type="title"/>
          </p:nvPr>
        </p:nvSpPr>
        <p:spPr/>
        <p:txBody>
          <a:bodyPr/>
          <a:lstStyle/>
          <a:p>
            <a:r>
              <a:rPr lang="en-US" noProof="0" dirty="0"/>
              <a:t>Motivations of Threat Actors</a:t>
            </a:r>
          </a:p>
        </p:txBody>
      </p:sp>
      <p:sp>
        <p:nvSpPr>
          <p:cNvPr id="3" name="Content Placeholder 2">
            <a:extLst>
              <a:ext uri="{FF2B5EF4-FFF2-40B4-BE49-F238E27FC236}">
                <a16:creationId xmlns:a16="http://schemas.microsoft.com/office/drawing/2014/main" id="{63AC4ECA-EDC6-F72E-EAE1-047A644BDD6C}"/>
              </a:ext>
            </a:extLst>
          </p:cNvPr>
          <p:cNvSpPr>
            <a:spLocks noGrp="1"/>
          </p:cNvSpPr>
          <p:nvPr>
            <p:ph idx="1"/>
          </p:nvPr>
        </p:nvSpPr>
        <p:spPr/>
        <p:txBody>
          <a:bodyPr>
            <a:normAutofit fontScale="70000" lnSpcReduction="20000"/>
          </a:bodyPr>
          <a:lstStyle/>
          <a:p>
            <a:r>
              <a:rPr lang="en-US" noProof="0" dirty="0"/>
              <a:t>Intent/motivation​</a:t>
            </a:r>
          </a:p>
          <a:p>
            <a:pPr lvl="1"/>
            <a:r>
              <a:rPr lang="en-US" noProof="0" dirty="0"/>
              <a:t>Maliciously targeted versus opportunistic​</a:t>
            </a:r>
          </a:p>
          <a:p>
            <a:pPr lvl="1"/>
            <a:r>
              <a:rPr lang="en-US" noProof="0" dirty="0"/>
              <a:t>Accidental/unintentional​</a:t>
            </a:r>
          </a:p>
          <a:p>
            <a:r>
              <a:rPr lang="en-US" noProof="0" dirty="0"/>
              <a:t>Strategies</a:t>
            </a:r>
          </a:p>
          <a:p>
            <a:pPr lvl="1"/>
            <a:r>
              <a:rPr lang="en-US" noProof="0" dirty="0"/>
              <a:t>Service disruption, data exfiltration, and d</a:t>
            </a:r>
            <a:r>
              <a:rPr lang="en-US" dirty="0" err="1"/>
              <a:t>isinformation</a:t>
            </a:r>
            <a:endParaRPr lang="en-US" noProof="0" dirty="0"/>
          </a:p>
          <a:p>
            <a:r>
              <a:rPr lang="en-US" noProof="0" dirty="0"/>
              <a:t>Chaotic motivations</a:t>
            </a:r>
          </a:p>
          <a:p>
            <a:r>
              <a:rPr lang="en-US" noProof="0" dirty="0"/>
              <a:t>Financial </a:t>
            </a:r>
            <a:r>
              <a:rPr lang="en-US" dirty="0"/>
              <a:t>motivations</a:t>
            </a:r>
          </a:p>
          <a:p>
            <a:pPr lvl="1"/>
            <a:r>
              <a:rPr lang="en-US" noProof="0" dirty="0"/>
              <a:t>Blackmail, extortion, and fraud</a:t>
            </a:r>
          </a:p>
          <a:p>
            <a:r>
              <a:rPr lang="en-US" noProof="0" dirty="0"/>
              <a:t>Political motivations</a:t>
            </a:r>
          </a:p>
          <a:p>
            <a:pPr lvl="1"/>
            <a:r>
              <a:rPr lang="en-US" noProof="0" dirty="0"/>
              <a:t>Whistleblowers, campaign groups, nation-state actors</a:t>
            </a:r>
          </a:p>
        </p:txBody>
      </p:sp>
      <p:sp>
        <p:nvSpPr>
          <p:cNvPr id="4" name="Slide Number Placeholder 3">
            <a:extLst>
              <a:ext uri="{FF2B5EF4-FFF2-40B4-BE49-F238E27FC236}">
                <a16:creationId xmlns:a16="http://schemas.microsoft.com/office/drawing/2014/main" id="{DDE76C47-23BF-7162-C2BB-002DCEABBFD1}"/>
              </a:ext>
            </a:extLst>
          </p:cNvPr>
          <p:cNvSpPr>
            <a:spLocks noGrp="1"/>
          </p:cNvSpPr>
          <p:nvPr>
            <p:ph type="sldNum" sz="quarter" idx="10"/>
          </p:nvPr>
        </p:nvSpPr>
        <p:spPr/>
        <p:txBody>
          <a:bodyPr/>
          <a:lstStyle/>
          <a:p>
            <a:fld id="{B7CF8A19-3A9E-4ABC-B336-2FDDE321C72D}" type="slidenum">
              <a:rPr lang="en-US" smtClean="0"/>
              <a:pPr/>
              <a:t>6</a:t>
            </a:fld>
            <a:endParaRPr lang="en-US"/>
          </a:p>
        </p:txBody>
      </p:sp>
    </p:spTree>
    <p:extLst>
      <p:ext uri="{BB962C8B-B14F-4D97-AF65-F5344CB8AC3E}">
        <p14:creationId xmlns:p14="http://schemas.microsoft.com/office/powerpoint/2010/main" val="12963737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DD8F4-79DF-6EF4-EAF7-81E7ACB35915}"/>
              </a:ext>
            </a:extLst>
          </p:cNvPr>
          <p:cNvSpPr>
            <a:spLocks noGrp="1"/>
          </p:cNvSpPr>
          <p:nvPr>
            <p:ph type="title"/>
          </p:nvPr>
        </p:nvSpPr>
        <p:spPr/>
        <p:txBody>
          <a:bodyPr/>
          <a:lstStyle/>
          <a:p>
            <a:r>
              <a:rPr lang="en-US" noProof="0" dirty="0"/>
              <a:t>Hackers and Hacktivists</a:t>
            </a:r>
          </a:p>
        </p:txBody>
      </p:sp>
      <p:sp>
        <p:nvSpPr>
          <p:cNvPr id="3" name="Content Placeholder 2">
            <a:extLst>
              <a:ext uri="{FF2B5EF4-FFF2-40B4-BE49-F238E27FC236}">
                <a16:creationId xmlns:a16="http://schemas.microsoft.com/office/drawing/2014/main" id="{862BD4AD-4C2A-48D1-FBBC-538879254854}"/>
              </a:ext>
            </a:extLst>
          </p:cNvPr>
          <p:cNvSpPr>
            <a:spLocks noGrp="1"/>
          </p:cNvSpPr>
          <p:nvPr>
            <p:ph idx="1"/>
          </p:nvPr>
        </p:nvSpPr>
        <p:spPr/>
        <p:txBody>
          <a:bodyPr/>
          <a:lstStyle/>
          <a:p>
            <a:r>
              <a:rPr lang="en-US" noProof="0" dirty="0"/>
              <a:t>The “Lone Hacker”​</a:t>
            </a:r>
          </a:p>
          <a:p>
            <a:pPr lvl="1"/>
            <a:r>
              <a:rPr lang="en-US" noProof="0" dirty="0"/>
              <a:t>White hats versus black hats</a:t>
            </a:r>
          </a:p>
          <a:p>
            <a:pPr lvl="1"/>
            <a:r>
              <a:rPr lang="en-US" noProof="0" dirty="0"/>
              <a:t>Authorized versus non-authorized</a:t>
            </a:r>
          </a:p>
          <a:p>
            <a:r>
              <a:rPr lang="en-US" noProof="0" dirty="0"/>
              <a:t>Unskilled attackers </a:t>
            </a:r>
          </a:p>
          <a:p>
            <a:pPr lvl="1"/>
            <a:r>
              <a:rPr lang="en-US" dirty="0"/>
              <a:t>“</a:t>
            </a:r>
            <a:r>
              <a:rPr lang="en-US" noProof="0" dirty="0"/>
              <a:t>Script kiddies​”</a:t>
            </a:r>
          </a:p>
          <a:p>
            <a:r>
              <a:rPr lang="en-US" noProof="0" dirty="0"/>
              <a:t>Hacker teams and hacktivists​</a:t>
            </a:r>
          </a:p>
        </p:txBody>
      </p:sp>
      <p:sp>
        <p:nvSpPr>
          <p:cNvPr id="4" name="Slide Number Placeholder 3">
            <a:extLst>
              <a:ext uri="{FF2B5EF4-FFF2-40B4-BE49-F238E27FC236}">
                <a16:creationId xmlns:a16="http://schemas.microsoft.com/office/drawing/2014/main" id="{4C65C151-0578-E9A0-100B-C915896FD062}"/>
              </a:ext>
            </a:extLst>
          </p:cNvPr>
          <p:cNvSpPr>
            <a:spLocks noGrp="1"/>
          </p:cNvSpPr>
          <p:nvPr>
            <p:ph type="sldNum" sz="quarter" idx="10"/>
          </p:nvPr>
        </p:nvSpPr>
        <p:spPr/>
        <p:txBody>
          <a:bodyPr/>
          <a:lstStyle/>
          <a:p>
            <a:fld id="{B7CF8A19-3A9E-4ABC-B336-2FDDE321C72D}" type="slidenum">
              <a:rPr lang="en-US" smtClean="0"/>
              <a:pPr/>
              <a:t>7</a:t>
            </a:fld>
            <a:endParaRPr lang="en-US"/>
          </a:p>
        </p:txBody>
      </p:sp>
    </p:spTree>
    <p:extLst>
      <p:ext uri="{BB962C8B-B14F-4D97-AF65-F5344CB8AC3E}">
        <p14:creationId xmlns:p14="http://schemas.microsoft.com/office/powerpoint/2010/main" val="11385536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1599F-5725-A54E-64E5-0B560D4F1B82}"/>
              </a:ext>
            </a:extLst>
          </p:cNvPr>
          <p:cNvSpPr>
            <a:spLocks noGrp="1"/>
          </p:cNvSpPr>
          <p:nvPr>
            <p:ph type="title"/>
          </p:nvPr>
        </p:nvSpPr>
        <p:spPr/>
        <p:txBody>
          <a:bodyPr/>
          <a:lstStyle/>
          <a:p>
            <a:r>
              <a:rPr lang="en-US" noProof="0" dirty="0"/>
              <a:t>Nation-state Actors and Advanced Persistent Threats​</a:t>
            </a:r>
          </a:p>
        </p:txBody>
      </p:sp>
      <p:sp>
        <p:nvSpPr>
          <p:cNvPr id="3" name="Content Placeholder 2">
            <a:extLst>
              <a:ext uri="{FF2B5EF4-FFF2-40B4-BE49-F238E27FC236}">
                <a16:creationId xmlns:a16="http://schemas.microsoft.com/office/drawing/2014/main" id="{83BEE36C-505E-4AAB-D51D-8F40D8DE9E8D}"/>
              </a:ext>
            </a:extLst>
          </p:cNvPr>
          <p:cNvSpPr>
            <a:spLocks noGrp="1"/>
          </p:cNvSpPr>
          <p:nvPr>
            <p:ph idx="1"/>
          </p:nvPr>
        </p:nvSpPr>
        <p:spPr/>
        <p:txBody>
          <a:bodyPr>
            <a:normAutofit fontScale="92500"/>
          </a:bodyPr>
          <a:lstStyle/>
          <a:p>
            <a:r>
              <a:rPr lang="en-US" noProof="0" dirty="0"/>
              <a:t>Attached to military/secret services</a:t>
            </a:r>
          </a:p>
          <a:p>
            <a:r>
              <a:rPr lang="en-US" noProof="0" dirty="0"/>
              <a:t>High level of capability​</a:t>
            </a:r>
          </a:p>
          <a:p>
            <a:r>
              <a:rPr lang="en-US" noProof="0" dirty="0"/>
              <a:t>Advanced Persistent Threat (APT)​</a:t>
            </a:r>
          </a:p>
          <a:p>
            <a:r>
              <a:rPr lang="en-US" noProof="0" dirty="0"/>
              <a:t>Espionage and strategic advantage​</a:t>
            </a:r>
          </a:p>
          <a:p>
            <a:r>
              <a:rPr lang="en-US" noProof="0" dirty="0"/>
              <a:t>Deniability​</a:t>
            </a:r>
          </a:p>
          <a:p>
            <a:r>
              <a:rPr lang="en-US" noProof="0" dirty="0"/>
              <a:t>False flag operations​</a:t>
            </a:r>
          </a:p>
          <a:p>
            <a:endParaRPr lang="en-US" noProof="0" dirty="0"/>
          </a:p>
        </p:txBody>
      </p:sp>
      <p:sp>
        <p:nvSpPr>
          <p:cNvPr id="4" name="Slide Number Placeholder 3">
            <a:extLst>
              <a:ext uri="{FF2B5EF4-FFF2-40B4-BE49-F238E27FC236}">
                <a16:creationId xmlns:a16="http://schemas.microsoft.com/office/drawing/2014/main" id="{D42037CD-AFA9-F181-39A7-15FD0751F442}"/>
              </a:ext>
            </a:extLst>
          </p:cNvPr>
          <p:cNvSpPr>
            <a:spLocks noGrp="1"/>
          </p:cNvSpPr>
          <p:nvPr>
            <p:ph type="sldNum" sz="quarter" idx="13"/>
          </p:nvPr>
        </p:nvSpPr>
        <p:spPr/>
        <p:txBody>
          <a:bodyPr/>
          <a:lstStyle/>
          <a:p>
            <a:fld id="{B7CF8A19-3A9E-4ABC-B336-2FDDE321C72D}" type="slidenum">
              <a:rPr lang="en-US" smtClean="0"/>
              <a:pPr/>
              <a:t>8</a:t>
            </a:fld>
            <a:endParaRPr lang="en-US"/>
          </a:p>
        </p:txBody>
      </p:sp>
      <p:pic>
        <p:nvPicPr>
          <p:cNvPr id="1026" name="Picture 2">
            <a:extLst>
              <a:ext uri="{FF2B5EF4-FFF2-40B4-BE49-F238E27FC236}">
                <a16:creationId xmlns:a16="http://schemas.microsoft.com/office/drawing/2014/main" id="{D1B409B9-A592-F5C9-D2B4-07058446574A}"/>
              </a:ext>
            </a:extLst>
          </p:cNvPr>
          <p:cNvPicPr>
            <a:picLocks noGrp="1" noChangeAspect="1" noChangeArrowheads="1"/>
          </p:cNvPicPr>
          <p:nvPr>
            <p:ph idx="12"/>
          </p:nvPr>
        </p:nvPicPr>
        <p:blipFill>
          <a:blip r:embed="rId3">
            <a:extLst>
              <a:ext uri="{28A0092B-C50C-407E-A947-70E740481C1C}">
                <a14:useLocalDpi xmlns:a14="http://schemas.microsoft.com/office/drawing/2010/main" val="0"/>
              </a:ext>
            </a:extLst>
          </a:blip>
          <a:srcRect/>
          <a:stretch>
            <a:fillRect/>
          </a:stretch>
        </p:blipFill>
        <p:spPr bwMode="auto">
          <a:xfrm>
            <a:off x="4637088" y="1405617"/>
            <a:ext cx="4379912" cy="272755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154102E-E7A1-C1A1-F5CB-FBC045FDC780}"/>
              </a:ext>
            </a:extLst>
          </p:cNvPr>
          <p:cNvSpPr txBox="1"/>
          <p:nvPr/>
        </p:nvSpPr>
        <p:spPr>
          <a:xfrm>
            <a:off x="6127217" y="4192816"/>
            <a:ext cx="3016783" cy="600164"/>
          </a:xfrm>
          <a:prstGeom prst="rect">
            <a:avLst/>
          </a:prstGeom>
          <a:noFill/>
        </p:spPr>
        <p:txBody>
          <a:bodyPr wrap="square" rtlCol="0">
            <a:spAutoFit/>
          </a:bodyPr>
          <a:lstStyle/>
          <a:p>
            <a:r>
              <a:rPr lang="en-US" sz="1100" b="0" i="1" dirty="0">
                <a:solidFill>
                  <a:srgbClr val="000000"/>
                </a:solidFill>
                <a:effectLst/>
                <a:latin typeface="Open Sans" panose="020B0606030504020204" pitchFamily="34" charset="0"/>
              </a:rPr>
              <a:t>Screenshot © 2023 The MITRE Corporation. This work is reproduced and distributed with the permission of The MITRE Corporation.</a:t>
            </a:r>
            <a:endParaRPr lang="en-US" sz="1100" dirty="0"/>
          </a:p>
        </p:txBody>
      </p:sp>
    </p:spTree>
    <p:extLst>
      <p:ext uri="{BB962C8B-B14F-4D97-AF65-F5344CB8AC3E}">
        <p14:creationId xmlns:p14="http://schemas.microsoft.com/office/powerpoint/2010/main" val="24347603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1E9E7-643B-E971-A245-051EC958A0A5}"/>
              </a:ext>
            </a:extLst>
          </p:cNvPr>
          <p:cNvSpPr>
            <a:spLocks noGrp="1"/>
          </p:cNvSpPr>
          <p:nvPr>
            <p:ph type="title"/>
          </p:nvPr>
        </p:nvSpPr>
        <p:spPr/>
        <p:txBody>
          <a:bodyPr/>
          <a:lstStyle/>
          <a:p>
            <a:r>
              <a:rPr lang="en-US" noProof="0" dirty="0"/>
              <a:t>Organized Crime and Competitors</a:t>
            </a:r>
          </a:p>
        </p:txBody>
      </p:sp>
      <p:sp>
        <p:nvSpPr>
          <p:cNvPr id="3" name="Content Placeholder 2">
            <a:extLst>
              <a:ext uri="{FF2B5EF4-FFF2-40B4-BE49-F238E27FC236}">
                <a16:creationId xmlns:a16="http://schemas.microsoft.com/office/drawing/2014/main" id="{848E3D73-E0DD-FFEB-E481-6BE57606BA7E}"/>
              </a:ext>
            </a:extLst>
          </p:cNvPr>
          <p:cNvSpPr>
            <a:spLocks noGrp="1"/>
          </p:cNvSpPr>
          <p:nvPr>
            <p:ph idx="1"/>
          </p:nvPr>
        </p:nvSpPr>
        <p:spPr/>
        <p:txBody>
          <a:bodyPr>
            <a:normAutofit/>
          </a:bodyPr>
          <a:lstStyle/>
          <a:p>
            <a:r>
              <a:rPr lang="en-US" noProof="0" dirty="0"/>
              <a:t>Organized </a:t>
            </a:r>
            <a:r>
              <a:rPr lang="en-US" noProof="0" dirty="0" err="1"/>
              <a:t>crim</a:t>
            </a:r>
            <a:r>
              <a:rPr lang="en-US" dirty="0"/>
              <a:t>e</a:t>
            </a:r>
          </a:p>
          <a:p>
            <a:pPr lvl="1"/>
            <a:r>
              <a:rPr lang="en-US" noProof="0" dirty="0"/>
              <a:t>Operate across legal jurisdictions​</a:t>
            </a:r>
          </a:p>
          <a:p>
            <a:pPr lvl="1"/>
            <a:r>
              <a:rPr lang="en-US" noProof="0" dirty="0"/>
              <a:t>Motivated by criminal profit​</a:t>
            </a:r>
          </a:p>
          <a:p>
            <a:pPr lvl="1"/>
            <a:r>
              <a:rPr lang="en-US" noProof="0" dirty="0"/>
              <a:t>Can be very well resourced and funded​</a:t>
            </a:r>
          </a:p>
          <a:p>
            <a:r>
              <a:rPr lang="en-US" noProof="0" dirty="0"/>
              <a:t>Competitors​</a:t>
            </a:r>
          </a:p>
          <a:p>
            <a:pPr lvl="1"/>
            <a:r>
              <a:rPr lang="en-US" noProof="0" dirty="0"/>
              <a:t>Cyber espionage​ and disinformation</a:t>
            </a:r>
          </a:p>
          <a:p>
            <a:pPr lvl="1"/>
            <a:r>
              <a:rPr lang="en-US" noProof="0" dirty="0"/>
              <a:t>Combine with insider threat​</a:t>
            </a:r>
          </a:p>
          <a:p>
            <a:endParaRPr lang="en-US" noProof="0" dirty="0"/>
          </a:p>
        </p:txBody>
      </p:sp>
      <p:sp>
        <p:nvSpPr>
          <p:cNvPr id="4" name="Slide Number Placeholder 3">
            <a:extLst>
              <a:ext uri="{FF2B5EF4-FFF2-40B4-BE49-F238E27FC236}">
                <a16:creationId xmlns:a16="http://schemas.microsoft.com/office/drawing/2014/main" id="{475C083E-BBD3-145F-3189-23277741D4F2}"/>
              </a:ext>
            </a:extLst>
          </p:cNvPr>
          <p:cNvSpPr>
            <a:spLocks noGrp="1"/>
          </p:cNvSpPr>
          <p:nvPr>
            <p:ph type="sldNum" sz="quarter" idx="10"/>
          </p:nvPr>
        </p:nvSpPr>
        <p:spPr/>
        <p:txBody>
          <a:bodyPr/>
          <a:lstStyle/>
          <a:p>
            <a:fld id="{B7CF8A19-3A9E-4ABC-B336-2FDDE321C72D}" type="slidenum">
              <a:rPr lang="en-US" smtClean="0"/>
              <a:pPr/>
              <a:t>9</a:t>
            </a:fld>
            <a:endParaRPr lang="en-US"/>
          </a:p>
        </p:txBody>
      </p:sp>
    </p:spTree>
    <p:extLst>
      <p:ext uri="{BB962C8B-B14F-4D97-AF65-F5344CB8AC3E}">
        <p14:creationId xmlns:p14="http://schemas.microsoft.com/office/powerpoint/2010/main" val="26891011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3D6F9-D8D1-E974-495D-0B7C228A6512}"/>
              </a:ext>
            </a:extLst>
          </p:cNvPr>
          <p:cNvSpPr>
            <a:spLocks noGrp="1"/>
          </p:cNvSpPr>
          <p:nvPr>
            <p:ph type="title"/>
          </p:nvPr>
        </p:nvSpPr>
        <p:spPr/>
        <p:txBody>
          <a:bodyPr/>
          <a:lstStyle/>
          <a:p>
            <a:r>
              <a:rPr lang="en-US" noProof="0" dirty="0"/>
              <a:t>Internal Threat Actors​</a:t>
            </a:r>
          </a:p>
        </p:txBody>
      </p:sp>
      <p:sp>
        <p:nvSpPr>
          <p:cNvPr id="3" name="Content Placeholder 2">
            <a:extLst>
              <a:ext uri="{FF2B5EF4-FFF2-40B4-BE49-F238E27FC236}">
                <a16:creationId xmlns:a16="http://schemas.microsoft.com/office/drawing/2014/main" id="{55EE0D36-F34E-B7E5-05CF-218BF927FC8F}"/>
              </a:ext>
            </a:extLst>
          </p:cNvPr>
          <p:cNvSpPr>
            <a:spLocks noGrp="1"/>
          </p:cNvSpPr>
          <p:nvPr>
            <p:ph idx="1"/>
          </p:nvPr>
        </p:nvSpPr>
        <p:spPr/>
        <p:txBody>
          <a:bodyPr>
            <a:normAutofit fontScale="92500" lnSpcReduction="20000"/>
          </a:bodyPr>
          <a:lstStyle/>
          <a:p>
            <a:r>
              <a:rPr lang="en-US" noProof="0" dirty="0"/>
              <a:t>Malicious internal threat​</a:t>
            </a:r>
          </a:p>
          <a:p>
            <a:pPr lvl="1"/>
            <a:r>
              <a:rPr lang="en-US" noProof="0" dirty="0"/>
              <a:t>Has or has had authorized access​</a:t>
            </a:r>
          </a:p>
          <a:p>
            <a:pPr lvl="1"/>
            <a:r>
              <a:rPr lang="en-US" noProof="0" dirty="0"/>
              <a:t>Employees, contractors, partners​</a:t>
            </a:r>
          </a:p>
          <a:p>
            <a:pPr lvl="1"/>
            <a:r>
              <a:rPr lang="en-US" noProof="0" dirty="0"/>
              <a:t>Sabotage, financial gain, business advantage​</a:t>
            </a:r>
          </a:p>
          <a:p>
            <a:r>
              <a:rPr lang="en-US" noProof="0" dirty="0"/>
              <a:t>Unintentional insider threat​</a:t>
            </a:r>
          </a:p>
          <a:p>
            <a:pPr lvl="1"/>
            <a:r>
              <a:rPr lang="en-US" noProof="0" dirty="0"/>
              <a:t>Weak policies and procedures​</a:t>
            </a:r>
          </a:p>
          <a:p>
            <a:pPr lvl="1"/>
            <a:r>
              <a:rPr lang="en-US" noProof="0" dirty="0"/>
              <a:t>Weak adherence to policies and procedures​</a:t>
            </a:r>
          </a:p>
          <a:p>
            <a:pPr lvl="1"/>
            <a:r>
              <a:rPr lang="en-US" noProof="0" dirty="0"/>
              <a:t>Lack of training/security awareness​</a:t>
            </a:r>
          </a:p>
          <a:p>
            <a:pPr lvl="1"/>
            <a:r>
              <a:rPr lang="en-US" noProof="0" dirty="0"/>
              <a:t>Shadow IT​</a:t>
            </a:r>
          </a:p>
          <a:p>
            <a:endParaRPr lang="en-US" noProof="0" dirty="0"/>
          </a:p>
        </p:txBody>
      </p:sp>
      <p:sp>
        <p:nvSpPr>
          <p:cNvPr id="4" name="Slide Number Placeholder 3">
            <a:extLst>
              <a:ext uri="{FF2B5EF4-FFF2-40B4-BE49-F238E27FC236}">
                <a16:creationId xmlns:a16="http://schemas.microsoft.com/office/drawing/2014/main" id="{56D7902E-27A7-345B-EB4F-AE808AD5755F}"/>
              </a:ext>
            </a:extLst>
          </p:cNvPr>
          <p:cNvSpPr>
            <a:spLocks noGrp="1"/>
          </p:cNvSpPr>
          <p:nvPr>
            <p:ph type="sldNum" sz="quarter" idx="10"/>
          </p:nvPr>
        </p:nvSpPr>
        <p:spPr/>
        <p:txBody>
          <a:bodyPr/>
          <a:lstStyle/>
          <a:p>
            <a:fld id="{B7CF8A19-3A9E-4ABC-B336-2FDDE321C72D}" type="slidenum">
              <a:rPr lang="en-US" smtClean="0"/>
              <a:pPr/>
              <a:t>10</a:t>
            </a:fld>
            <a:endParaRPr lang="en-US"/>
          </a:p>
        </p:txBody>
      </p:sp>
    </p:spTree>
    <p:extLst>
      <p:ext uri="{BB962C8B-B14F-4D97-AF65-F5344CB8AC3E}">
        <p14:creationId xmlns:p14="http://schemas.microsoft.com/office/powerpoint/2010/main" val="38047621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8FC1255-2581-1A7F-FCCA-D503E0D77042}"/>
              </a:ext>
            </a:extLst>
          </p:cNvPr>
          <p:cNvSpPr>
            <a:spLocks noGrp="1"/>
          </p:cNvSpPr>
          <p:nvPr>
            <p:ph sz="quarter" idx="11"/>
          </p:nvPr>
        </p:nvSpPr>
        <p:spPr/>
        <p:txBody>
          <a:bodyPr>
            <a:normAutofit fontScale="70000" lnSpcReduction="20000"/>
          </a:bodyPr>
          <a:lstStyle/>
          <a:p>
            <a:r>
              <a:rPr lang="en-US" dirty="0"/>
              <a:t>Vulnerability, threat, and risk​</a:t>
            </a:r>
          </a:p>
          <a:p>
            <a:r>
              <a:rPr lang="en-US" dirty="0"/>
              <a:t>Attributes of threat actors​</a:t>
            </a:r>
          </a:p>
          <a:p>
            <a:pPr lvl="1"/>
            <a:r>
              <a:rPr lang="en-US" dirty="0"/>
              <a:t>Internal/external, level of sophistication/capability, resources/funding</a:t>
            </a:r>
          </a:p>
          <a:p>
            <a:r>
              <a:rPr lang="en-US" dirty="0"/>
              <a:t>Motivations of threat actors</a:t>
            </a:r>
          </a:p>
          <a:p>
            <a:pPr lvl="1"/>
            <a:r>
              <a:rPr lang="en-US" dirty="0"/>
              <a:t>Service disruption, data exfiltration, disinformation</a:t>
            </a:r>
          </a:p>
          <a:p>
            <a:pPr lvl="1"/>
            <a:r>
              <a:rPr lang="en-US" dirty="0"/>
              <a:t>Chaotic, financial, political</a:t>
            </a:r>
          </a:p>
          <a:p>
            <a:r>
              <a:rPr lang="en-US" dirty="0"/>
              <a:t>Hackers and hacktivists</a:t>
            </a:r>
          </a:p>
          <a:p>
            <a:r>
              <a:rPr lang="en-US" dirty="0"/>
              <a:t>Nation-state actors and advanced persistent threats​</a:t>
            </a:r>
          </a:p>
          <a:p>
            <a:r>
              <a:rPr lang="en-US" dirty="0"/>
              <a:t>Organized crime and competitors</a:t>
            </a:r>
          </a:p>
          <a:p>
            <a:r>
              <a:rPr lang="en-US" dirty="0"/>
              <a:t>Internal threat actors​</a:t>
            </a:r>
          </a:p>
          <a:p>
            <a:endParaRPr lang="en-US" dirty="0"/>
          </a:p>
        </p:txBody>
      </p:sp>
      <p:sp>
        <p:nvSpPr>
          <p:cNvPr id="3" name="Title 2">
            <a:extLst>
              <a:ext uri="{FF2B5EF4-FFF2-40B4-BE49-F238E27FC236}">
                <a16:creationId xmlns:a16="http://schemas.microsoft.com/office/drawing/2014/main" id="{ACC2595F-1A0C-E310-71B6-CD400B9A1424}"/>
              </a:ext>
            </a:extLst>
          </p:cNvPr>
          <p:cNvSpPr>
            <a:spLocks noGrp="1"/>
          </p:cNvSpPr>
          <p:nvPr>
            <p:ph type="title"/>
          </p:nvPr>
        </p:nvSpPr>
        <p:spPr/>
        <p:txBody>
          <a:bodyPr/>
          <a:lstStyle/>
          <a:p>
            <a:r>
              <a:rPr lang="en-GB" dirty="0"/>
              <a:t>Threat Actors</a:t>
            </a:r>
            <a:endParaRPr lang="en-US" dirty="0"/>
          </a:p>
        </p:txBody>
      </p:sp>
      <p:sp>
        <p:nvSpPr>
          <p:cNvPr id="4" name="Slide Number Placeholder 3">
            <a:extLst>
              <a:ext uri="{FF2B5EF4-FFF2-40B4-BE49-F238E27FC236}">
                <a16:creationId xmlns:a16="http://schemas.microsoft.com/office/drawing/2014/main" id="{D3E14C84-8325-AD83-20A9-AB72E923BC60}"/>
              </a:ext>
            </a:extLst>
          </p:cNvPr>
          <p:cNvSpPr>
            <a:spLocks noGrp="1"/>
          </p:cNvSpPr>
          <p:nvPr>
            <p:ph type="sldNum" sz="quarter" idx="12"/>
          </p:nvPr>
        </p:nvSpPr>
        <p:spPr/>
        <p:txBody>
          <a:bodyPr/>
          <a:lstStyle/>
          <a:p>
            <a:fld id="{B7CF8A19-3A9E-4ABC-B336-2FDDE321C72D}" type="slidenum">
              <a:rPr lang="en-US" smtClean="0"/>
              <a:pPr/>
              <a:t>11</a:t>
            </a:fld>
            <a:endParaRPr lang="en-US"/>
          </a:p>
        </p:txBody>
      </p:sp>
    </p:spTree>
    <p:extLst>
      <p:ext uri="{BB962C8B-B14F-4D97-AF65-F5344CB8AC3E}">
        <p14:creationId xmlns:p14="http://schemas.microsoft.com/office/powerpoint/2010/main" val="37960213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4D34B-97FF-CCB8-2DF3-29C50AB57BFC}"/>
              </a:ext>
            </a:extLst>
          </p:cNvPr>
          <p:cNvSpPr>
            <a:spLocks noGrp="1"/>
          </p:cNvSpPr>
          <p:nvPr>
            <p:ph type="ctrTitle"/>
          </p:nvPr>
        </p:nvSpPr>
        <p:spPr/>
        <p:txBody>
          <a:bodyPr/>
          <a:lstStyle/>
          <a:p>
            <a:r>
              <a:rPr lang="en-US" noProof="0" dirty="0"/>
              <a:t>Attack Surface</a:t>
            </a:r>
          </a:p>
        </p:txBody>
      </p:sp>
      <p:sp>
        <p:nvSpPr>
          <p:cNvPr id="3" name="Subtitle 2">
            <a:extLst>
              <a:ext uri="{FF2B5EF4-FFF2-40B4-BE49-F238E27FC236}">
                <a16:creationId xmlns:a16="http://schemas.microsoft.com/office/drawing/2014/main" id="{045240B9-4836-CB4C-7AA7-19958C6DC8BC}"/>
              </a:ext>
            </a:extLst>
          </p:cNvPr>
          <p:cNvSpPr>
            <a:spLocks noGrp="1"/>
          </p:cNvSpPr>
          <p:nvPr>
            <p:ph type="subTitle" idx="1"/>
          </p:nvPr>
        </p:nvSpPr>
        <p:spPr/>
        <p:txBody>
          <a:bodyPr/>
          <a:lstStyle/>
          <a:p>
            <a:r>
              <a:rPr lang="en-US" noProof="0" dirty="0"/>
              <a:t>Topic 2B</a:t>
            </a:r>
          </a:p>
        </p:txBody>
      </p:sp>
      <p:sp>
        <p:nvSpPr>
          <p:cNvPr id="4" name="Text Placeholder 3">
            <a:extLst>
              <a:ext uri="{FF2B5EF4-FFF2-40B4-BE49-F238E27FC236}">
                <a16:creationId xmlns:a16="http://schemas.microsoft.com/office/drawing/2014/main" id="{0AE96607-3833-EAA2-608A-4B298EEACB21}"/>
              </a:ext>
            </a:extLst>
          </p:cNvPr>
          <p:cNvSpPr>
            <a:spLocks noGrp="1"/>
          </p:cNvSpPr>
          <p:nvPr>
            <p:ph type="body" sz="quarter" idx="12"/>
          </p:nvPr>
        </p:nvSpPr>
        <p:spPr/>
        <p:txBody>
          <a:bodyPr/>
          <a:lstStyle/>
          <a:p>
            <a:r>
              <a:rPr lang="en-US" noProof="0" dirty="0"/>
              <a:t>Lesson 2</a:t>
            </a:r>
          </a:p>
        </p:txBody>
      </p:sp>
      <p:sp>
        <p:nvSpPr>
          <p:cNvPr id="5" name="Slide Number Placeholder 4">
            <a:extLst>
              <a:ext uri="{FF2B5EF4-FFF2-40B4-BE49-F238E27FC236}">
                <a16:creationId xmlns:a16="http://schemas.microsoft.com/office/drawing/2014/main" id="{A2328C14-E12D-35B1-F2E0-2DFFE3B60AA0}"/>
              </a:ext>
            </a:extLst>
          </p:cNvPr>
          <p:cNvSpPr>
            <a:spLocks noGrp="1"/>
          </p:cNvSpPr>
          <p:nvPr>
            <p:ph type="sldNum" sz="quarter" idx="10"/>
          </p:nvPr>
        </p:nvSpPr>
        <p:spPr/>
        <p:txBody>
          <a:bodyPr/>
          <a:lstStyle/>
          <a:p>
            <a:fld id="{B7CF8A19-3A9E-4ABC-B336-2FDDE321C72D}" type="slidenum">
              <a:rPr lang="en-US" smtClean="0"/>
              <a:pPr/>
              <a:t>12</a:t>
            </a:fld>
            <a:endParaRPr lang="en-US"/>
          </a:p>
        </p:txBody>
      </p:sp>
    </p:spTree>
    <p:extLst>
      <p:ext uri="{BB962C8B-B14F-4D97-AF65-F5344CB8AC3E}">
        <p14:creationId xmlns:p14="http://schemas.microsoft.com/office/powerpoint/2010/main" val="22762335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DC6F6-4B05-700C-9001-33910FF61AEC}"/>
              </a:ext>
            </a:extLst>
          </p:cNvPr>
          <p:cNvSpPr>
            <a:spLocks noGrp="1"/>
          </p:cNvSpPr>
          <p:nvPr>
            <p:ph type="title"/>
          </p:nvPr>
        </p:nvSpPr>
        <p:spPr>
          <a:xfrm>
            <a:off x="0" y="0"/>
            <a:ext cx="9143999" cy="603250"/>
          </a:xfrm>
        </p:spPr>
        <p:txBody>
          <a:bodyPr/>
          <a:lstStyle/>
          <a:p>
            <a:r>
              <a:rPr lang="en-US" noProof="0" dirty="0"/>
              <a:t>Attack Surface and Vectors​</a:t>
            </a:r>
          </a:p>
        </p:txBody>
      </p:sp>
      <p:sp>
        <p:nvSpPr>
          <p:cNvPr id="3" name="Content Placeholder 2">
            <a:extLst>
              <a:ext uri="{FF2B5EF4-FFF2-40B4-BE49-F238E27FC236}">
                <a16:creationId xmlns:a16="http://schemas.microsoft.com/office/drawing/2014/main" id="{C50FE6D6-CC50-958E-F8B8-7085A8370A3B}"/>
              </a:ext>
            </a:extLst>
          </p:cNvPr>
          <p:cNvSpPr>
            <a:spLocks noGrp="1"/>
          </p:cNvSpPr>
          <p:nvPr>
            <p:ph idx="1"/>
          </p:nvPr>
        </p:nvSpPr>
        <p:spPr>
          <a:xfrm>
            <a:off x="146051" y="746125"/>
            <a:ext cx="3808328" cy="4046538"/>
          </a:xfrm>
        </p:spPr>
        <p:txBody>
          <a:bodyPr>
            <a:normAutofit fontScale="85000" lnSpcReduction="10000"/>
          </a:bodyPr>
          <a:lstStyle/>
          <a:p>
            <a:r>
              <a:rPr lang="en-US" noProof="0" dirty="0"/>
              <a:t>Attack surface​</a:t>
            </a:r>
          </a:p>
          <a:p>
            <a:pPr lvl="1"/>
            <a:r>
              <a:rPr lang="en-US" noProof="0" dirty="0"/>
              <a:t>Points where an attacker can discover/exploit vulnerabilities</a:t>
            </a:r>
          </a:p>
          <a:p>
            <a:pPr lvl="1"/>
            <a:r>
              <a:rPr lang="en-US" dirty="0"/>
              <a:t>Physical, n</a:t>
            </a:r>
            <a:r>
              <a:rPr lang="en-US" noProof="0" dirty="0" err="1"/>
              <a:t>etwork</a:t>
            </a:r>
            <a:r>
              <a:rPr lang="en-US" noProof="0" dirty="0"/>
              <a:t>, application​, and human surfaces</a:t>
            </a:r>
          </a:p>
          <a:p>
            <a:pPr lvl="1"/>
            <a:r>
              <a:rPr lang="en-US" dirty="0"/>
              <a:t>Whole organization or single system/app scope</a:t>
            </a:r>
            <a:endParaRPr lang="en-US" noProof="0" dirty="0"/>
          </a:p>
          <a:p>
            <a:r>
              <a:rPr lang="en-US" noProof="0" dirty="0"/>
              <a:t>Threat vectors​</a:t>
            </a:r>
          </a:p>
          <a:p>
            <a:pPr lvl="1"/>
            <a:r>
              <a:rPr lang="en-US" noProof="0" dirty="0"/>
              <a:t>High capability actors can expand attack surface by developing novel vectors</a:t>
            </a:r>
          </a:p>
        </p:txBody>
      </p:sp>
      <p:pic>
        <p:nvPicPr>
          <p:cNvPr id="5122" name="Picture 2">
            <a:extLst>
              <a:ext uri="{FF2B5EF4-FFF2-40B4-BE49-F238E27FC236}">
                <a16:creationId xmlns:a16="http://schemas.microsoft.com/office/drawing/2014/main" id="{4F8388CB-C970-616C-35EE-09F52217CA11}"/>
              </a:ext>
            </a:extLst>
          </p:cNvPr>
          <p:cNvPicPr>
            <a:picLocks noGrp="1" noChangeAspect="1" noChangeArrowheads="1"/>
          </p:cNvPicPr>
          <p:nvPr>
            <p:ph idx="12"/>
          </p:nvPr>
        </p:nvPicPr>
        <p:blipFill>
          <a:blip r:embed="rId3">
            <a:extLst>
              <a:ext uri="{28A0092B-C50C-407E-A947-70E740481C1C}">
                <a14:useLocalDpi xmlns:a14="http://schemas.microsoft.com/office/drawing/2010/main" val="0"/>
              </a:ext>
            </a:extLst>
          </a:blip>
          <a:srcRect/>
          <a:stretch>
            <a:fillRect/>
          </a:stretch>
        </p:blipFill>
        <p:spPr bwMode="auto">
          <a:xfrm>
            <a:off x="3954379" y="700061"/>
            <a:ext cx="4910221" cy="4285483"/>
          </a:xfr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EC8984D7-2661-07D7-9578-E4CAC6EDA624}"/>
              </a:ext>
            </a:extLst>
          </p:cNvPr>
          <p:cNvSpPr>
            <a:spLocks noGrp="1"/>
          </p:cNvSpPr>
          <p:nvPr>
            <p:ph type="sldNum" sz="quarter" idx="13"/>
          </p:nvPr>
        </p:nvSpPr>
        <p:spPr>
          <a:xfrm>
            <a:off x="8537816" y="4885690"/>
            <a:ext cx="479184" cy="198675"/>
          </a:xfrm>
        </p:spPr>
        <p:txBody>
          <a:bodyPr/>
          <a:lstStyle/>
          <a:p>
            <a:fld id="{B7CF8A19-3A9E-4ABC-B336-2FDDE321C72D}" type="slidenum">
              <a:rPr lang="en-US" smtClean="0"/>
              <a:pPr/>
              <a:t>13</a:t>
            </a:fld>
            <a:endParaRPr lang="en-US"/>
          </a:p>
        </p:txBody>
      </p:sp>
    </p:spTree>
    <p:extLst>
      <p:ext uri="{BB962C8B-B14F-4D97-AF65-F5344CB8AC3E}">
        <p14:creationId xmlns:p14="http://schemas.microsoft.com/office/powerpoint/2010/main" val="11150526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F7C0E-DAD9-713E-0331-E09D69640ED5}"/>
              </a:ext>
            </a:extLst>
          </p:cNvPr>
          <p:cNvSpPr>
            <a:spLocks noGrp="1"/>
          </p:cNvSpPr>
          <p:nvPr>
            <p:ph type="title"/>
          </p:nvPr>
        </p:nvSpPr>
        <p:spPr/>
        <p:txBody>
          <a:bodyPr/>
          <a:lstStyle/>
          <a:p>
            <a:r>
              <a:rPr lang="en-US" noProof="0" dirty="0"/>
              <a:t>Vulnerable Software Vectors</a:t>
            </a:r>
          </a:p>
        </p:txBody>
      </p:sp>
      <p:sp>
        <p:nvSpPr>
          <p:cNvPr id="3" name="Content Placeholder 2">
            <a:extLst>
              <a:ext uri="{FF2B5EF4-FFF2-40B4-BE49-F238E27FC236}">
                <a16:creationId xmlns:a16="http://schemas.microsoft.com/office/drawing/2014/main" id="{F64F4DB7-D5E9-20AF-268B-64E8468213D0}"/>
              </a:ext>
            </a:extLst>
          </p:cNvPr>
          <p:cNvSpPr>
            <a:spLocks noGrp="1"/>
          </p:cNvSpPr>
          <p:nvPr>
            <p:ph idx="1"/>
          </p:nvPr>
        </p:nvSpPr>
        <p:spPr/>
        <p:txBody>
          <a:bodyPr/>
          <a:lstStyle/>
          <a:p>
            <a:r>
              <a:rPr lang="en-US" noProof="0" dirty="0"/>
              <a:t>Vulnerable software</a:t>
            </a:r>
          </a:p>
          <a:p>
            <a:pPr lvl="1"/>
            <a:r>
              <a:rPr lang="en-US" dirty="0"/>
              <a:t>Faults in code or design</a:t>
            </a:r>
          </a:p>
          <a:p>
            <a:pPr lvl="1"/>
            <a:r>
              <a:rPr lang="en-US" noProof="0" dirty="0"/>
              <a:t>Delays and difficulties in patching</a:t>
            </a:r>
          </a:p>
          <a:p>
            <a:r>
              <a:rPr lang="en-US" noProof="0" dirty="0"/>
              <a:t>Unsupported systems and applications </a:t>
            </a:r>
          </a:p>
          <a:p>
            <a:r>
              <a:rPr lang="en-US" noProof="0" dirty="0"/>
              <a:t>Client-based vs. agentless </a:t>
            </a:r>
          </a:p>
          <a:p>
            <a:pPr lvl="1"/>
            <a:r>
              <a:rPr lang="en-US" dirty="0"/>
              <a:t>Characteristic of automated vulnerability scanners</a:t>
            </a:r>
            <a:endParaRPr lang="en-US" noProof="0" dirty="0"/>
          </a:p>
        </p:txBody>
      </p:sp>
      <p:sp>
        <p:nvSpPr>
          <p:cNvPr id="4" name="Slide Number Placeholder 3">
            <a:extLst>
              <a:ext uri="{FF2B5EF4-FFF2-40B4-BE49-F238E27FC236}">
                <a16:creationId xmlns:a16="http://schemas.microsoft.com/office/drawing/2014/main" id="{4C2F0DB7-D332-5C1A-297E-66A4271DA694}"/>
              </a:ext>
            </a:extLst>
          </p:cNvPr>
          <p:cNvSpPr>
            <a:spLocks noGrp="1"/>
          </p:cNvSpPr>
          <p:nvPr>
            <p:ph type="sldNum" sz="quarter" idx="10"/>
          </p:nvPr>
        </p:nvSpPr>
        <p:spPr/>
        <p:txBody>
          <a:bodyPr/>
          <a:lstStyle/>
          <a:p>
            <a:fld id="{B7CF8A19-3A9E-4ABC-B336-2FDDE321C72D}" type="slidenum">
              <a:rPr lang="en-US" smtClean="0"/>
              <a:pPr/>
              <a:t>14</a:t>
            </a:fld>
            <a:endParaRPr lang="en-US"/>
          </a:p>
        </p:txBody>
      </p:sp>
    </p:spTree>
    <p:extLst>
      <p:ext uri="{BB962C8B-B14F-4D97-AF65-F5344CB8AC3E}">
        <p14:creationId xmlns:p14="http://schemas.microsoft.com/office/powerpoint/2010/main" val="38044646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B42AA-F26F-FEFC-70CA-D813B8D119FB}"/>
              </a:ext>
            </a:extLst>
          </p:cNvPr>
          <p:cNvSpPr>
            <a:spLocks noGrp="1"/>
          </p:cNvSpPr>
          <p:nvPr>
            <p:ph type="title"/>
          </p:nvPr>
        </p:nvSpPr>
        <p:spPr/>
        <p:txBody>
          <a:bodyPr/>
          <a:lstStyle/>
          <a:p>
            <a:r>
              <a:rPr lang="en-US" noProof="0" dirty="0"/>
              <a:t>Network Vectors</a:t>
            </a:r>
          </a:p>
        </p:txBody>
      </p:sp>
      <p:sp>
        <p:nvSpPr>
          <p:cNvPr id="3" name="Content Placeholder 2">
            <a:extLst>
              <a:ext uri="{FF2B5EF4-FFF2-40B4-BE49-F238E27FC236}">
                <a16:creationId xmlns:a16="http://schemas.microsoft.com/office/drawing/2014/main" id="{04C771AD-B643-B6B1-7D0D-874E4322CBF8}"/>
              </a:ext>
            </a:extLst>
          </p:cNvPr>
          <p:cNvSpPr>
            <a:spLocks noGrp="1"/>
          </p:cNvSpPr>
          <p:nvPr>
            <p:ph idx="1"/>
          </p:nvPr>
        </p:nvSpPr>
        <p:spPr/>
        <p:txBody>
          <a:bodyPr>
            <a:normAutofit lnSpcReduction="10000"/>
          </a:bodyPr>
          <a:lstStyle/>
          <a:p>
            <a:r>
              <a:rPr lang="en-US" dirty="0"/>
              <a:t>Remote versus local exploit techniques</a:t>
            </a:r>
            <a:endParaRPr lang="en-US" noProof="0" dirty="0"/>
          </a:p>
          <a:p>
            <a:r>
              <a:rPr lang="en-US" noProof="0" dirty="0"/>
              <a:t>Unsecure networks</a:t>
            </a:r>
          </a:p>
          <a:p>
            <a:pPr lvl="1"/>
            <a:r>
              <a:rPr lang="en-US" noProof="0" dirty="0"/>
              <a:t>Lack of confidentiality, integrity, availability</a:t>
            </a:r>
          </a:p>
          <a:p>
            <a:r>
              <a:rPr lang="en-US" noProof="0" dirty="0"/>
              <a:t>Specific vectors</a:t>
            </a:r>
          </a:p>
          <a:p>
            <a:pPr lvl="1"/>
            <a:r>
              <a:rPr lang="en-US" dirty="0"/>
              <a:t>Direct access and wired (physical ports)</a:t>
            </a:r>
          </a:p>
          <a:p>
            <a:pPr lvl="1"/>
            <a:r>
              <a:rPr lang="en-US" dirty="0"/>
              <a:t>Remote, wireless, c</a:t>
            </a:r>
            <a:r>
              <a:rPr lang="en-US" noProof="0" dirty="0"/>
              <a:t>loud, and Bluetooth</a:t>
            </a:r>
          </a:p>
          <a:p>
            <a:pPr lvl="1"/>
            <a:r>
              <a:rPr lang="en-US" noProof="0" dirty="0"/>
              <a:t>Default credentials</a:t>
            </a:r>
          </a:p>
          <a:p>
            <a:pPr lvl="1"/>
            <a:r>
              <a:rPr lang="en-US" dirty="0"/>
              <a:t>Open service port (TCP and UDP ports)</a:t>
            </a:r>
            <a:endParaRPr lang="en-US" noProof="0" dirty="0"/>
          </a:p>
        </p:txBody>
      </p:sp>
      <p:sp>
        <p:nvSpPr>
          <p:cNvPr id="4" name="Slide Number Placeholder 3">
            <a:extLst>
              <a:ext uri="{FF2B5EF4-FFF2-40B4-BE49-F238E27FC236}">
                <a16:creationId xmlns:a16="http://schemas.microsoft.com/office/drawing/2014/main" id="{F4CE30AE-F059-A06E-48A5-3C085D612BB1}"/>
              </a:ext>
            </a:extLst>
          </p:cNvPr>
          <p:cNvSpPr>
            <a:spLocks noGrp="1"/>
          </p:cNvSpPr>
          <p:nvPr>
            <p:ph type="sldNum" sz="quarter" idx="10"/>
          </p:nvPr>
        </p:nvSpPr>
        <p:spPr/>
        <p:txBody>
          <a:bodyPr/>
          <a:lstStyle/>
          <a:p>
            <a:fld id="{B7CF8A19-3A9E-4ABC-B336-2FDDE321C72D}" type="slidenum">
              <a:rPr lang="en-US" smtClean="0"/>
              <a:pPr/>
              <a:t>15</a:t>
            </a:fld>
            <a:endParaRPr lang="en-US"/>
          </a:p>
        </p:txBody>
      </p:sp>
    </p:spTree>
    <p:extLst>
      <p:ext uri="{BB962C8B-B14F-4D97-AF65-F5344CB8AC3E}">
        <p14:creationId xmlns:p14="http://schemas.microsoft.com/office/powerpoint/2010/main" val="35058506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9899B-E468-137D-7381-6A782AFE73B2}"/>
              </a:ext>
            </a:extLst>
          </p:cNvPr>
          <p:cNvSpPr>
            <a:spLocks noGrp="1"/>
          </p:cNvSpPr>
          <p:nvPr>
            <p:ph type="title"/>
          </p:nvPr>
        </p:nvSpPr>
        <p:spPr/>
        <p:txBody>
          <a:bodyPr/>
          <a:lstStyle/>
          <a:p>
            <a:r>
              <a:rPr lang="en-US" noProof="0" dirty="0"/>
              <a:t>Lure-based Vectors</a:t>
            </a:r>
          </a:p>
        </p:txBody>
      </p:sp>
      <p:sp>
        <p:nvSpPr>
          <p:cNvPr id="3" name="Content Placeholder 2">
            <a:extLst>
              <a:ext uri="{FF2B5EF4-FFF2-40B4-BE49-F238E27FC236}">
                <a16:creationId xmlns:a16="http://schemas.microsoft.com/office/drawing/2014/main" id="{E0AC0AFE-97A5-012F-548C-6F492EDFBDE2}"/>
              </a:ext>
            </a:extLst>
          </p:cNvPr>
          <p:cNvSpPr>
            <a:spLocks noGrp="1"/>
          </p:cNvSpPr>
          <p:nvPr>
            <p:ph idx="1"/>
          </p:nvPr>
        </p:nvSpPr>
        <p:spPr/>
        <p:txBody>
          <a:bodyPr>
            <a:normAutofit fontScale="85000" lnSpcReduction="20000"/>
          </a:bodyPr>
          <a:lstStyle/>
          <a:p>
            <a:r>
              <a:rPr lang="en-US" noProof="0" dirty="0"/>
              <a:t>Bait that will tempt the target into opening it</a:t>
            </a:r>
          </a:p>
          <a:p>
            <a:r>
              <a:rPr lang="en-US" noProof="0" dirty="0"/>
              <a:t>Removable device</a:t>
            </a:r>
          </a:p>
          <a:p>
            <a:pPr lvl="1"/>
            <a:r>
              <a:rPr lang="en-US" noProof="0" dirty="0"/>
              <a:t>Drop attack</a:t>
            </a:r>
          </a:p>
          <a:p>
            <a:r>
              <a:rPr lang="en-US" dirty="0"/>
              <a:t>Executable file</a:t>
            </a:r>
          </a:p>
          <a:p>
            <a:pPr lvl="1"/>
            <a:r>
              <a:rPr lang="en-US" noProof="0" dirty="0"/>
              <a:t>Trojan Horse malware</a:t>
            </a:r>
          </a:p>
          <a:p>
            <a:r>
              <a:rPr lang="en-US" noProof="0" dirty="0"/>
              <a:t>Document files</a:t>
            </a:r>
          </a:p>
          <a:p>
            <a:pPr lvl="1"/>
            <a:r>
              <a:rPr lang="en-US" noProof="0" dirty="0"/>
              <a:t>Macro and scripting technologies</a:t>
            </a:r>
          </a:p>
          <a:p>
            <a:r>
              <a:rPr lang="en-US" noProof="0" dirty="0"/>
              <a:t>Image files</a:t>
            </a:r>
          </a:p>
          <a:p>
            <a:pPr lvl="1"/>
            <a:r>
              <a:rPr lang="en-US" dirty="0"/>
              <a:t>Viewer/browser vulnerabilities</a:t>
            </a:r>
            <a:endParaRPr lang="en-US" noProof="0" dirty="0"/>
          </a:p>
          <a:p>
            <a:endParaRPr lang="en-US" noProof="0" dirty="0"/>
          </a:p>
        </p:txBody>
      </p:sp>
      <p:sp>
        <p:nvSpPr>
          <p:cNvPr id="4" name="Slide Number Placeholder 3">
            <a:extLst>
              <a:ext uri="{FF2B5EF4-FFF2-40B4-BE49-F238E27FC236}">
                <a16:creationId xmlns:a16="http://schemas.microsoft.com/office/drawing/2014/main" id="{0F55777B-48D0-4EC3-0042-073929642A93}"/>
              </a:ext>
            </a:extLst>
          </p:cNvPr>
          <p:cNvSpPr>
            <a:spLocks noGrp="1"/>
          </p:cNvSpPr>
          <p:nvPr>
            <p:ph type="sldNum" sz="quarter" idx="10"/>
          </p:nvPr>
        </p:nvSpPr>
        <p:spPr/>
        <p:txBody>
          <a:bodyPr/>
          <a:lstStyle/>
          <a:p>
            <a:fld id="{B7CF8A19-3A9E-4ABC-B336-2FDDE321C72D}" type="slidenum">
              <a:rPr lang="en-US" smtClean="0"/>
              <a:pPr/>
              <a:t>16</a:t>
            </a:fld>
            <a:endParaRPr lang="en-US"/>
          </a:p>
        </p:txBody>
      </p:sp>
    </p:spTree>
    <p:extLst>
      <p:ext uri="{BB962C8B-B14F-4D97-AF65-F5344CB8AC3E}">
        <p14:creationId xmlns:p14="http://schemas.microsoft.com/office/powerpoint/2010/main" val="37643827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8D8DE-07B2-1C80-A210-0A323E624AF2}"/>
              </a:ext>
            </a:extLst>
          </p:cNvPr>
          <p:cNvSpPr>
            <a:spLocks noGrp="1"/>
          </p:cNvSpPr>
          <p:nvPr>
            <p:ph type="title"/>
          </p:nvPr>
        </p:nvSpPr>
        <p:spPr/>
        <p:txBody>
          <a:bodyPr/>
          <a:lstStyle/>
          <a:p>
            <a:r>
              <a:rPr lang="en-US" noProof="0" dirty="0"/>
              <a:t>Message-based Vectors</a:t>
            </a:r>
          </a:p>
        </p:txBody>
      </p:sp>
      <p:sp>
        <p:nvSpPr>
          <p:cNvPr id="3" name="Content Placeholder 2">
            <a:extLst>
              <a:ext uri="{FF2B5EF4-FFF2-40B4-BE49-F238E27FC236}">
                <a16:creationId xmlns:a16="http://schemas.microsoft.com/office/drawing/2014/main" id="{54AAD669-79BE-FB18-8DEB-2AB1348DFD28}"/>
              </a:ext>
            </a:extLst>
          </p:cNvPr>
          <p:cNvSpPr>
            <a:spLocks noGrp="1"/>
          </p:cNvSpPr>
          <p:nvPr>
            <p:ph idx="1"/>
          </p:nvPr>
        </p:nvSpPr>
        <p:spPr/>
        <p:txBody>
          <a:bodyPr/>
          <a:lstStyle/>
          <a:p>
            <a:r>
              <a:rPr lang="en-US" noProof="0" dirty="0"/>
              <a:t>Email</a:t>
            </a:r>
          </a:p>
          <a:p>
            <a:r>
              <a:rPr lang="en-US" noProof="0" dirty="0"/>
              <a:t>Short Message Service (SMS)</a:t>
            </a:r>
          </a:p>
          <a:p>
            <a:r>
              <a:rPr lang="en-US" noProof="0" dirty="0"/>
              <a:t>Instant messaging (IM)</a:t>
            </a:r>
          </a:p>
          <a:p>
            <a:r>
              <a:rPr lang="en-US" dirty="0"/>
              <a:t>Web and social media</a:t>
            </a:r>
          </a:p>
          <a:p>
            <a:r>
              <a:rPr lang="en-US" noProof="0" dirty="0"/>
              <a:t>Voice calls</a:t>
            </a:r>
          </a:p>
        </p:txBody>
      </p:sp>
      <p:sp>
        <p:nvSpPr>
          <p:cNvPr id="4" name="Slide Number Placeholder 3">
            <a:extLst>
              <a:ext uri="{FF2B5EF4-FFF2-40B4-BE49-F238E27FC236}">
                <a16:creationId xmlns:a16="http://schemas.microsoft.com/office/drawing/2014/main" id="{8505FC5B-984E-B22C-953A-200EFD49AB5C}"/>
              </a:ext>
            </a:extLst>
          </p:cNvPr>
          <p:cNvSpPr>
            <a:spLocks noGrp="1"/>
          </p:cNvSpPr>
          <p:nvPr>
            <p:ph type="sldNum" sz="quarter" idx="10"/>
          </p:nvPr>
        </p:nvSpPr>
        <p:spPr/>
        <p:txBody>
          <a:bodyPr/>
          <a:lstStyle/>
          <a:p>
            <a:fld id="{B7CF8A19-3A9E-4ABC-B336-2FDDE321C72D}" type="slidenum">
              <a:rPr lang="en-US" smtClean="0"/>
              <a:pPr/>
              <a:t>17</a:t>
            </a:fld>
            <a:endParaRPr lang="en-US"/>
          </a:p>
        </p:txBody>
      </p:sp>
    </p:spTree>
    <p:extLst>
      <p:ext uri="{BB962C8B-B14F-4D97-AF65-F5344CB8AC3E}">
        <p14:creationId xmlns:p14="http://schemas.microsoft.com/office/powerpoint/2010/main" val="16106078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47E39-FB36-4349-7B16-5E50B6955967}"/>
              </a:ext>
            </a:extLst>
          </p:cNvPr>
          <p:cNvSpPr>
            <a:spLocks noGrp="1"/>
          </p:cNvSpPr>
          <p:nvPr>
            <p:ph type="title"/>
          </p:nvPr>
        </p:nvSpPr>
        <p:spPr/>
        <p:txBody>
          <a:bodyPr/>
          <a:lstStyle/>
          <a:p>
            <a:r>
              <a:rPr lang="en-US" noProof="0" dirty="0"/>
              <a:t>Supply Chain Attack Surface</a:t>
            </a:r>
          </a:p>
        </p:txBody>
      </p:sp>
      <p:sp>
        <p:nvSpPr>
          <p:cNvPr id="3" name="Content Placeholder 2">
            <a:extLst>
              <a:ext uri="{FF2B5EF4-FFF2-40B4-BE49-F238E27FC236}">
                <a16:creationId xmlns:a16="http://schemas.microsoft.com/office/drawing/2014/main" id="{04A8A26C-C851-2C25-29B0-B29737EEEE03}"/>
              </a:ext>
            </a:extLst>
          </p:cNvPr>
          <p:cNvSpPr>
            <a:spLocks noGrp="1"/>
          </p:cNvSpPr>
          <p:nvPr>
            <p:ph idx="1"/>
          </p:nvPr>
        </p:nvSpPr>
        <p:spPr/>
        <p:txBody>
          <a:bodyPr/>
          <a:lstStyle/>
          <a:p>
            <a:r>
              <a:rPr lang="en-US" noProof="0" dirty="0"/>
              <a:t>End-to-end process of designing, manufacturing, and distributing goods and services to a customer</a:t>
            </a:r>
          </a:p>
          <a:p>
            <a:r>
              <a:rPr lang="en-US" dirty="0"/>
              <a:t>Procurement management</a:t>
            </a:r>
            <a:endParaRPr lang="en-US" noProof="0" dirty="0"/>
          </a:p>
          <a:p>
            <a:r>
              <a:rPr lang="en-US" dirty="0"/>
              <a:t>Suppliers, vendors, and business partners</a:t>
            </a:r>
            <a:endParaRPr lang="en-US" noProof="0" dirty="0"/>
          </a:p>
          <a:p>
            <a:r>
              <a:rPr lang="en-US" noProof="0" dirty="0"/>
              <a:t>Whole supply chain can be highly complex</a:t>
            </a:r>
          </a:p>
          <a:p>
            <a:pPr lvl="1"/>
            <a:r>
              <a:rPr lang="en-US" dirty="0"/>
              <a:t>Deny threat actors opportunity, time, and resources</a:t>
            </a:r>
            <a:endParaRPr lang="en-US" noProof="0" dirty="0"/>
          </a:p>
          <a:p>
            <a:r>
              <a:rPr lang="en-US" noProof="0" dirty="0"/>
              <a:t>Managed service providers (MSPs)</a:t>
            </a:r>
          </a:p>
          <a:p>
            <a:endParaRPr lang="en-US" noProof="0" dirty="0"/>
          </a:p>
        </p:txBody>
      </p:sp>
      <p:sp>
        <p:nvSpPr>
          <p:cNvPr id="4" name="Slide Number Placeholder 3">
            <a:extLst>
              <a:ext uri="{FF2B5EF4-FFF2-40B4-BE49-F238E27FC236}">
                <a16:creationId xmlns:a16="http://schemas.microsoft.com/office/drawing/2014/main" id="{022CE5DA-9F76-EDAA-BA9D-DAB53A48BE48}"/>
              </a:ext>
            </a:extLst>
          </p:cNvPr>
          <p:cNvSpPr>
            <a:spLocks noGrp="1"/>
          </p:cNvSpPr>
          <p:nvPr>
            <p:ph type="sldNum" sz="quarter" idx="10"/>
          </p:nvPr>
        </p:nvSpPr>
        <p:spPr/>
        <p:txBody>
          <a:bodyPr/>
          <a:lstStyle/>
          <a:p>
            <a:fld id="{B7CF8A19-3A9E-4ABC-B336-2FDDE321C72D}" type="slidenum">
              <a:rPr lang="en-US" smtClean="0"/>
              <a:pPr/>
              <a:t>18</a:t>
            </a:fld>
            <a:endParaRPr lang="en-US"/>
          </a:p>
        </p:txBody>
      </p:sp>
    </p:spTree>
    <p:extLst>
      <p:ext uri="{BB962C8B-B14F-4D97-AF65-F5344CB8AC3E}">
        <p14:creationId xmlns:p14="http://schemas.microsoft.com/office/powerpoint/2010/main" val="39634025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E246713-112A-5313-DB31-462CE11A65C7}"/>
              </a:ext>
            </a:extLst>
          </p:cNvPr>
          <p:cNvSpPr>
            <a:spLocks noGrp="1"/>
          </p:cNvSpPr>
          <p:nvPr>
            <p:ph sz="quarter" idx="11"/>
          </p:nvPr>
        </p:nvSpPr>
        <p:spPr/>
        <p:txBody>
          <a:bodyPr>
            <a:normAutofit fontScale="62500" lnSpcReduction="20000"/>
          </a:bodyPr>
          <a:lstStyle/>
          <a:p>
            <a:r>
              <a:rPr lang="en-US" dirty="0"/>
              <a:t>Attack surface and vectors​</a:t>
            </a:r>
          </a:p>
          <a:p>
            <a:r>
              <a:rPr lang="en-US" dirty="0"/>
              <a:t>Vulnerable software</a:t>
            </a:r>
          </a:p>
          <a:p>
            <a:r>
              <a:rPr lang="en-US" dirty="0"/>
              <a:t>Network vectors</a:t>
            </a:r>
          </a:p>
          <a:p>
            <a:pPr lvl="1"/>
            <a:r>
              <a:rPr lang="en-US" dirty="0"/>
              <a:t>Remote versus local</a:t>
            </a:r>
          </a:p>
          <a:p>
            <a:pPr lvl="1"/>
            <a:r>
              <a:rPr lang="en-US" dirty="0"/>
              <a:t>Direct access, wired, remote/wireless, cloud, Bluetooth, default credentials, open ports</a:t>
            </a:r>
          </a:p>
          <a:p>
            <a:r>
              <a:rPr lang="en-US" dirty="0"/>
              <a:t>Lure-based vectors</a:t>
            </a:r>
          </a:p>
          <a:p>
            <a:pPr lvl="1"/>
            <a:r>
              <a:rPr lang="en-US" dirty="0"/>
              <a:t>Devices, programs, documents, images</a:t>
            </a:r>
          </a:p>
          <a:p>
            <a:r>
              <a:rPr lang="en-US" dirty="0"/>
              <a:t>Message-based vectors</a:t>
            </a:r>
          </a:p>
          <a:p>
            <a:pPr lvl="1"/>
            <a:r>
              <a:rPr lang="en-US" dirty="0"/>
              <a:t>Email, SMS, IM, web/social media</a:t>
            </a:r>
          </a:p>
          <a:p>
            <a:r>
              <a:rPr lang="en-US" dirty="0"/>
              <a:t>Supply chain attack surface</a:t>
            </a:r>
          </a:p>
          <a:p>
            <a:pPr lvl="1"/>
            <a:r>
              <a:rPr lang="en-US" dirty="0"/>
              <a:t>Design, manufacture</a:t>
            </a:r>
            <a:r>
              <a:rPr lang="en-US"/>
              <a:t>, distribution</a:t>
            </a:r>
            <a:endParaRPr lang="en-US" dirty="0"/>
          </a:p>
        </p:txBody>
      </p:sp>
      <p:sp>
        <p:nvSpPr>
          <p:cNvPr id="3" name="Title 2">
            <a:extLst>
              <a:ext uri="{FF2B5EF4-FFF2-40B4-BE49-F238E27FC236}">
                <a16:creationId xmlns:a16="http://schemas.microsoft.com/office/drawing/2014/main" id="{24F1EF39-7BDE-B966-CA26-FBAA55EF3427}"/>
              </a:ext>
            </a:extLst>
          </p:cNvPr>
          <p:cNvSpPr>
            <a:spLocks noGrp="1"/>
          </p:cNvSpPr>
          <p:nvPr>
            <p:ph type="title"/>
          </p:nvPr>
        </p:nvSpPr>
        <p:spPr/>
        <p:txBody>
          <a:bodyPr/>
          <a:lstStyle/>
          <a:p>
            <a:r>
              <a:rPr lang="en-GB" dirty="0"/>
              <a:t>Attack Surface</a:t>
            </a:r>
            <a:endParaRPr lang="en-US" dirty="0"/>
          </a:p>
        </p:txBody>
      </p:sp>
      <p:sp>
        <p:nvSpPr>
          <p:cNvPr id="4" name="Slide Number Placeholder 3">
            <a:extLst>
              <a:ext uri="{FF2B5EF4-FFF2-40B4-BE49-F238E27FC236}">
                <a16:creationId xmlns:a16="http://schemas.microsoft.com/office/drawing/2014/main" id="{E4EAC8B4-20A4-4C41-9481-B6BB6C83200E}"/>
              </a:ext>
            </a:extLst>
          </p:cNvPr>
          <p:cNvSpPr>
            <a:spLocks noGrp="1"/>
          </p:cNvSpPr>
          <p:nvPr>
            <p:ph type="sldNum" sz="quarter" idx="12"/>
          </p:nvPr>
        </p:nvSpPr>
        <p:spPr/>
        <p:txBody>
          <a:bodyPr/>
          <a:lstStyle/>
          <a:p>
            <a:fld id="{B7CF8A19-3A9E-4ABC-B336-2FDDE321C72D}" type="slidenum">
              <a:rPr lang="en-US" smtClean="0"/>
              <a:pPr/>
              <a:t>19</a:t>
            </a:fld>
            <a:endParaRPr lang="en-US"/>
          </a:p>
        </p:txBody>
      </p:sp>
    </p:spTree>
    <p:extLst>
      <p:ext uri="{BB962C8B-B14F-4D97-AF65-F5344CB8AC3E}">
        <p14:creationId xmlns:p14="http://schemas.microsoft.com/office/powerpoint/2010/main" val="33754891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B701D45-5005-6861-560D-B8A7EC1DFFCE}"/>
              </a:ext>
            </a:extLst>
          </p:cNvPr>
          <p:cNvSpPr>
            <a:spLocks noGrp="1"/>
          </p:cNvSpPr>
          <p:nvPr>
            <p:ph type="sldNum" sz="quarter" idx="13"/>
          </p:nvPr>
        </p:nvSpPr>
        <p:spPr/>
        <p:txBody>
          <a:bodyPr/>
          <a:lstStyle/>
          <a:p>
            <a:fld id="{B7CF8A19-3A9E-4ABC-B336-2FDDE321C72D}" type="slidenum">
              <a:rPr lang="en-US" smtClean="0"/>
              <a:pPr/>
              <a:t>20</a:t>
            </a:fld>
            <a:endParaRPr lang="en-US"/>
          </a:p>
        </p:txBody>
      </p:sp>
      <p:sp>
        <p:nvSpPr>
          <p:cNvPr id="5" name="Content Placeholder 4">
            <a:extLst>
              <a:ext uri="{FF2B5EF4-FFF2-40B4-BE49-F238E27FC236}">
                <a16:creationId xmlns:a16="http://schemas.microsoft.com/office/drawing/2014/main" id="{0F7E2146-C7AF-9ADA-8F14-9FF8692BA1B8}"/>
              </a:ext>
            </a:extLst>
          </p:cNvPr>
          <p:cNvSpPr>
            <a:spLocks noGrp="1"/>
          </p:cNvSpPr>
          <p:nvPr>
            <p:ph sz="quarter" idx="14"/>
          </p:nvPr>
        </p:nvSpPr>
        <p:spPr/>
        <p:txBody>
          <a:bodyPr/>
          <a:lstStyle/>
          <a:p>
            <a:r>
              <a:rPr lang="en-US" dirty="0"/>
              <a:t>Assisted Lab: Finding Open Service Ports</a:t>
            </a:r>
          </a:p>
        </p:txBody>
      </p:sp>
    </p:spTree>
    <p:extLst>
      <p:ext uri="{BB962C8B-B14F-4D97-AF65-F5344CB8AC3E}">
        <p14:creationId xmlns:p14="http://schemas.microsoft.com/office/powerpoint/2010/main" val="4083078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4D34B-97FF-CCB8-2DF3-29C50AB57BFC}"/>
              </a:ext>
            </a:extLst>
          </p:cNvPr>
          <p:cNvSpPr>
            <a:spLocks noGrp="1"/>
          </p:cNvSpPr>
          <p:nvPr>
            <p:ph type="ctrTitle"/>
          </p:nvPr>
        </p:nvSpPr>
        <p:spPr/>
        <p:txBody>
          <a:bodyPr/>
          <a:lstStyle/>
          <a:p>
            <a:r>
              <a:rPr lang="en-US" noProof="0" dirty="0"/>
              <a:t>Social Engineering</a:t>
            </a:r>
          </a:p>
        </p:txBody>
      </p:sp>
      <p:sp>
        <p:nvSpPr>
          <p:cNvPr id="3" name="Subtitle 2">
            <a:extLst>
              <a:ext uri="{FF2B5EF4-FFF2-40B4-BE49-F238E27FC236}">
                <a16:creationId xmlns:a16="http://schemas.microsoft.com/office/drawing/2014/main" id="{045240B9-4836-CB4C-7AA7-19958C6DC8BC}"/>
              </a:ext>
            </a:extLst>
          </p:cNvPr>
          <p:cNvSpPr>
            <a:spLocks noGrp="1"/>
          </p:cNvSpPr>
          <p:nvPr>
            <p:ph type="subTitle" idx="1"/>
          </p:nvPr>
        </p:nvSpPr>
        <p:spPr/>
        <p:txBody>
          <a:bodyPr/>
          <a:lstStyle/>
          <a:p>
            <a:r>
              <a:rPr lang="en-US" noProof="0" dirty="0"/>
              <a:t>Topic 2C</a:t>
            </a:r>
          </a:p>
        </p:txBody>
      </p:sp>
      <p:sp>
        <p:nvSpPr>
          <p:cNvPr id="4" name="Text Placeholder 3">
            <a:extLst>
              <a:ext uri="{FF2B5EF4-FFF2-40B4-BE49-F238E27FC236}">
                <a16:creationId xmlns:a16="http://schemas.microsoft.com/office/drawing/2014/main" id="{0AE96607-3833-EAA2-608A-4B298EEACB21}"/>
              </a:ext>
            </a:extLst>
          </p:cNvPr>
          <p:cNvSpPr>
            <a:spLocks noGrp="1"/>
          </p:cNvSpPr>
          <p:nvPr>
            <p:ph type="body" sz="quarter" idx="12"/>
          </p:nvPr>
        </p:nvSpPr>
        <p:spPr/>
        <p:txBody>
          <a:bodyPr/>
          <a:lstStyle/>
          <a:p>
            <a:r>
              <a:rPr lang="en-US" noProof="0" dirty="0"/>
              <a:t>Lesson 2</a:t>
            </a:r>
          </a:p>
        </p:txBody>
      </p:sp>
      <p:sp>
        <p:nvSpPr>
          <p:cNvPr id="5" name="Slide Number Placeholder 4">
            <a:extLst>
              <a:ext uri="{FF2B5EF4-FFF2-40B4-BE49-F238E27FC236}">
                <a16:creationId xmlns:a16="http://schemas.microsoft.com/office/drawing/2014/main" id="{A2328C14-E12D-35B1-F2E0-2DFFE3B60AA0}"/>
              </a:ext>
            </a:extLst>
          </p:cNvPr>
          <p:cNvSpPr>
            <a:spLocks noGrp="1"/>
          </p:cNvSpPr>
          <p:nvPr>
            <p:ph type="sldNum" sz="quarter" idx="10"/>
          </p:nvPr>
        </p:nvSpPr>
        <p:spPr/>
        <p:txBody>
          <a:bodyPr/>
          <a:lstStyle/>
          <a:p>
            <a:fld id="{B7CF8A19-3A9E-4ABC-B336-2FDDE321C72D}" type="slidenum">
              <a:rPr lang="en-US" smtClean="0"/>
              <a:pPr/>
              <a:t>21</a:t>
            </a:fld>
            <a:endParaRPr lang="en-US"/>
          </a:p>
        </p:txBody>
      </p:sp>
    </p:spTree>
    <p:extLst>
      <p:ext uri="{BB962C8B-B14F-4D97-AF65-F5344CB8AC3E}">
        <p14:creationId xmlns:p14="http://schemas.microsoft.com/office/powerpoint/2010/main" val="33493493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C2047-B0D8-44C7-48FA-B3A128284B01}"/>
              </a:ext>
            </a:extLst>
          </p:cNvPr>
          <p:cNvSpPr>
            <a:spLocks noGrp="1"/>
          </p:cNvSpPr>
          <p:nvPr>
            <p:ph type="title"/>
          </p:nvPr>
        </p:nvSpPr>
        <p:spPr/>
        <p:txBody>
          <a:bodyPr/>
          <a:lstStyle/>
          <a:p>
            <a:r>
              <a:rPr lang="en-US" noProof="0" dirty="0"/>
              <a:t>Human Vectors</a:t>
            </a:r>
          </a:p>
        </p:txBody>
      </p:sp>
      <p:sp>
        <p:nvSpPr>
          <p:cNvPr id="3" name="Content Placeholder 2">
            <a:extLst>
              <a:ext uri="{FF2B5EF4-FFF2-40B4-BE49-F238E27FC236}">
                <a16:creationId xmlns:a16="http://schemas.microsoft.com/office/drawing/2014/main" id="{090DCA3E-601E-2125-99C2-4573EA7562B7}"/>
              </a:ext>
            </a:extLst>
          </p:cNvPr>
          <p:cNvSpPr>
            <a:spLocks noGrp="1"/>
          </p:cNvSpPr>
          <p:nvPr>
            <p:ph idx="1"/>
          </p:nvPr>
        </p:nvSpPr>
        <p:spPr/>
        <p:txBody>
          <a:bodyPr>
            <a:normAutofit lnSpcReduction="10000"/>
          </a:bodyPr>
          <a:lstStyle/>
          <a:p>
            <a:r>
              <a:rPr lang="en-US" noProof="0" dirty="0"/>
              <a:t>“Hacking the human”​</a:t>
            </a:r>
          </a:p>
          <a:p>
            <a:r>
              <a:rPr lang="en-US" noProof="0" dirty="0"/>
              <a:t>Purposes of social engineering​</a:t>
            </a:r>
          </a:p>
          <a:p>
            <a:pPr lvl="1"/>
            <a:r>
              <a:rPr lang="en-US" noProof="0" dirty="0"/>
              <a:t>Reconnaissance and eliciting information​</a:t>
            </a:r>
          </a:p>
          <a:p>
            <a:pPr lvl="1"/>
            <a:r>
              <a:rPr lang="en-US" noProof="0" dirty="0"/>
              <a:t>Intrusion and gaining unauthorized access​</a:t>
            </a:r>
          </a:p>
          <a:p>
            <a:r>
              <a:rPr lang="en-US" noProof="0" dirty="0"/>
              <a:t>Many possible scenarios​</a:t>
            </a:r>
          </a:p>
          <a:p>
            <a:pPr lvl="1"/>
            <a:r>
              <a:rPr lang="en-US" noProof="0" dirty="0"/>
              <a:t>Persuade a user to run a malicious file​</a:t>
            </a:r>
          </a:p>
          <a:p>
            <a:pPr lvl="1"/>
            <a:r>
              <a:rPr lang="en-US" noProof="0" dirty="0"/>
              <a:t>Contact a help desk and solicit information​</a:t>
            </a:r>
          </a:p>
          <a:p>
            <a:pPr lvl="1"/>
            <a:r>
              <a:rPr lang="en-US" noProof="0" dirty="0"/>
              <a:t>Gain access to premises and install a monitoring device​</a:t>
            </a:r>
          </a:p>
          <a:p>
            <a:endParaRPr lang="en-US" noProof="0" dirty="0"/>
          </a:p>
        </p:txBody>
      </p:sp>
      <p:sp>
        <p:nvSpPr>
          <p:cNvPr id="4" name="Slide Number Placeholder 3">
            <a:extLst>
              <a:ext uri="{FF2B5EF4-FFF2-40B4-BE49-F238E27FC236}">
                <a16:creationId xmlns:a16="http://schemas.microsoft.com/office/drawing/2014/main" id="{E173F535-788B-072A-23CA-41746BE1809D}"/>
              </a:ext>
            </a:extLst>
          </p:cNvPr>
          <p:cNvSpPr>
            <a:spLocks noGrp="1"/>
          </p:cNvSpPr>
          <p:nvPr>
            <p:ph type="sldNum" sz="quarter" idx="10"/>
          </p:nvPr>
        </p:nvSpPr>
        <p:spPr/>
        <p:txBody>
          <a:bodyPr/>
          <a:lstStyle/>
          <a:p>
            <a:fld id="{B7CF8A19-3A9E-4ABC-B336-2FDDE321C72D}" type="slidenum">
              <a:rPr lang="en-US" smtClean="0"/>
              <a:pPr/>
              <a:t>22</a:t>
            </a:fld>
            <a:endParaRPr lang="en-US"/>
          </a:p>
        </p:txBody>
      </p:sp>
    </p:spTree>
    <p:extLst>
      <p:ext uri="{BB962C8B-B14F-4D97-AF65-F5344CB8AC3E}">
        <p14:creationId xmlns:p14="http://schemas.microsoft.com/office/powerpoint/2010/main" val="26843850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A6AE8-CFF9-CC5F-7AEA-7C4ACB230CDC}"/>
              </a:ext>
            </a:extLst>
          </p:cNvPr>
          <p:cNvSpPr>
            <a:spLocks noGrp="1"/>
          </p:cNvSpPr>
          <p:nvPr>
            <p:ph type="title"/>
          </p:nvPr>
        </p:nvSpPr>
        <p:spPr/>
        <p:txBody>
          <a:bodyPr/>
          <a:lstStyle/>
          <a:p>
            <a:r>
              <a:rPr lang="en-US" noProof="0" dirty="0"/>
              <a:t>Impersonation and Pretexting​</a:t>
            </a:r>
          </a:p>
        </p:txBody>
      </p:sp>
      <p:sp>
        <p:nvSpPr>
          <p:cNvPr id="5" name="Slide Number Placeholder 4">
            <a:extLst>
              <a:ext uri="{FF2B5EF4-FFF2-40B4-BE49-F238E27FC236}">
                <a16:creationId xmlns:a16="http://schemas.microsoft.com/office/drawing/2014/main" id="{03270DD8-2117-AA67-EBF2-752173FC143A}"/>
              </a:ext>
            </a:extLst>
          </p:cNvPr>
          <p:cNvSpPr>
            <a:spLocks noGrp="1"/>
          </p:cNvSpPr>
          <p:nvPr>
            <p:ph type="sldNum" sz="quarter" idx="13"/>
          </p:nvPr>
        </p:nvSpPr>
        <p:spPr/>
        <p:txBody>
          <a:bodyPr/>
          <a:lstStyle/>
          <a:p>
            <a:fld id="{B7CF8A19-3A9E-4ABC-B336-2FDDE321C72D}" type="slidenum">
              <a:rPr lang="en-US" smtClean="0"/>
              <a:pPr/>
              <a:t>23</a:t>
            </a:fld>
            <a:endParaRPr lang="en-US"/>
          </a:p>
        </p:txBody>
      </p:sp>
      <p:sp>
        <p:nvSpPr>
          <p:cNvPr id="6" name="Content Placeholder 5">
            <a:extLst>
              <a:ext uri="{FF2B5EF4-FFF2-40B4-BE49-F238E27FC236}">
                <a16:creationId xmlns:a16="http://schemas.microsoft.com/office/drawing/2014/main" id="{F4E72AD1-B523-F1C2-12E9-D902B67EF893}"/>
              </a:ext>
            </a:extLst>
          </p:cNvPr>
          <p:cNvSpPr>
            <a:spLocks noGrp="1"/>
          </p:cNvSpPr>
          <p:nvPr>
            <p:ph idx="1"/>
          </p:nvPr>
        </p:nvSpPr>
        <p:spPr/>
        <p:txBody>
          <a:bodyPr>
            <a:normAutofit fontScale="85000" lnSpcReduction="20000"/>
          </a:bodyPr>
          <a:lstStyle/>
          <a:p>
            <a:r>
              <a:rPr lang="en-US" noProof="0" dirty="0"/>
              <a:t>Impersonation​ means pretending to be someone else​</a:t>
            </a:r>
          </a:p>
          <a:p>
            <a:pPr lvl="1"/>
            <a:r>
              <a:rPr lang="en-US" noProof="0" dirty="0"/>
              <a:t>Persuasiveness/consensus/liking approach</a:t>
            </a:r>
          </a:p>
          <a:p>
            <a:pPr lvl="1"/>
            <a:r>
              <a:rPr lang="en-US" noProof="0" dirty="0"/>
              <a:t>Coercion/threat/urgency approach</a:t>
            </a:r>
          </a:p>
          <a:p>
            <a:r>
              <a:rPr lang="en-US" noProof="0" dirty="0"/>
              <a:t>Pretexting​</a:t>
            </a:r>
          </a:p>
          <a:p>
            <a:pPr lvl="1"/>
            <a:r>
              <a:rPr lang="en-US" noProof="0" dirty="0"/>
              <a:t>Exploit situations where identity-proofing is difficult​</a:t>
            </a:r>
          </a:p>
          <a:p>
            <a:pPr lvl="1"/>
            <a:r>
              <a:rPr lang="en-US" noProof="0" dirty="0"/>
              <a:t>Using a scenario with convincing additional detail​</a:t>
            </a:r>
          </a:p>
          <a:p>
            <a:pPr lvl="1"/>
            <a:r>
              <a:rPr lang="en-US" noProof="0" dirty="0"/>
              <a:t>Obtain or spoof data that supports the identity claim​</a:t>
            </a:r>
          </a:p>
          <a:p>
            <a:endParaRPr lang="en-US" noProof="0" dirty="0"/>
          </a:p>
          <a:p>
            <a:endParaRPr lang="en-US" dirty="0"/>
          </a:p>
        </p:txBody>
      </p:sp>
      <p:pic>
        <p:nvPicPr>
          <p:cNvPr id="8" name="Picture 2">
            <a:extLst>
              <a:ext uri="{FF2B5EF4-FFF2-40B4-BE49-F238E27FC236}">
                <a16:creationId xmlns:a16="http://schemas.microsoft.com/office/drawing/2014/main" id="{DF42A413-6CD2-08AB-D86D-CEEF19673D2D}"/>
              </a:ext>
            </a:extLst>
          </p:cNvPr>
          <p:cNvPicPr>
            <a:picLocks noGrp="1" noChangeAspect="1" noChangeArrowheads="1"/>
          </p:cNvPicPr>
          <p:nvPr>
            <p:ph idx="12"/>
          </p:nvPr>
        </p:nvPicPr>
        <p:blipFill>
          <a:blip r:embed="rId2">
            <a:extLst>
              <a:ext uri="{28A0092B-C50C-407E-A947-70E740481C1C}">
                <a14:useLocalDpi xmlns:a14="http://schemas.microsoft.com/office/drawing/2010/main" val="0"/>
              </a:ext>
            </a:extLst>
          </a:blip>
          <a:srcRect/>
          <a:stretch>
            <a:fillRect/>
          </a:stretch>
        </p:blipFill>
        <p:spPr>
          <a:xfrm>
            <a:off x="4637088" y="1894132"/>
            <a:ext cx="4379912" cy="1750524"/>
          </a:xfrm>
          <a:prstGeom prst="rect">
            <a:avLst/>
          </a:prstGeom>
        </p:spPr>
      </p:pic>
    </p:spTree>
    <p:extLst>
      <p:ext uri="{BB962C8B-B14F-4D97-AF65-F5344CB8AC3E}">
        <p14:creationId xmlns:p14="http://schemas.microsoft.com/office/powerpoint/2010/main" val="9695764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092C9-6560-8BD1-BBA8-43A442D0385E}"/>
              </a:ext>
            </a:extLst>
          </p:cNvPr>
          <p:cNvSpPr>
            <a:spLocks noGrp="1"/>
          </p:cNvSpPr>
          <p:nvPr>
            <p:ph type="title"/>
          </p:nvPr>
        </p:nvSpPr>
        <p:spPr/>
        <p:txBody>
          <a:bodyPr/>
          <a:lstStyle/>
          <a:p>
            <a:r>
              <a:rPr lang="en-US" noProof="0" dirty="0"/>
              <a:t>Phishing and Pharming</a:t>
            </a:r>
          </a:p>
        </p:txBody>
      </p:sp>
      <p:pic>
        <p:nvPicPr>
          <p:cNvPr id="8194" name="Picture 2">
            <a:extLst>
              <a:ext uri="{FF2B5EF4-FFF2-40B4-BE49-F238E27FC236}">
                <a16:creationId xmlns:a16="http://schemas.microsoft.com/office/drawing/2014/main" id="{A8087FD8-18EF-7725-A78C-DD5CD5C1F239}"/>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46050" y="1593815"/>
            <a:ext cx="4354513" cy="2351158"/>
          </a:xfrm>
        </p:spPr>
      </p:pic>
      <p:sp>
        <p:nvSpPr>
          <p:cNvPr id="4" name="Content Placeholder 3">
            <a:extLst>
              <a:ext uri="{FF2B5EF4-FFF2-40B4-BE49-F238E27FC236}">
                <a16:creationId xmlns:a16="http://schemas.microsoft.com/office/drawing/2014/main" id="{CBC1DA6C-5CE5-6AE4-5CF7-B39FDB27AA93}"/>
              </a:ext>
            </a:extLst>
          </p:cNvPr>
          <p:cNvSpPr>
            <a:spLocks noGrp="1"/>
          </p:cNvSpPr>
          <p:nvPr>
            <p:ph idx="12"/>
          </p:nvPr>
        </p:nvSpPr>
        <p:spPr>
          <a:xfrm>
            <a:off x="4636383" y="746760"/>
            <a:ext cx="4380617" cy="4396740"/>
          </a:xfrm>
        </p:spPr>
        <p:txBody>
          <a:bodyPr>
            <a:normAutofit fontScale="70000" lnSpcReduction="20000"/>
          </a:bodyPr>
          <a:lstStyle/>
          <a:p>
            <a:r>
              <a:rPr lang="en-US" noProof="0" dirty="0"/>
              <a:t>Phishing</a:t>
            </a:r>
          </a:p>
          <a:p>
            <a:pPr lvl="1"/>
            <a:r>
              <a:rPr lang="en-US" noProof="0" dirty="0"/>
              <a:t>Trick target into using a malicious resource​</a:t>
            </a:r>
          </a:p>
          <a:p>
            <a:pPr lvl="1"/>
            <a:r>
              <a:rPr lang="en-US" noProof="0" dirty="0"/>
              <a:t>Spoof legitimate communications and sites​</a:t>
            </a:r>
          </a:p>
          <a:p>
            <a:r>
              <a:rPr lang="en-US" noProof="0" dirty="0"/>
              <a:t>Vishing​</a:t>
            </a:r>
          </a:p>
          <a:p>
            <a:pPr lvl="1"/>
            <a:r>
              <a:rPr lang="en-US" noProof="0" dirty="0"/>
              <a:t>Using a voice channel​</a:t>
            </a:r>
          </a:p>
          <a:p>
            <a:r>
              <a:rPr lang="en-US" noProof="0" dirty="0"/>
              <a:t>SMiShing​</a:t>
            </a:r>
          </a:p>
          <a:p>
            <a:pPr lvl="1"/>
            <a:r>
              <a:rPr lang="en-US" noProof="0" dirty="0"/>
              <a:t>Using text messaging​​</a:t>
            </a:r>
          </a:p>
          <a:p>
            <a:r>
              <a:rPr lang="en-US" noProof="0" dirty="0"/>
              <a:t>Passive techniques have less risk of detection​</a:t>
            </a:r>
          </a:p>
          <a:p>
            <a:r>
              <a:rPr lang="en-US" noProof="0" dirty="0"/>
              <a:t>Pharming​</a:t>
            </a:r>
          </a:p>
          <a:p>
            <a:pPr lvl="1"/>
            <a:r>
              <a:rPr lang="en-US" noProof="0" dirty="0"/>
              <a:t>Redirection by DNS spoofing​</a:t>
            </a:r>
          </a:p>
          <a:p>
            <a:endParaRPr lang="en-US" noProof="0" dirty="0"/>
          </a:p>
        </p:txBody>
      </p:sp>
      <p:sp>
        <p:nvSpPr>
          <p:cNvPr id="5" name="Slide Number Placeholder 4">
            <a:extLst>
              <a:ext uri="{FF2B5EF4-FFF2-40B4-BE49-F238E27FC236}">
                <a16:creationId xmlns:a16="http://schemas.microsoft.com/office/drawing/2014/main" id="{13739AB0-1366-7EF8-7CE9-C8E0126E91D8}"/>
              </a:ext>
            </a:extLst>
          </p:cNvPr>
          <p:cNvSpPr>
            <a:spLocks noGrp="1"/>
          </p:cNvSpPr>
          <p:nvPr>
            <p:ph type="sldNum" sz="quarter" idx="13"/>
          </p:nvPr>
        </p:nvSpPr>
        <p:spPr/>
        <p:txBody>
          <a:bodyPr/>
          <a:lstStyle/>
          <a:p>
            <a:fld id="{B7CF8A19-3A9E-4ABC-B336-2FDDE321C72D}" type="slidenum">
              <a:rPr lang="en-US" smtClean="0"/>
              <a:pPr/>
              <a:t>24</a:t>
            </a:fld>
            <a:endParaRPr lang="en-US"/>
          </a:p>
        </p:txBody>
      </p:sp>
    </p:spTree>
    <p:extLst>
      <p:ext uri="{BB962C8B-B14F-4D97-AF65-F5344CB8AC3E}">
        <p14:creationId xmlns:p14="http://schemas.microsoft.com/office/powerpoint/2010/main" val="6842251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202C3-D90E-B4B7-6419-7B227F4A909E}"/>
              </a:ext>
            </a:extLst>
          </p:cNvPr>
          <p:cNvSpPr>
            <a:spLocks noGrp="1"/>
          </p:cNvSpPr>
          <p:nvPr>
            <p:ph type="title"/>
          </p:nvPr>
        </p:nvSpPr>
        <p:spPr/>
        <p:txBody>
          <a:bodyPr/>
          <a:lstStyle/>
          <a:p>
            <a:r>
              <a:rPr lang="en-US" noProof="0" dirty="0"/>
              <a:t>Typosquatting​</a:t>
            </a:r>
          </a:p>
        </p:txBody>
      </p:sp>
      <p:sp>
        <p:nvSpPr>
          <p:cNvPr id="3" name="Content Placeholder 2">
            <a:extLst>
              <a:ext uri="{FF2B5EF4-FFF2-40B4-BE49-F238E27FC236}">
                <a16:creationId xmlns:a16="http://schemas.microsoft.com/office/drawing/2014/main" id="{F3E7BE75-FA1A-36A6-CB80-25ED825AFEE5}"/>
              </a:ext>
            </a:extLst>
          </p:cNvPr>
          <p:cNvSpPr>
            <a:spLocks noGrp="1"/>
          </p:cNvSpPr>
          <p:nvPr>
            <p:ph idx="1"/>
          </p:nvPr>
        </p:nvSpPr>
        <p:spPr/>
        <p:txBody>
          <a:bodyPr>
            <a:normAutofit/>
          </a:bodyPr>
          <a:lstStyle/>
          <a:p>
            <a:r>
              <a:rPr lang="en-US" noProof="0" dirty="0"/>
              <a:t>Make phishing messages more convincing​</a:t>
            </a:r>
          </a:p>
          <a:p>
            <a:r>
              <a:rPr lang="en-US" noProof="0" dirty="0"/>
              <a:t>Email spoofing techniques</a:t>
            </a:r>
          </a:p>
          <a:p>
            <a:pPr lvl="1"/>
            <a:r>
              <a:rPr lang="en-US" dirty="0"/>
              <a:t>From field confusion</a:t>
            </a:r>
          </a:p>
          <a:p>
            <a:r>
              <a:rPr lang="en-US" noProof="0" dirty="0"/>
              <a:t>Typosquatting</a:t>
            </a:r>
          </a:p>
          <a:p>
            <a:pPr lvl="1"/>
            <a:r>
              <a:rPr lang="en-US" noProof="0" dirty="0"/>
              <a:t>Cousin domains that look like a trusted domain</a:t>
            </a:r>
          </a:p>
          <a:p>
            <a:pPr lvl="1"/>
            <a:endParaRPr lang="en-US" noProof="0" dirty="0"/>
          </a:p>
        </p:txBody>
      </p:sp>
      <p:sp>
        <p:nvSpPr>
          <p:cNvPr id="4" name="Slide Number Placeholder 3">
            <a:extLst>
              <a:ext uri="{FF2B5EF4-FFF2-40B4-BE49-F238E27FC236}">
                <a16:creationId xmlns:a16="http://schemas.microsoft.com/office/drawing/2014/main" id="{FD57ABA9-309C-B78A-E847-A8501FD6A562}"/>
              </a:ext>
            </a:extLst>
          </p:cNvPr>
          <p:cNvSpPr>
            <a:spLocks noGrp="1"/>
          </p:cNvSpPr>
          <p:nvPr>
            <p:ph type="sldNum" sz="quarter" idx="10"/>
          </p:nvPr>
        </p:nvSpPr>
        <p:spPr/>
        <p:txBody>
          <a:bodyPr/>
          <a:lstStyle/>
          <a:p>
            <a:fld id="{B7CF8A19-3A9E-4ABC-B336-2FDDE321C72D}" type="slidenum">
              <a:rPr lang="en-US" smtClean="0"/>
              <a:pPr/>
              <a:t>25</a:t>
            </a:fld>
            <a:endParaRPr lang="en-US"/>
          </a:p>
        </p:txBody>
      </p:sp>
    </p:spTree>
    <p:extLst>
      <p:ext uri="{BB962C8B-B14F-4D97-AF65-F5344CB8AC3E}">
        <p14:creationId xmlns:p14="http://schemas.microsoft.com/office/powerpoint/2010/main" val="25534775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2A5C4-26DE-9A47-4E9A-1550996BC81E}"/>
              </a:ext>
            </a:extLst>
          </p:cNvPr>
          <p:cNvSpPr>
            <a:spLocks noGrp="1"/>
          </p:cNvSpPr>
          <p:nvPr>
            <p:ph type="title"/>
          </p:nvPr>
        </p:nvSpPr>
        <p:spPr/>
        <p:txBody>
          <a:bodyPr/>
          <a:lstStyle/>
          <a:p>
            <a:r>
              <a:rPr lang="en-US" noProof="0" dirty="0"/>
              <a:t>Business Email Compromise</a:t>
            </a:r>
          </a:p>
        </p:txBody>
      </p:sp>
      <p:sp>
        <p:nvSpPr>
          <p:cNvPr id="3" name="Content Placeholder 2">
            <a:extLst>
              <a:ext uri="{FF2B5EF4-FFF2-40B4-BE49-F238E27FC236}">
                <a16:creationId xmlns:a16="http://schemas.microsoft.com/office/drawing/2014/main" id="{7D307D99-A5ED-F527-03F8-8EEAD6EB8076}"/>
              </a:ext>
            </a:extLst>
          </p:cNvPr>
          <p:cNvSpPr>
            <a:spLocks noGrp="1"/>
          </p:cNvSpPr>
          <p:nvPr>
            <p:ph idx="1"/>
          </p:nvPr>
        </p:nvSpPr>
        <p:spPr/>
        <p:txBody>
          <a:bodyPr>
            <a:normAutofit fontScale="92500" lnSpcReduction="20000"/>
          </a:bodyPr>
          <a:lstStyle/>
          <a:p>
            <a:r>
              <a:rPr lang="en-US" noProof="0" dirty="0"/>
              <a:t>Target phishing/vishing/SMiShing to a specific individual</a:t>
            </a:r>
          </a:p>
          <a:p>
            <a:pPr lvl="1"/>
            <a:r>
              <a:rPr lang="en-US" noProof="0" dirty="0"/>
              <a:t>Pose as colleague, business partner, or vendor</a:t>
            </a:r>
          </a:p>
          <a:p>
            <a:pPr lvl="1"/>
            <a:r>
              <a:rPr lang="en-US" noProof="0" dirty="0"/>
              <a:t>Spear phishing, whaling, CEO fraud, angler phishing, …</a:t>
            </a:r>
          </a:p>
          <a:p>
            <a:r>
              <a:rPr lang="en-US" noProof="0" dirty="0"/>
              <a:t>Brand impersonation and disinformation</a:t>
            </a:r>
          </a:p>
          <a:p>
            <a:pPr lvl="1"/>
            <a:r>
              <a:rPr lang="en-US" noProof="0" dirty="0"/>
              <a:t>Make convincing fake phishing messages, business correspondence, and pharming websites</a:t>
            </a:r>
          </a:p>
          <a:p>
            <a:pPr lvl="1"/>
            <a:r>
              <a:rPr lang="en-US" noProof="0" dirty="0"/>
              <a:t>Disinformation versus misinformation</a:t>
            </a:r>
          </a:p>
          <a:p>
            <a:r>
              <a:rPr lang="en-US" dirty="0"/>
              <a:t>Watering hole attack</a:t>
            </a:r>
          </a:p>
          <a:p>
            <a:pPr lvl="1"/>
            <a:r>
              <a:rPr lang="en-US" noProof="0" dirty="0"/>
              <a:t>Compromise a third-party site that the threat actor knows is used by the target</a:t>
            </a:r>
          </a:p>
          <a:p>
            <a:endParaRPr lang="en-US" noProof="0" dirty="0"/>
          </a:p>
          <a:p>
            <a:endParaRPr lang="en-US" noProof="0" dirty="0"/>
          </a:p>
          <a:p>
            <a:endParaRPr lang="en-US" noProof="0" dirty="0"/>
          </a:p>
        </p:txBody>
      </p:sp>
      <p:sp>
        <p:nvSpPr>
          <p:cNvPr id="4" name="Slide Number Placeholder 3">
            <a:extLst>
              <a:ext uri="{FF2B5EF4-FFF2-40B4-BE49-F238E27FC236}">
                <a16:creationId xmlns:a16="http://schemas.microsoft.com/office/drawing/2014/main" id="{EFA39FC3-E69E-A8C9-F999-53A47A3B473C}"/>
              </a:ext>
            </a:extLst>
          </p:cNvPr>
          <p:cNvSpPr>
            <a:spLocks noGrp="1"/>
          </p:cNvSpPr>
          <p:nvPr>
            <p:ph type="sldNum" sz="quarter" idx="10"/>
          </p:nvPr>
        </p:nvSpPr>
        <p:spPr/>
        <p:txBody>
          <a:bodyPr/>
          <a:lstStyle/>
          <a:p>
            <a:fld id="{B7CF8A19-3A9E-4ABC-B336-2FDDE321C72D}" type="slidenum">
              <a:rPr lang="en-US" smtClean="0"/>
              <a:pPr/>
              <a:t>26</a:t>
            </a:fld>
            <a:endParaRPr lang="en-US"/>
          </a:p>
        </p:txBody>
      </p:sp>
    </p:spTree>
    <p:extLst>
      <p:ext uri="{BB962C8B-B14F-4D97-AF65-F5344CB8AC3E}">
        <p14:creationId xmlns:p14="http://schemas.microsoft.com/office/powerpoint/2010/main" val="7449626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4D88CD3-752B-889F-2492-33F1622D6817}"/>
              </a:ext>
            </a:extLst>
          </p:cNvPr>
          <p:cNvSpPr>
            <a:spLocks noGrp="1"/>
          </p:cNvSpPr>
          <p:nvPr>
            <p:ph sz="quarter" idx="11"/>
          </p:nvPr>
        </p:nvSpPr>
        <p:spPr/>
        <p:txBody>
          <a:bodyPr>
            <a:normAutofit/>
          </a:bodyPr>
          <a:lstStyle/>
          <a:p>
            <a:r>
              <a:rPr lang="en-US" dirty="0"/>
              <a:t>Social engineering</a:t>
            </a:r>
          </a:p>
          <a:p>
            <a:r>
              <a:rPr lang="en-US" dirty="0"/>
              <a:t>Human vectors</a:t>
            </a:r>
          </a:p>
          <a:p>
            <a:r>
              <a:rPr lang="en-US" dirty="0"/>
              <a:t>Impersonation and pretexting​</a:t>
            </a:r>
          </a:p>
          <a:p>
            <a:r>
              <a:rPr lang="en-US" dirty="0"/>
              <a:t>Phishing and pharming</a:t>
            </a:r>
          </a:p>
          <a:p>
            <a:r>
              <a:rPr lang="en-US" dirty="0"/>
              <a:t>Typosquatting​</a:t>
            </a:r>
          </a:p>
          <a:p>
            <a:r>
              <a:rPr lang="en-US" dirty="0"/>
              <a:t>Business email compromise</a:t>
            </a:r>
          </a:p>
        </p:txBody>
      </p:sp>
      <p:sp>
        <p:nvSpPr>
          <p:cNvPr id="3" name="Title 2">
            <a:extLst>
              <a:ext uri="{FF2B5EF4-FFF2-40B4-BE49-F238E27FC236}">
                <a16:creationId xmlns:a16="http://schemas.microsoft.com/office/drawing/2014/main" id="{067FA03E-66AA-D825-D930-DD7B57D7F0BF}"/>
              </a:ext>
            </a:extLst>
          </p:cNvPr>
          <p:cNvSpPr>
            <a:spLocks noGrp="1"/>
          </p:cNvSpPr>
          <p:nvPr>
            <p:ph type="title"/>
          </p:nvPr>
        </p:nvSpPr>
        <p:spPr/>
        <p:txBody>
          <a:bodyPr/>
          <a:lstStyle/>
          <a:p>
            <a:r>
              <a:rPr lang="en-GB" dirty="0"/>
              <a:t>Social Engineering</a:t>
            </a:r>
            <a:endParaRPr lang="en-US" dirty="0"/>
          </a:p>
        </p:txBody>
      </p:sp>
      <p:sp>
        <p:nvSpPr>
          <p:cNvPr id="4" name="Slide Number Placeholder 3">
            <a:extLst>
              <a:ext uri="{FF2B5EF4-FFF2-40B4-BE49-F238E27FC236}">
                <a16:creationId xmlns:a16="http://schemas.microsoft.com/office/drawing/2014/main" id="{2D379A87-32B3-1E9E-19D9-F440CC1BC0DE}"/>
              </a:ext>
            </a:extLst>
          </p:cNvPr>
          <p:cNvSpPr>
            <a:spLocks noGrp="1"/>
          </p:cNvSpPr>
          <p:nvPr>
            <p:ph type="sldNum" sz="quarter" idx="12"/>
          </p:nvPr>
        </p:nvSpPr>
        <p:spPr/>
        <p:txBody>
          <a:bodyPr/>
          <a:lstStyle/>
          <a:p>
            <a:fld id="{B7CF8A19-3A9E-4ABC-B336-2FDDE321C72D}" type="slidenum">
              <a:rPr lang="en-US" smtClean="0"/>
              <a:pPr/>
              <a:t>27</a:t>
            </a:fld>
            <a:endParaRPr lang="en-US"/>
          </a:p>
        </p:txBody>
      </p:sp>
    </p:spTree>
    <p:extLst>
      <p:ext uri="{BB962C8B-B14F-4D97-AF65-F5344CB8AC3E}">
        <p14:creationId xmlns:p14="http://schemas.microsoft.com/office/powerpoint/2010/main" val="1145065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5CBB9D5-2DAC-6A7F-ADE7-8B53182EF9DC}"/>
              </a:ext>
            </a:extLst>
          </p:cNvPr>
          <p:cNvSpPr>
            <a:spLocks noGrp="1"/>
          </p:cNvSpPr>
          <p:nvPr>
            <p:ph type="sldNum" sz="quarter" idx="13"/>
          </p:nvPr>
        </p:nvSpPr>
        <p:spPr/>
        <p:txBody>
          <a:bodyPr/>
          <a:lstStyle/>
          <a:p>
            <a:fld id="{B7CF8A19-3A9E-4ABC-B336-2FDDE321C72D}" type="slidenum">
              <a:rPr lang="en-US" smtClean="0"/>
              <a:pPr/>
              <a:t>28</a:t>
            </a:fld>
            <a:endParaRPr lang="en-US"/>
          </a:p>
        </p:txBody>
      </p:sp>
      <p:sp>
        <p:nvSpPr>
          <p:cNvPr id="5" name="Content Placeholder 4">
            <a:extLst>
              <a:ext uri="{FF2B5EF4-FFF2-40B4-BE49-F238E27FC236}">
                <a16:creationId xmlns:a16="http://schemas.microsoft.com/office/drawing/2014/main" id="{EEF1EDF6-C418-A1A3-FCF3-F6002DA1003E}"/>
              </a:ext>
            </a:extLst>
          </p:cNvPr>
          <p:cNvSpPr>
            <a:spLocks noGrp="1"/>
          </p:cNvSpPr>
          <p:nvPr>
            <p:ph sz="quarter" idx="14"/>
          </p:nvPr>
        </p:nvSpPr>
        <p:spPr/>
        <p:txBody>
          <a:bodyPr/>
          <a:lstStyle/>
          <a:p>
            <a:r>
              <a:rPr lang="en-US" dirty="0"/>
              <a:t>Assisted Lab: Using SET to Perform Social Engineering</a:t>
            </a:r>
          </a:p>
        </p:txBody>
      </p:sp>
    </p:spTree>
    <p:extLst>
      <p:ext uri="{BB962C8B-B14F-4D97-AF65-F5344CB8AC3E}">
        <p14:creationId xmlns:p14="http://schemas.microsoft.com/office/powerpoint/2010/main" val="16287706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195E7-CEB7-44B4-8D15-A6FE845CE6B2}"/>
              </a:ext>
            </a:extLst>
          </p:cNvPr>
          <p:cNvSpPr>
            <a:spLocks noGrp="1"/>
          </p:cNvSpPr>
          <p:nvPr>
            <p:ph type="ctrTitle"/>
          </p:nvPr>
        </p:nvSpPr>
        <p:spPr/>
        <p:txBody>
          <a:bodyPr/>
          <a:lstStyle/>
          <a:p>
            <a:r>
              <a:rPr lang="en-US" dirty="0">
                <a:latin typeface="Calibri"/>
                <a:cs typeface="Calibri"/>
              </a:rPr>
              <a:t>Summary</a:t>
            </a:r>
            <a:endParaRPr lang="en-US" dirty="0"/>
          </a:p>
        </p:txBody>
      </p:sp>
      <p:sp>
        <p:nvSpPr>
          <p:cNvPr id="3" name="Subtitle 2">
            <a:extLst>
              <a:ext uri="{FF2B5EF4-FFF2-40B4-BE49-F238E27FC236}">
                <a16:creationId xmlns:a16="http://schemas.microsoft.com/office/drawing/2014/main" id="{3CFC5BFA-DF53-4407-9187-19E2D701E00B}"/>
              </a:ext>
            </a:extLst>
          </p:cNvPr>
          <p:cNvSpPr>
            <a:spLocks noGrp="1"/>
          </p:cNvSpPr>
          <p:nvPr>
            <p:ph type="subTitle" idx="1"/>
          </p:nvPr>
        </p:nvSpPr>
        <p:spPr/>
        <p:txBody>
          <a:bodyPr/>
          <a:lstStyle/>
          <a:p>
            <a:r>
              <a:rPr lang="en-US" dirty="0"/>
              <a:t>Lesson 2</a:t>
            </a:r>
          </a:p>
        </p:txBody>
      </p:sp>
      <p:sp>
        <p:nvSpPr>
          <p:cNvPr id="4" name="Text Placeholder 3">
            <a:extLst>
              <a:ext uri="{FF2B5EF4-FFF2-40B4-BE49-F238E27FC236}">
                <a16:creationId xmlns:a16="http://schemas.microsoft.com/office/drawing/2014/main" id="{10E64DD8-93CF-45E0-BBB1-D21C74EEE754}"/>
              </a:ext>
            </a:extLst>
          </p:cNvPr>
          <p:cNvSpPr>
            <a:spLocks noGrp="1"/>
          </p:cNvSpPr>
          <p:nvPr>
            <p:ph type="body" sz="quarter" idx="12"/>
          </p:nvPr>
        </p:nvSpPr>
        <p:spPr/>
        <p:txBody>
          <a:bodyPr>
            <a:normAutofit fontScale="92500" lnSpcReduction="10000"/>
          </a:bodyPr>
          <a:lstStyle/>
          <a:p>
            <a:r>
              <a:rPr lang="en-US" noProof="0"/>
              <a:t>CompTIA Security+ Exam SY0-701</a:t>
            </a:r>
          </a:p>
          <a:p>
            <a:endParaRPr lang="en-US"/>
          </a:p>
        </p:txBody>
      </p:sp>
      <p:sp>
        <p:nvSpPr>
          <p:cNvPr id="5" name="Slide Number Placeholder 4">
            <a:extLst>
              <a:ext uri="{FF2B5EF4-FFF2-40B4-BE49-F238E27FC236}">
                <a16:creationId xmlns:a16="http://schemas.microsoft.com/office/drawing/2014/main" id="{62FE90A5-9E27-4EEC-9D36-E853C33CA9D6}"/>
              </a:ext>
            </a:extLst>
          </p:cNvPr>
          <p:cNvSpPr>
            <a:spLocks noGrp="1"/>
          </p:cNvSpPr>
          <p:nvPr>
            <p:ph type="sldNum" sz="quarter" idx="10"/>
          </p:nvPr>
        </p:nvSpPr>
        <p:spPr/>
        <p:txBody>
          <a:bodyPr/>
          <a:lstStyle/>
          <a:p>
            <a:fld id="{B7CF8A19-3A9E-4ABC-B336-2FDDE321C72D}" type="slidenum">
              <a:rPr lang="en-US" smtClean="0"/>
              <a:pPr/>
              <a:t>29</a:t>
            </a:fld>
            <a:endParaRPr lang="en-US"/>
          </a:p>
        </p:txBody>
      </p:sp>
    </p:spTree>
    <p:extLst>
      <p:ext uri="{BB962C8B-B14F-4D97-AF65-F5344CB8AC3E}">
        <p14:creationId xmlns:p14="http://schemas.microsoft.com/office/powerpoint/2010/main" val="2104262924"/>
      </p:ext>
    </p:extLst>
  </p:cSld>
  <p:clrMapOvr>
    <a:masterClrMapping/>
  </p:clrMapOvr>
</p:sld>
</file>

<file path=ppt/theme/theme1.xml><?xml version="1.0" encoding="utf-8"?>
<a:theme xmlns:a="http://schemas.openxmlformats.org/drawingml/2006/main" name="comptia_ov">
  <a:themeElements>
    <a:clrScheme name="comptia">
      <a:dk1>
        <a:srgbClr val="253644"/>
      </a:dk1>
      <a:lt1>
        <a:srgbClr val="FFFFFF"/>
      </a:lt1>
      <a:dk2>
        <a:srgbClr val="45545F"/>
      </a:dk2>
      <a:lt2>
        <a:srgbClr val="F4F4F4"/>
      </a:lt2>
      <a:accent1>
        <a:srgbClr val="00688E"/>
      </a:accent1>
      <a:accent2>
        <a:srgbClr val="0198A7"/>
      </a:accent2>
      <a:accent3>
        <a:srgbClr val="028EBD"/>
      </a:accent3>
      <a:accent4>
        <a:srgbClr val="778691"/>
      </a:accent4>
      <a:accent5>
        <a:srgbClr val="CF0B2B"/>
      </a:accent5>
      <a:accent6>
        <a:srgbClr val="ED6D00"/>
      </a:accent6>
      <a:hlink>
        <a:srgbClr val="B24FC3"/>
      </a:hlink>
      <a:folHlink>
        <a:srgbClr val="732281"/>
      </a:folHlink>
    </a:clrScheme>
    <a:fontScheme name="Open Sans">
      <a:majorFont>
        <a:latin typeface="Open Sans Semibold"/>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ap="flat" cmpd="sng" algn="ctr">
          <a:solidFill>
            <a:srgbClr val="FF0000"/>
          </a:solidFill>
          <a:prstDash val="solid"/>
        </a:ln>
        <a:effectLst/>
      </a:spPr>
      <a:bodyPr rtlCol="0" anchor="ctr"/>
      <a:lstStyle>
        <a:defPPr algn="ctr" defTabSz="914400">
          <a:defRPr sz="1100" b="1" kern="0" dirty="0" err="1" smtClean="0">
            <a:solidFill>
              <a:srgbClr val="FF0000"/>
            </a:solidFill>
            <a:latin typeface="Arial"/>
          </a:defRPr>
        </a:defPPr>
      </a:lst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omptia_ova" id="{478531A2-6CBB-47DF-8787-97F322309993}" vid="{27DBB225-2D25-419A-A575-CF909A3C9BB4}"/>
    </a:ext>
  </a:extLst>
</a:theme>
</file>

<file path=ppt/theme/theme2.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comptia">
      <a:dk1>
        <a:srgbClr val="253644"/>
      </a:dk1>
      <a:lt1>
        <a:srgbClr val="FFFFFF"/>
      </a:lt1>
      <a:dk2>
        <a:srgbClr val="778691"/>
      </a:dk2>
      <a:lt2>
        <a:srgbClr val="F4F4F4"/>
      </a:lt2>
      <a:accent1>
        <a:srgbClr val="00688E"/>
      </a:accent1>
      <a:accent2>
        <a:srgbClr val="0198A7"/>
      </a:accent2>
      <a:accent3>
        <a:srgbClr val="028EBD"/>
      </a:accent3>
      <a:accent4>
        <a:srgbClr val="DADFE1"/>
      </a:accent4>
      <a:accent5>
        <a:srgbClr val="CF0B2B"/>
      </a:accent5>
      <a:accent6>
        <a:srgbClr val="ED6D00"/>
      </a:accent6>
      <a:hlink>
        <a:srgbClr val="B24FC3"/>
      </a:hlink>
      <a:folHlink>
        <a:srgbClr val="73228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8AB8BE3257A504EB15FA3D006F5CE14" ma:contentTypeVersion="20" ma:contentTypeDescription="Create a new document." ma:contentTypeScope="" ma:versionID="ed86e5399dbebefe12b00acc00006398">
  <xsd:schema xmlns:xsd="http://www.w3.org/2001/XMLSchema" xmlns:xs="http://www.w3.org/2001/XMLSchema" xmlns:p="http://schemas.microsoft.com/office/2006/metadata/properties" xmlns:ns1="http://schemas.microsoft.com/sharepoint/v3" xmlns:ns2="95a46270-66ec-4bdf-aabc-d78887d51418" xmlns:ns3="315eb565-7267-4a95-9087-2f433ded3c8b" targetNamespace="http://schemas.microsoft.com/office/2006/metadata/properties" ma:root="true" ma:fieldsID="d58846d2f795cf77eba5ad3af37f17c8" ns1:_="" ns2:_="" ns3:_="">
    <xsd:import namespace="http://schemas.microsoft.com/sharepoint/v3"/>
    <xsd:import namespace="95a46270-66ec-4bdf-aabc-d78887d51418"/>
    <xsd:import namespace="315eb565-7267-4a95-9087-2f433ded3c8b"/>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Tags" minOccurs="0"/>
                <xsd:element ref="ns2:MediaServiceOCR" minOccurs="0"/>
                <xsd:element ref="ns2:MediaServiceEventHashCode" minOccurs="0"/>
                <xsd:element ref="ns2:MediaServiceGenerationTime"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1:_ip_UnifiedCompliancePolicyProperties" minOccurs="0"/>
                <xsd:element ref="ns1:_ip_UnifiedCompliancePolicyUIAction"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4" nillable="true" ma:displayName="Unified Compliance Policy Properties" ma:hidden="true" ma:internalName="_ip_UnifiedCompliancePolicyProperties">
      <xsd:simpleType>
        <xsd:restriction base="dms:Note"/>
      </xsd:simpleType>
    </xsd:element>
    <xsd:element name="_ip_UnifiedCompliancePolicyUIAction" ma:index="25"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5a46270-66ec-4bdf-aabc-d78887d514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27b08e0c-9838-438a-a46d-e871ec00c0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15eb565-7267-4a95-9087-2f433ded3c8b"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c32a667b-0d96-4d3d-ae00-1e23d06ed90f}" ma:internalName="TaxCatchAll" ma:showField="CatchAllData" ma:web="315eb565-7267-4a95-9087-2f433ded3c8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315eb565-7267-4a95-9087-2f433ded3c8b" xsi:nil="true"/>
    <_ip_UnifiedCompliancePolicyProperties xmlns="http://schemas.microsoft.com/sharepoint/v3" xsi:nil="true"/>
    <lcf76f155ced4ddcb4097134ff3c332f xmlns="95a46270-66ec-4bdf-aabc-d78887d51418">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C6AC144-B87D-452B-9F29-102FBEA13DC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5a46270-66ec-4bdf-aabc-d78887d51418"/>
    <ds:schemaRef ds:uri="315eb565-7267-4a95-9087-2f433ded3c8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9804A4A-BEBA-46F7-8D91-096B77966F98}">
  <ds:schemaRefs>
    <ds:schemaRef ds:uri="http://purl.org/dc/terms/"/>
    <ds:schemaRef ds:uri="http://purl.org/dc/dcmitype/"/>
    <ds:schemaRef ds:uri="http://purl.org/dc/elements/1.1/"/>
    <ds:schemaRef ds:uri="http://schemas.microsoft.com/office/2006/documentManagement/types"/>
    <ds:schemaRef ds:uri="95a46270-66ec-4bdf-aabc-d78887d51418"/>
    <ds:schemaRef ds:uri="http://schemas.microsoft.com/office/infopath/2007/PartnerControls"/>
    <ds:schemaRef ds:uri="http://schemas.microsoft.com/office/2006/metadata/properties"/>
    <ds:schemaRef ds:uri="http://schemas.openxmlformats.org/package/2006/metadata/core-properties"/>
    <ds:schemaRef ds:uri="315eb565-7267-4a95-9087-2f433ded3c8b"/>
    <ds:schemaRef ds:uri="http://schemas.microsoft.com/sharepoint/v3"/>
    <ds:schemaRef ds:uri="http://www.w3.org/XML/1998/namespace"/>
  </ds:schemaRefs>
</ds:datastoreItem>
</file>

<file path=customXml/itemProps3.xml><?xml version="1.0" encoding="utf-8"?>
<ds:datastoreItem xmlns:ds="http://schemas.openxmlformats.org/officeDocument/2006/customXml" ds:itemID="{EA2CFB8D-1019-43EC-BFD1-51DA4001639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comptia_ova</Template>
  <TotalTime>4</TotalTime>
  <Words>1803</Words>
  <Application>Microsoft Office PowerPoint</Application>
  <PresentationFormat>On-screen Show (16:9)</PresentationFormat>
  <Paragraphs>282</Paragraphs>
  <Slides>29</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Open Sans</vt:lpstr>
      <vt:lpstr>Calibri</vt:lpstr>
      <vt:lpstr>Arial</vt:lpstr>
      <vt:lpstr>comptia_ov</vt:lpstr>
      <vt:lpstr>Comparing Threat Types</vt:lpstr>
      <vt:lpstr>Objectives</vt:lpstr>
      <vt:lpstr>Threat Actors</vt:lpstr>
      <vt:lpstr>Vulnerability, Threat, and Risk​</vt:lpstr>
      <vt:lpstr>Attributes of Threat Actors​</vt:lpstr>
      <vt:lpstr>Motivations of Threat Actors</vt:lpstr>
      <vt:lpstr>Hackers and Hacktivists</vt:lpstr>
      <vt:lpstr>Nation-state Actors and Advanced Persistent Threats​</vt:lpstr>
      <vt:lpstr>Organized Crime and Competitors</vt:lpstr>
      <vt:lpstr>Internal Threat Actors​</vt:lpstr>
      <vt:lpstr>Threat Actors</vt:lpstr>
      <vt:lpstr>Attack Surface</vt:lpstr>
      <vt:lpstr>Attack Surface and Vectors​</vt:lpstr>
      <vt:lpstr>Vulnerable Software Vectors</vt:lpstr>
      <vt:lpstr>Network Vectors</vt:lpstr>
      <vt:lpstr>Lure-based Vectors</vt:lpstr>
      <vt:lpstr>Message-based Vectors</vt:lpstr>
      <vt:lpstr>Supply Chain Attack Surface</vt:lpstr>
      <vt:lpstr>Attack Surface</vt:lpstr>
      <vt:lpstr>PowerPoint Presentation</vt:lpstr>
      <vt:lpstr>Social Engineering</vt:lpstr>
      <vt:lpstr>Human Vectors</vt:lpstr>
      <vt:lpstr>Impersonation and Pretexting​</vt:lpstr>
      <vt:lpstr>Phishing and Pharming</vt:lpstr>
      <vt:lpstr>Typosquatting​</vt:lpstr>
      <vt:lpstr>Business Email Compromise</vt:lpstr>
      <vt:lpstr>Social Engineering</vt:lpstr>
      <vt:lpstr>PowerPoint Presentation</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CompTIA Security+ SY0-701</dc:title>
  <dc:subject>Slide deck to accompany a CompTIA OCC study guide</dc:subject>
  <dc:creator>James Pengelly</dc:creator>
  <dc:description>Copyright © 2022 CompTIA, Inc. All Rights Reserved.  |  CompTIA.org</dc:description>
  <cp:lastModifiedBy>Danielle Andries</cp:lastModifiedBy>
  <cp:revision>10</cp:revision>
  <dcterms:created xsi:type="dcterms:W3CDTF">2023-04-03T11:18:01Z</dcterms:created>
  <dcterms:modified xsi:type="dcterms:W3CDTF">2023-09-11T17:46:24Z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0x010100F8AB8BE3257A504EB15FA3D006F5CE14</vt:lpwstr>
  </property>
</Properties>
</file>