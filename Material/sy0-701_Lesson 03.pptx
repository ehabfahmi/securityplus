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39"/>
  </p:notesMasterIdLst>
  <p:handoutMasterIdLst>
    <p:handoutMasterId r:id="rId40"/>
  </p:handoutMasterIdLst>
  <p:sldIdLst>
    <p:sldId id="261" r:id="rId5"/>
    <p:sldId id="934" r:id="rId6"/>
    <p:sldId id="267" r:id="rId7"/>
    <p:sldId id="325" r:id="rId8"/>
    <p:sldId id="328" r:id="rId9"/>
    <p:sldId id="329" r:id="rId10"/>
    <p:sldId id="330" r:id="rId11"/>
    <p:sldId id="326" r:id="rId12"/>
    <p:sldId id="332" r:id="rId13"/>
    <p:sldId id="935" r:id="rId14"/>
    <p:sldId id="938" r:id="rId15"/>
    <p:sldId id="268" r:id="rId16"/>
    <p:sldId id="339" r:id="rId17"/>
    <p:sldId id="342" r:id="rId18"/>
    <p:sldId id="340" r:id="rId19"/>
    <p:sldId id="341" r:id="rId20"/>
    <p:sldId id="344" r:id="rId21"/>
    <p:sldId id="351" r:id="rId22"/>
    <p:sldId id="348" r:id="rId23"/>
    <p:sldId id="368" r:id="rId24"/>
    <p:sldId id="349" r:id="rId25"/>
    <p:sldId id="936" r:id="rId26"/>
    <p:sldId id="269" r:id="rId27"/>
    <p:sldId id="355" r:id="rId28"/>
    <p:sldId id="399" r:id="rId29"/>
    <p:sldId id="400" r:id="rId30"/>
    <p:sldId id="354" r:id="rId31"/>
    <p:sldId id="353" r:id="rId32"/>
    <p:sldId id="335" r:id="rId33"/>
    <p:sldId id="336" r:id="rId34"/>
    <p:sldId id="337" r:id="rId35"/>
    <p:sldId id="937" r:id="rId36"/>
    <p:sldId id="939" r:id="rId37"/>
    <p:sldId id="933" r:id="rId38"/>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083" autoAdjust="0"/>
  </p:normalViewPr>
  <p:slideViewPr>
    <p:cSldViewPr snapToGrid="0">
      <p:cViewPr varScale="1">
        <p:scale>
          <a:sx n="117" d="100"/>
          <a:sy n="117" d="100"/>
        </p:scale>
        <p:origin x="672" y="84"/>
      </p:cViewPr>
      <p:guideLst>
        <p:guide orient="horz" pos="1620"/>
        <p:guide pos="2880"/>
      </p:guideLst>
    </p:cSldViewPr>
  </p:slideViewPr>
  <p:outlineViewPr>
    <p:cViewPr>
      <p:scale>
        <a:sx n="33" d="100"/>
        <a:sy n="33" d="100"/>
      </p:scale>
      <p:origin x="0" y="-18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6.fntdata"/><Relationship Id="rId20" Type="http://schemas.openxmlformats.org/officeDocument/2006/relationships/slide" Target="slides/slide16.xml"/><Relationship Id="rId41" Type="http://schemas.openxmlformats.org/officeDocument/2006/relationships/font" Target="fonts/font1.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4.xml"/><Relationship Id="rId18" Type="http://schemas.openxmlformats.org/officeDocument/2006/relationships/slide" Target="slides/slide19.xml"/><Relationship Id="rId26" Type="http://schemas.openxmlformats.org/officeDocument/2006/relationships/slide" Target="slides/slide27.xml"/><Relationship Id="rId3" Type="http://schemas.openxmlformats.org/officeDocument/2006/relationships/slide" Target="slides/slide3.xml"/><Relationship Id="rId21" Type="http://schemas.openxmlformats.org/officeDocument/2006/relationships/slide" Target="slides/slide22.xml"/><Relationship Id="rId7" Type="http://schemas.openxmlformats.org/officeDocument/2006/relationships/slide" Target="slides/slide7.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6.xml"/><Relationship Id="rId2" Type="http://schemas.openxmlformats.org/officeDocument/2006/relationships/slide" Target="slides/slide2.xml"/><Relationship Id="rId16" Type="http://schemas.openxmlformats.org/officeDocument/2006/relationships/slide" Target="slides/slide17.xml"/><Relationship Id="rId20" Type="http://schemas.openxmlformats.org/officeDocument/2006/relationships/slide" Target="slides/slide21.xml"/><Relationship Id="rId29" Type="http://schemas.openxmlformats.org/officeDocument/2006/relationships/slide" Target="slides/slide30.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2.xml"/><Relationship Id="rId24" Type="http://schemas.openxmlformats.org/officeDocument/2006/relationships/slide" Target="slides/slide25.xml"/><Relationship Id="rId32" Type="http://schemas.openxmlformats.org/officeDocument/2006/relationships/slide" Target="slides/slide34.xml"/><Relationship Id="rId5" Type="http://schemas.openxmlformats.org/officeDocument/2006/relationships/slide" Target="slides/slide5.xml"/><Relationship Id="rId15" Type="http://schemas.openxmlformats.org/officeDocument/2006/relationships/slide" Target="slides/slide16.xml"/><Relationship Id="rId23" Type="http://schemas.openxmlformats.org/officeDocument/2006/relationships/slide" Target="slides/slide24.xml"/><Relationship Id="rId28" Type="http://schemas.openxmlformats.org/officeDocument/2006/relationships/slide" Target="slides/slide29.xml"/><Relationship Id="rId10" Type="http://schemas.openxmlformats.org/officeDocument/2006/relationships/slide" Target="slides/slide10.xml"/><Relationship Id="rId19" Type="http://schemas.openxmlformats.org/officeDocument/2006/relationships/slide" Target="slides/slide20.xml"/><Relationship Id="rId31" Type="http://schemas.openxmlformats.org/officeDocument/2006/relationships/slide" Target="slides/slide32.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5.xml"/><Relationship Id="rId22" Type="http://schemas.openxmlformats.org/officeDocument/2006/relationships/slide" Target="slides/slide23.xml"/><Relationship Id="rId27" Type="http://schemas.openxmlformats.org/officeDocument/2006/relationships/slide" Target="slides/slide28.xml"/><Relationship Id="rId30"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C72C673E-3E82-4D07-9EB8-ED6E42B75830}"/>
    <pc:docChg chg="custSel addSld modSld">
      <pc:chgData name="Danielle Andries" userId="93d179e4-3c18-40f7-920e-ae80b202540d" providerId="ADAL" clId="{C72C673E-3E82-4D07-9EB8-ED6E42B75830}" dt="2023-09-11T17:45:11.849" v="81" actId="20577"/>
      <pc:docMkLst>
        <pc:docMk/>
      </pc:docMkLst>
      <pc:sldChg chg="addSp delSp modSp new mod modClrScheme chgLayout">
        <pc:chgData name="Danielle Andries" userId="93d179e4-3c18-40f7-920e-ae80b202540d" providerId="ADAL" clId="{C72C673E-3E82-4D07-9EB8-ED6E42B75830}" dt="2023-09-11T17:44:45.117" v="40" actId="20577"/>
        <pc:sldMkLst>
          <pc:docMk/>
          <pc:sldMk cId="1522500115" sldId="938"/>
        </pc:sldMkLst>
        <pc:spChg chg="del mod ord">
          <ac:chgData name="Danielle Andries" userId="93d179e4-3c18-40f7-920e-ae80b202540d" providerId="ADAL" clId="{C72C673E-3E82-4D07-9EB8-ED6E42B75830}" dt="2023-09-11T17:44:32.639" v="1" actId="700"/>
          <ac:spMkLst>
            <pc:docMk/>
            <pc:sldMk cId="1522500115" sldId="938"/>
            <ac:spMk id="2" creationId="{76E4ABB5-8B9D-90DB-ED3F-1A32F6E96317}"/>
          </ac:spMkLst>
        </pc:spChg>
        <pc:spChg chg="del">
          <ac:chgData name="Danielle Andries" userId="93d179e4-3c18-40f7-920e-ae80b202540d" providerId="ADAL" clId="{C72C673E-3E82-4D07-9EB8-ED6E42B75830}" dt="2023-09-11T17:44:32.639" v="1" actId="700"/>
          <ac:spMkLst>
            <pc:docMk/>
            <pc:sldMk cId="1522500115" sldId="938"/>
            <ac:spMk id="3" creationId="{70E174AB-0593-9754-09DE-4DF2BFE08478}"/>
          </ac:spMkLst>
        </pc:spChg>
        <pc:spChg chg="mod ord">
          <ac:chgData name="Danielle Andries" userId="93d179e4-3c18-40f7-920e-ae80b202540d" providerId="ADAL" clId="{C72C673E-3E82-4D07-9EB8-ED6E42B75830}" dt="2023-09-11T17:44:32.639" v="1" actId="700"/>
          <ac:spMkLst>
            <pc:docMk/>
            <pc:sldMk cId="1522500115" sldId="938"/>
            <ac:spMk id="4" creationId="{F5A1DA9B-6803-8C4D-9F4F-A25D4512471F}"/>
          </ac:spMkLst>
        </pc:spChg>
        <pc:spChg chg="add mod ord">
          <ac:chgData name="Danielle Andries" userId="93d179e4-3c18-40f7-920e-ae80b202540d" providerId="ADAL" clId="{C72C673E-3E82-4D07-9EB8-ED6E42B75830}" dt="2023-09-11T17:44:45.117" v="40" actId="20577"/>
          <ac:spMkLst>
            <pc:docMk/>
            <pc:sldMk cId="1522500115" sldId="938"/>
            <ac:spMk id="5" creationId="{3DECCFC3-773D-F5B0-0BEF-D8B7E637FA56}"/>
          </ac:spMkLst>
        </pc:spChg>
      </pc:sldChg>
      <pc:sldChg chg="addSp delSp modSp new mod modClrScheme chgLayout">
        <pc:chgData name="Danielle Andries" userId="93d179e4-3c18-40f7-920e-ae80b202540d" providerId="ADAL" clId="{C72C673E-3E82-4D07-9EB8-ED6E42B75830}" dt="2023-09-11T17:45:11.849" v="81" actId="20577"/>
        <pc:sldMkLst>
          <pc:docMk/>
          <pc:sldMk cId="2252171139" sldId="939"/>
        </pc:sldMkLst>
        <pc:spChg chg="del mod ord">
          <ac:chgData name="Danielle Andries" userId="93d179e4-3c18-40f7-920e-ae80b202540d" providerId="ADAL" clId="{C72C673E-3E82-4D07-9EB8-ED6E42B75830}" dt="2023-09-11T17:45:02.516" v="42" actId="700"/>
          <ac:spMkLst>
            <pc:docMk/>
            <pc:sldMk cId="2252171139" sldId="939"/>
            <ac:spMk id="2" creationId="{143EEFB8-B91A-537E-D67E-6352C58DC366}"/>
          </ac:spMkLst>
        </pc:spChg>
        <pc:spChg chg="del">
          <ac:chgData name="Danielle Andries" userId="93d179e4-3c18-40f7-920e-ae80b202540d" providerId="ADAL" clId="{C72C673E-3E82-4D07-9EB8-ED6E42B75830}" dt="2023-09-11T17:45:02.516" v="42" actId="700"/>
          <ac:spMkLst>
            <pc:docMk/>
            <pc:sldMk cId="2252171139" sldId="939"/>
            <ac:spMk id="3" creationId="{74274BEB-9761-D1C8-E187-18C6957FB9FF}"/>
          </ac:spMkLst>
        </pc:spChg>
        <pc:spChg chg="mod ord">
          <ac:chgData name="Danielle Andries" userId="93d179e4-3c18-40f7-920e-ae80b202540d" providerId="ADAL" clId="{C72C673E-3E82-4D07-9EB8-ED6E42B75830}" dt="2023-09-11T17:45:02.516" v="42" actId="700"/>
          <ac:spMkLst>
            <pc:docMk/>
            <pc:sldMk cId="2252171139" sldId="939"/>
            <ac:spMk id="4" creationId="{6499A46C-A2DE-53C7-71DD-8C8601AF0727}"/>
          </ac:spMkLst>
        </pc:spChg>
        <pc:spChg chg="add mod ord">
          <ac:chgData name="Danielle Andries" userId="93d179e4-3c18-40f7-920e-ae80b202540d" providerId="ADAL" clId="{C72C673E-3E82-4D07-9EB8-ED6E42B75830}" dt="2023-09-11T17:45:11.849" v="81" actId="20577"/>
          <ac:spMkLst>
            <pc:docMk/>
            <pc:sldMk cId="2252171139" sldId="939"/>
            <ac:spMk id="5" creationId="{1BDD7DED-0626-C38D-5B64-ED2035815194}"/>
          </ac:spMkLst>
        </pc:spChg>
      </pc:sldChg>
    </pc:docChg>
  </pc:docChgLst>
  <pc:docChgLst>
    <pc:chgData name="James Pengelly" userId="d269fecd-a8a2-4e5a-93ae-88bdaab21f51" providerId="ADAL" clId="{8BA66233-C094-4A16-A06D-DFB82A5FA37C}"/>
    <pc:docChg chg="custSel addSld delSld modSld">
      <pc:chgData name="James Pengelly" userId="d269fecd-a8a2-4e5a-93ae-88bdaab21f51" providerId="ADAL" clId="{8BA66233-C094-4A16-A06D-DFB82A5FA37C}" dt="2023-09-06T15:00:18.910" v="333"/>
      <pc:docMkLst>
        <pc:docMk/>
      </pc:docMkLst>
      <pc:sldChg chg="del">
        <pc:chgData name="James Pengelly" userId="d269fecd-a8a2-4e5a-93ae-88bdaab21f51" providerId="ADAL" clId="{8BA66233-C094-4A16-A06D-DFB82A5FA37C}" dt="2023-08-24T13:54:53.140" v="0" actId="47"/>
        <pc:sldMkLst>
          <pc:docMk/>
          <pc:sldMk cId="3760655269" sldId="257"/>
        </pc:sldMkLst>
      </pc:sldChg>
      <pc:sldChg chg="del">
        <pc:chgData name="James Pengelly" userId="d269fecd-a8a2-4e5a-93ae-88bdaab21f51" providerId="ADAL" clId="{8BA66233-C094-4A16-A06D-DFB82A5FA37C}" dt="2023-08-24T13:54:53.140" v="0" actId="47"/>
        <pc:sldMkLst>
          <pc:docMk/>
          <pc:sldMk cId="2338602011" sldId="258"/>
        </pc:sldMkLst>
      </pc:sldChg>
      <pc:sldChg chg="del">
        <pc:chgData name="James Pengelly" userId="d269fecd-a8a2-4e5a-93ae-88bdaab21f51" providerId="ADAL" clId="{8BA66233-C094-4A16-A06D-DFB82A5FA37C}" dt="2023-08-24T13:54:53.140" v="0" actId="47"/>
        <pc:sldMkLst>
          <pc:docMk/>
          <pc:sldMk cId="1550182309" sldId="259"/>
        </pc:sldMkLst>
      </pc:sldChg>
      <pc:sldChg chg="del">
        <pc:chgData name="James Pengelly" userId="d269fecd-a8a2-4e5a-93ae-88bdaab21f51" providerId="ADAL" clId="{8BA66233-C094-4A16-A06D-DFB82A5FA37C}" dt="2023-08-24T13:54:53.140" v="0" actId="47"/>
        <pc:sldMkLst>
          <pc:docMk/>
          <pc:sldMk cId="437917127" sldId="260"/>
        </pc:sldMkLst>
      </pc:sldChg>
      <pc:sldChg chg="modNotesTx">
        <pc:chgData name="James Pengelly" userId="d269fecd-a8a2-4e5a-93ae-88bdaab21f51" providerId="ADAL" clId="{8BA66233-C094-4A16-A06D-DFB82A5FA37C}" dt="2023-09-06T14:56:54.604" v="309"/>
        <pc:sldMkLst>
          <pc:docMk/>
          <pc:sldMk cId="2634730840" sldId="261"/>
        </pc:sldMkLst>
      </pc:sldChg>
      <pc:sldChg chg="del">
        <pc:chgData name="James Pengelly" userId="d269fecd-a8a2-4e5a-93ae-88bdaab21f51" providerId="ADAL" clId="{8BA66233-C094-4A16-A06D-DFB82A5FA37C}" dt="2023-08-24T13:55:01.697" v="1" actId="47"/>
        <pc:sldMkLst>
          <pc:docMk/>
          <pc:sldMk cId="1040517604" sldId="262"/>
        </pc:sldMkLst>
      </pc:sldChg>
      <pc:sldChg chg="del">
        <pc:chgData name="James Pengelly" userId="d269fecd-a8a2-4e5a-93ae-88bdaab21f51" providerId="ADAL" clId="{8BA66233-C094-4A16-A06D-DFB82A5FA37C}" dt="2023-08-24T13:55:01.697" v="1" actId="47"/>
        <pc:sldMkLst>
          <pc:docMk/>
          <pc:sldMk cId="139738668" sldId="263"/>
        </pc:sldMkLst>
      </pc:sldChg>
      <pc:sldChg chg="del">
        <pc:chgData name="James Pengelly" userId="d269fecd-a8a2-4e5a-93ae-88bdaab21f51" providerId="ADAL" clId="{8BA66233-C094-4A16-A06D-DFB82A5FA37C}" dt="2023-08-24T13:54:53.140" v="0" actId="47"/>
        <pc:sldMkLst>
          <pc:docMk/>
          <pc:sldMk cId="3365779185" sldId="264"/>
        </pc:sldMkLst>
      </pc:sldChg>
      <pc:sldChg chg="del">
        <pc:chgData name="James Pengelly" userId="d269fecd-a8a2-4e5a-93ae-88bdaab21f51" providerId="ADAL" clId="{8BA66233-C094-4A16-A06D-DFB82A5FA37C}" dt="2023-08-24T13:54:53.140" v="0" actId="47"/>
        <pc:sldMkLst>
          <pc:docMk/>
          <pc:sldMk cId="3349349304" sldId="265"/>
        </pc:sldMkLst>
      </pc:sldChg>
      <pc:sldChg chg="del">
        <pc:chgData name="James Pengelly" userId="d269fecd-a8a2-4e5a-93ae-88bdaab21f51" providerId="ADAL" clId="{8BA66233-C094-4A16-A06D-DFB82A5FA37C}" dt="2023-08-24T13:54:53.140" v="0" actId="47"/>
        <pc:sldMkLst>
          <pc:docMk/>
          <pc:sldMk cId="2276233524" sldId="266"/>
        </pc:sldMkLst>
      </pc:sldChg>
      <pc:sldChg chg="modNotesTx">
        <pc:chgData name="James Pengelly" userId="d269fecd-a8a2-4e5a-93ae-88bdaab21f51" providerId="ADAL" clId="{8BA66233-C094-4A16-A06D-DFB82A5FA37C}" dt="2023-09-06T14:57:01.725" v="310"/>
        <pc:sldMkLst>
          <pc:docMk/>
          <pc:sldMk cId="4072486014" sldId="267"/>
        </pc:sldMkLst>
      </pc:sldChg>
      <pc:sldChg chg="modNotesTx">
        <pc:chgData name="James Pengelly" userId="d269fecd-a8a2-4e5a-93ae-88bdaab21f51" providerId="ADAL" clId="{8BA66233-C094-4A16-A06D-DFB82A5FA37C}" dt="2023-09-06T14:58:03.010" v="317"/>
        <pc:sldMkLst>
          <pc:docMk/>
          <pc:sldMk cId="3366417685" sldId="268"/>
        </pc:sldMkLst>
      </pc:sldChg>
      <pc:sldChg chg="modNotesTx">
        <pc:chgData name="James Pengelly" userId="d269fecd-a8a2-4e5a-93ae-88bdaab21f51" providerId="ADAL" clId="{8BA66233-C094-4A16-A06D-DFB82A5FA37C}" dt="2023-09-06T14:59:13.432" v="324"/>
        <pc:sldMkLst>
          <pc:docMk/>
          <pc:sldMk cId="2395513725" sldId="269"/>
        </pc:sldMkLst>
      </pc:sldChg>
      <pc:sldChg chg="del">
        <pc:chgData name="James Pengelly" userId="d269fecd-a8a2-4e5a-93ae-88bdaab21f51" providerId="ADAL" clId="{8BA66233-C094-4A16-A06D-DFB82A5FA37C}" dt="2023-08-24T13:55:01.697" v="1" actId="47"/>
        <pc:sldMkLst>
          <pc:docMk/>
          <pc:sldMk cId="1017836692" sldId="270"/>
        </pc:sldMkLst>
      </pc:sldChg>
      <pc:sldChg chg="del">
        <pc:chgData name="James Pengelly" userId="d269fecd-a8a2-4e5a-93ae-88bdaab21f51" providerId="ADAL" clId="{8BA66233-C094-4A16-A06D-DFB82A5FA37C}" dt="2023-08-24T13:55:01.697" v="1" actId="47"/>
        <pc:sldMkLst>
          <pc:docMk/>
          <pc:sldMk cId="99892872" sldId="271"/>
        </pc:sldMkLst>
      </pc:sldChg>
      <pc:sldChg chg="del">
        <pc:chgData name="James Pengelly" userId="d269fecd-a8a2-4e5a-93ae-88bdaab21f51" providerId="ADAL" clId="{8BA66233-C094-4A16-A06D-DFB82A5FA37C}" dt="2023-08-24T13:55:01.697" v="1" actId="47"/>
        <pc:sldMkLst>
          <pc:docMk/>
          <pc:sldMk cId="769677826" sldId="272"/>
        </pc:sldMkLst>
      </pc:sldChg>
      <pc:sldChg chg="del">
        <pc:chgData name="James Pengelly" userId="d269fecd-a8a2-4e5a-93ae-88bdaab21f51" providerId="ADAL" clId="{8BA66233-C094-4A16-A06D-DFB82A5FA37C}" dt="2023-08-24T13:55:01.697" v="1" actId="47"/>
        <pc:sldMkLst>
          <pc:docMk/>
          <pc:sldMk cId="3325081579" sldId="273"/>
        </pc:sldMkLst>
      </pc:sldChg>
      <pc:sldChg chg="del">
        <pc:chgData name="James Pengelly" userId="d269fecd-a8a2-4e5a-93ae-88bdaab21f51" providerId="ADAL" clId="{8BA66233-C094-4A16-A06D-DFB82A5FA37C}" dt="2023-08-24T13:55:01.697" v="1" actId="47"/>
        <pc:sldMkLst>
          <pc:docMk/>
          <pc:sldMk cId="3724492086" sldId="274"/>
        </pc:sldMkLst>
      </pc:sldChg>
      <pc:sldChg chg="del">
        <pc:chgData name="James Pengelly" userId="d269fecd-a8a2-4e5a-93ae-88bdaab21f51" providerId="ADAL" clId="{8BA66233-C094-4A16-A06D-DFB82A5FA37C}" dt="2023-08-24T13:55:01.697" v="1" actId="47"/>
        <pc:sldMkLst>
          <pc:docMk/>
          <pc:sldMk cId="2041858622" sldId="275"/>
        </pc:sldMkLst>
      </pc:sldChg>
      <pc:sldChg chg="del">
        <pc:chgData name="James Pengelly" userId="d269fecd-a8a2-4e5a-93ae-88bdaab21f51" providerId="ADAL" clId="{8BA66233-C094-4A16-A06D-DFB82A5FA37C}" dt="2023-08-24T13:55:01.697" v="1" actId="47"/>
        <pc:sldMkLst>
          <pc:docMk/>
          <pc:sldMk cId="3089985782" sldId="276"/>
        </pc:sldMkLst>
      </pc:sldChg>
      <pc:sldChg chg="del">
        <pc:chgData name="James Pengelly" userId="d269fecd-a8a2-4e5a-93ae-88bdaab21f51" providerId="ADAL" clId="{8BA66233-C094-4A16-A06D-DFB82A5FA37C}" dt="2023-08-24T13:55:01.697" v="1" actId="47"/>
        <pc:sldMkLst>
          <pc:docMk/>
          <pc:sldMk cId="2059499407" sldId="278"/>
        </pc:sldMkLst>
      </pc:sldChg>
      <pc:sldChg chg="del">
        <pc:chgData name="James Pengelly" userId="d269fecd-a8a2-4e5a-93ae-88bdaab21f51" providerId="ADAL" clId="{8BA66233-C094-4A16-A06D-DFB82A5FA37C}" dt="2023-08-24T13:55:01.697" v="1" actId="47"/>
        <pc:sldMkLst>
          <pc:docMk/>
          <pc:sldMk cId="3039752954" sldId="279"/>
        </pc:sldMkLst>
      </pc:sldChg>
      <pc:sldChg chg="del">
        <pc:chgData name="James Pengelly" userId="d269fecd-a8a2-4e5a-93ae-88bdaab21f51" providerId="ADAL" clId="{8BA66233-C094-4A16-A06D-DFB82A5FA37C}" dt="2023-08-24T13:55:01.697" v="1" actId="47"/>
        <pc:sldMkLst>
          <pc:docMk/>
          <pc:sldMk cId="843237950" sldId="280"/>
        </pc:sldMkLst>
      </pc:sldChg>
      <pc:sldChg chg="del">
        <pc:chgData name="James Pengelly" userId="d269fecd-a8a2-4e5a-93ae-88bdaab21f51" providerId="ADAL" clId="{8BA66233-C094-4A16-A06D-DFB82A5FA37C}" dt="2023-08-24T13:55:01.697" v="1" actId="47"/>
        <pc:sldMkLst>
          <pc:docMk/>
          <pc:sldMk cId="3733370379" sldId="281"/>
        </pc:sldMkLst>
      </pc:sldChg>
      <pc:sldChg chg="del">
        <pc:chgData name="James Pengelly" userId="d269fecd-a8a2-4e5a-93ae-88bdaab21f51" providerId="ADAL" clId="{8BA66233-C094-4A16-A06D-DFB82A5FA37C}" dt="2023-08-24T13:55:01.697" v="1" actId="47"/>
        <pc:sldMkLst>
          <pc:docMk/>
          <pc:sldMk cId="3442409454" sldId="282"/>
        </pc:sldMkLst>
      </pc:sldChg>
      <pc:sldChg chg="del">
        <pc:chgData name="James Pengelly" userId="d269fecd-a8a2-4e5a-93ae-88bdaab21f51" providerId="ADAL" clId="{8BA66233-C094-4A16-A06D-DFB82A5FA37C}" dt="2023-08-24T13:55:01.697" v="1" actId="47"/>
        <pc:sldMkLst>
          <pc:docMk/>
          <pc:sldMk cId="991642544" sldId="283"/>
        </pc:sldMkLst>
      </pc:sldChg>
      <pc:sldChg chg="del">
        <pc:chgData name="James Pengelly" userId="d269fecd-a8a2-4e5a-93ae-88bdaab21f51" providerId="ADAL" clId="{8BA66233-C094-4A16-A06D-DFB82A5FA37C}" dt="2023-08-24T13:55:01.697" v="1" actId="47"/>
        <pc:sldMkLst>
          <pc:docMk/>
          <pc:sldMk cId="3247045521" sldId="284"/>
        </pc:sldMkLst>
      </pc:sldChg>
      <pc:sldChg chg="del">
        <pc:chgData name="James Pengelly" userId="d269fecd-a8a2-4e5a-93ae-88bdaab21f51" providerId="ADAL" clId="{8BA66233-C094-4A16-A06D-DFB82A5FA37C}" dt="2023-08-24T13:55:01.697" v="1" actId="47"/>
        <pc:sldMkLst>
          <pc:docMk/>
          <pc:sldMk cId="3516634555" sldId="285"/>
        </pc:sldMkLst>
      </pc:sldChg>
      <pc:sldChg chg="del">
        <pc:chgData name="James Pengelly" userId="d269fecd-a8a2-4e5a-93ae-88bdaab21f51" providerId="ADAL" clId="{8BA66233-C094-4A16-A06D-DFB82A5FA37C}" dt="2023-08-24T13:54:53.140" v="0" actId="47"/>
        <pc:sldMkLst>
          <pc:docMk/>
          <pc:sldMk cId="1363320255" sldId="286"/>
        </pc:sldMkLst>
      </pc:sldChg>
      <pc:sldChg chg="del">
        <pc:chgData name="James Pengelly" userId="d269fecd-a8a2-4e5a-93ae-88bdaab21f51" providerId="ADAL" clId="{8BA66233-C094-4A16-A06D-DFB82A5FA37C}" dt="2023-08-24T13:54:53.140" v="0" actId="47"/>
        <pc:sldMkLst>
          <pc:docMk/>
          <pc:sldMk cId="2461687384" sldId="287"/>
        </pc:sldMkLst>
      </pc:sldChg>
      <pc:sldChg chg="del">
        <pc:chgData name="James Pengelly" userId="d269fecd-a8a2-4e5a-93ae-88bdaab21f51" providerId="ADAL" clId="{8BA66233-C094-4A16-A06D-DFB82A5FA37C}" dt="2023-08-24T13:54:53.140" v="0" actId="47"/>
        <pc:sldMkLst>
          <pc:docMk/>
          <pc:sldMk cId="3936536747" sldId="288"/>
        </pc:sldMkLst>
      </pc:sldChg>
      <pc:sldChg chg="del">
        <pc:chgData name="James Pengelly" userId="d269fecd-a8a2-4e5a-93ae-88bdaab21f51" providerId="ADAL" clId="{8BA66233-C094-4A16-A06D-DFB82A5FA37C}" dt="2023-08-24T13:54:53.140" v="0" actId="47"/>
        <pc:sldMkLst>
          <pc:docMk/>
          <pc:sldMk cId="3641545773" sldId="289"/>
        </pc:sldMkLst>
      </pc:sldChg>
      <pc:sldChg chg="del">
        <pc:chgData name="James Pengelly" userId="d269fecd-a8a2-4e5a-93ae-88bdaab21f51" providerId="ADAL" clId="{8BA66233-C094-4A16-A06D-DFB82A5FA37C}" dt="2023-08-24T13:54:53.140" v="0" actId="47"/>
        <pc:sldMkLst>
          <pc:docMk/>
          <pc:sldMk cId="221518503" sldId="290"/>
        </pc:sldMkLst>
      </pc:sldChg>
      <pc:sldChg chg="del">
        <pc:chgData name="James Pengelly" userId="d269fecd-a8a2-4e5a-93ae-88bdaab21f51" providerId="ADAL" clId="{8BA66233-C094-4A16-A06D-DFB82A5FA37C}" dt="2023-08-24T13:54:53.140" v="0" actId="47"/>
        <pc:sldMkLst>
          <pc:docMk/>
          <pc:sldMk cId="1003357565" sldId="291"/>
        </pc:sldMkLst>
      </pc:sldChg>
      <pc:sldChg chg="del">
        <pc:chgData name="James Pengelly" userId="d269fecd-a8a2-4e5a-93ae-88bdaab21f51" providerId="ADAL" clId="{8BA66233-C094-4A16-A06D-DFB82A5FA37C}" dt="2023-08-24T13:54:53.140" v="0" actId="47"/>
        <pc:sldMkLst>
          <pc:docMk/>
          <pc:sldMk cId="1713016230" sldId="292"/>
        </pc:sldMkLst>
      </pc:sldChg>
      <pc:sldChg chg="del">
        <pc:chgData name="James Pengelly" userId="d269fecd-a8a2-4e5a-93ae-88bdaab21f51" providerId="ADAL" clId="{8BA66233-C094-4A16-A06D-DFB82A5FA37C}" dt="2023-08-24T13:54:53.140" v="0" actId="47"/>
        <pc:sldMkLst>
          <pc:docMk/>
          <pc:sldMk cId="812696670" sldId="293"/>
        </pc:sldMkLst>
      </pc:sldChg>
      <pc:sldChg chg="del">
        <pc:chgData name="James Pengelly" userId="d269fecd-a8a2-4e5a-93ae-88bdaab21f51" providerId="ADAL" clId="{8BA66233-C094-4A16-A06D-DFB82A5FA37C}" dt="2023-08-24T13:54:53.140" v="0" actId="47"/>
        <pc:sldMkLst>
          <pc:docMk/>
          <pc:sldMk cId="1340576365" sldId="294"/>
        </pc:sldMkLst>
      </pc:sldChg>
      <pc:sldChg chg="del">
        <pc:chgData name="James Pengelly" userId="d269fecd-a8a2-4e5a-93ae-88bdaab21f51" providerId="ADAL" clId="{8BA66233-C094-4A16-A06D-DFB82A5FA37C}" dt="2023-08-24T13:54:53.140" v="0" actId="47"/>
        <pc:sldMkLst>
          <pc:docMk/>
          <pc:sldMk cId="1850288332" sldId="295"/>
        </pc:sldMkLst>
      </pc:sldChg>
      <pc:sldChg chg="del">
        <pc:chgData name="James Pengelly" userId="d269fecd-a8a2-4e5a-93ae-88bdaab21f51" providerId="ADAL" clId="{8BA66233-C094-4A16-A06D-DFB82A5FA37C}" dt="2023-08-24T13:54:53.140" v="0" actId="47"/>
        <pc:sldMkLst>
          <pc:docMk/>
          <pc:sldMk cId="2381183512" sldId="296"/>
        </pc:sldMkLst>
      </pc:sldChg>
      <pc:sldChg chg="del">
        <pc:chgData name="James Pengelly" userId="d269fecd-a8a2-4e5a-93ae-88bdaab21f51" providerId="ADAL" clId="{8BA66233-C094-4A16-A06D-DFB82A5FA37C}" dt="2023-08-24T13:54:53.140" v="0" actId="47"/>
        <pc:sldMkLst>
          <pc:docMk/>
          <pc:sldMk cId="2376504653" sldId="297"/>
        </pc:sldMkLst>
      </pc:sldChg>
      <pc:sldChg chg="del">
        <pc:chgData name="James Pengelly" userId="d269fecd-a8a2-4e5a-93ae-88bdaab21f51" providerId="ADAL" clId="{8BA66233-C094-4A16-A06D-DFB82A5FA37C}" dt="2023-08-24T13:54:53.140" v="0" actId="47"/>
        <pc:sldMkLst>
          <pc:docMk/>
          <pc:sldMk cId="1138553672" sldId="298"/>
        </pc:sldMkLst>
      </pc:sldChg>
      <pc:sldChg chg="del">
        <pc:chgData name="James Pengelly" userId="d269fecd-a8a2-4e5a-93ae-88bdaab21f51" providerId="ADAL" clId="{8BA66233-C094-4A16-A06D-DFB82A5FA37C}" dt="2023-08-24T13:54:53.140" v="0" actId="47"/>
        <pc:sldMkLst>
          <pc:docMk/>
          <pc:sldMk cId="2434760376" sldId="299"/>
        </pc:sldMkLst>
      </pc:sldChg>
      <pc:sldChg chg="del">
        <pc:chgData name="James Pengelly" userId="d269fecd-a8a2-4e5a-93ae-88bdaab21f51" providerId="ADAL" clId="{8BA66233-C094-4A16-A06D-DFB82A5FA37C}" dt="2023-08-24T13:54:53.140" v="0" actId="47"/>
        <pc:sldMkLst>
          <pc:docMk/>
          <pc:sldMk cId="2689101175" sldId="300"/>
        </pc:sldMkLst>
      </pc:sldChg>
      <pc:sldChg chg="del">
        <pc:chgData name="James Pengelly" userId="d269fecd-a8a2-4e5a-93ae-88bdaab21f51" providerId="ADAL" clId="{8BA66233-C094-4A16-A06D-DFB82A5FA37C}" dt="2023-08-24T13:54:53.140" v="0" actId="47"/>
        <pc:sldMkLst>
          <pc:docMk/>
          <pc:sldMk cId="3804762140" sldId="301"/>
        </pc:sldMkLst>
      </pc:sldChg>
      <pc:sldChg chg="del">
        <pc:chgData name="James Pengelly" userId="d269fecd-a8a2-4e5a-93ae-88bdaab21f51" providerId="ADAL" clId="{8BA66233-C094-4A16-A06D-DFB82A5FA37C}" dt="2023-08-24T13:54:53.140" v="0" actId="47"/>
        <pc:sldMkLst>
          <pc:docMk/>
          <pc:sldMk cId="1115052603" sldId="302"/>
        </pc:sldMkLst>
      </pc:sldChg>
      <pc:sldChg chg="del">
        <pc:chgData name="James Pengelly" userId="d269fecd-a8a2-4e5a-93ae-88bdaab21f51" providerId="ADAL" clId="{8BA66233-C094-4A16-A06D-DFB82A5FA37C}" dt="2023-08-24T13:54:53.140" v="0" actId="47"/>
        <pc:sldMkLst>
          <pc:docMk/>
          <pc:sldMk cId="2684385073" sldId="303"/>
        </pc:sldMkLst>
      </pc:sldChg>
      <pc:sldChg chg="del">
        <pc:chgData name="James Pengelly" userId="d269fecd-a8a2-4e5a-93ae-88bdaab21f51" providerId="ADAL" clId="{8BA66233-C094-4A16-A06D-DFB82A5FA37C}" dt="2023-08-24T13:54:53.140" v="0" actId="47"/>
        <pc:sldMkLst>
          <pc:docMk/>
          <pc:sldMk cId="969576491" sldId="305"/>
        </pc:sldMkLst>
      </pc:sldChg>
      <pc:sldChg chg="del">
        <pc:chgData name="James Pengelly" userId="d269fecd-a8a2-4e5a-93ae-88bdaab21f51" providerId="ADAL" clId="{8BA66233-C094-4A16-A06D-DFB82A5FA37C}" dt="2023-08-24T13:54:53.140" v="0" actId="47"/>
        <pc:sldMkLst>
          <pc:docMk/>
          <pc:sldMk cId="684225142" sldId="306"/>
        </pc:sldMkLst>
      </pc:sldChg>
      <pc:sldChg chg="del">
        <pc:chgData name="James Pengelly" userId="d269fecd-a8a2-4e5a-93ae-88bdaab21f51" providerId="ADAL" clId="{8BA66233-C094-4A16-A06D-DFB82A5FA37C}" dt="2023-08-24T13:54:53.140" v="0" actId="47"/>
        <pc:sldMkLst>
          <pc:docMk/>
          <pc:sldMk cId="2553477551" sldId="307"/>
        </pc:sldMkLst>
      </pc:sldChg>
      <pc:sldChg chg="del">
        <pc:chgData name="James Pengelly" userId="d269fecd-a8a2-4e5a-93ae-88bdaab21f51" providerId="ADAL" clId="{8BA66233-C094-4A16-A06D-DFB82A5FA37C}" dt="2023-08-24T13:55:01.697" v="1" actId="47"/>
        <pc:sldMkLst>
          <pc:docMk/>
          <pc:sldMk cId="2007699143" sldId="309"/>
        </pc:sldMkLst>
      </pc:sldChg>
      <pc:sldChg chg="del">
        <pc:chgData name="James Pengelly" userId="d269fecd-a8a2-4e5a-93ae-88bdaab21f51" providerId="ADAL" clId="{8BA66233-C094-4A16-A06D-DFB82A5FA37C}" dt="2023-08-24T13:55:01.697" v="1" actId="47"/>
        <pc:sldMkLst>
          <pc:docMk/>
          <pc:sldMk cId="4281608181" sldId="310"/>
        </pc:sldMkLst>
      </pc:sldChg>
      <pc:sldChg chg="del">
        <pc:chgData name="James Pengelly" userId="d269fecd-a8a2-4e5a-93ae-88bdaab21f51" providerId="ADAL" clId="{8BA66233-C094-4A16-A06D-DFB82A5FA37C}" dt="2023-08-24T13:55:01.697" v="1" actId="47"/>
        <pc:sldMkLst>
          <pc:docMk/>
          <pc:sldMk cId="1732311369" sldId="311"/>
        </pc:sldMkLst>
      </pc:sldChg>
      <pc:sldChg chg="del">
        <pc:chgData name="James Pengelly" userId="d269fecd-a8a2-4e5a-93ae-88bdaab21f51" providerId="ADAL" clId="{8BA66233-C094-4A16-A06D-DFB82A5FA37C}" dt="2023-08-24T13:55:01.697" v="1" actId="47"/>
        <pc:sldMkLst>
          <pc:docMk/>
          <pc:sldMk cId="706290566" sldId="312"/>
        </pc:sldMkLst>
      </pc:sldChg>
      <pc:sldChg chg="del">
        <pc:chgData name="James Pengelly" userId="d269fecd-a8a2-4e5a-93ae-88bdaab21f51" providerId="ADAL" clId="{8BA66233-C094-4A16-A06D-DFB82A5FA37C}" dt="2023-08-24T13:55:01.697" v="1" actId="47"/>
        <pc:sldMkLst>
          <pc:docMk/>
          <pc:sldMk cId="1050497775" sldId="313"/>
        </pc:sldMkLst>
      </pc:sldChg>
      <pc:sldChg chg="del">
        <pc:chgData name="James Pengelly" userId="d269fecd-a8a2-4e5a-93ae-88bdaab21f51" providerId="ADAL" clId="{8BA66233-C094-4A16-A06D-DFB82A5FA37C}" dt="2023-08-24T13:55:01.697" v="1" actId="47"/>
        <pc:sldMkLst>
          <pc:docMk/>
          <pc:sldMk cId="302017435" sldId="314"/>
        </pc:sldMkLst>
      </pc:sldChg>
      <pc:sldChg chg="del">
        <pc:chgData name="James Pengelly" userId="d269fecd-a8a2-4e5a-93ae-88bdaab21f51" providerId="ADAL" clId="{8BA66233-C094-4A16-A06D-DFB82A5FA37C}" dt="2023-08-24T13:55:01.697" v="1" actId="47"/>
        <pc:sldMkLst>
          <pc:docMk/>
          <pc:sldMk cId="3206953828" sldId="315"/>
        </pc:sldMkLst>
      </pc:sldChg>
      <pc:sldChg chg="del">
        <pc:chgData name="James Pengelly" userId="d269fecd-a8a2-4e5a-93ae-88bdaab21f51" providerId="ADAL" clId="{8BA66233-C094-4A16-A06D-DFB82A5FA37C}" dt="2023-08-24T13:55:01.697" v="1" actId="47"/>
        <pc:sldMkLst>
          <pc:docMk/>
          <pc:sldMk cId="461759407" sldId="316"/>
        </pc:sldMkLst>
      </pc:sldChg>
      <pc:sldChg chg="del">
        <pc:chgData name="James Pengelly" userId="d269fecd-a8a2-4e5a-93ae-88bdaab21f51" providerId="ADAL" clId="{8BA66233-C094-4A16-A06D-DFB82A5FA37C}" dt="2023-08-24T13:54:53.140" v="0" actId="47"/>
        <pc:sldMkLst>
          <pc:docMk/>
          <pc:sldMk cId="1296373743" sldId="318"/>
        </pc:sldMkLst>
      </pc:sldChg>
      <pc:sldChg chg="del">
        <pc:chgData name="James Pengelly" userId="d269fecd-a8a2-4e5a-93ae-88bdaab21f51" providerId="ADAL" clId="{8BA66233-C094-4A16-A06D-DFB82A5FA37C}" dt="2023-08-24T13:54:53.140" v="0" actId="47"/>
        <pc:sldMkLst>
          <pc:docMk/>
          <pc:sldMk cId="744962618" sldId="319"/>
        </pc:sldMkLst>
      </pc:sldChg>
      <pc:sldChg chg="del">
        <pc:chgData name="James Pengelly" userId="d269fecd-a8a2-4e5a-93ae-88bdaab21f51" providerId="ADAL" clId="{8BA66233-C094-4A16-A06D-DFB82A5FA37C}" dt="2023-08-24T13:54:53.140" v="0" actId="47"/>
        <pc:sldMkLst>
          <pc:docMk/>
          <pc:sldMk cId="1610607834" sldId="320"/>
        </pc:sldMkLst>
      </pc:sldChg>
      <pc:sldChg chg="del">
        <pc:chgData name="James Pengelly" userId="d269fecd-a8a2-4e5a-93ae-88bdaab21f51" providerId="ADAL" clId="{8BA66233-C094-4A16-A06D-DFB82A5FA37C}" dt="2023-08-24T13:54:53.140" v="0" actId="47"/>
        <pc:sldMkLst>
          <pc:docMk/>
          <pc:sldMk cId="3963402502" sldId="321"/>
        </pc:sldMkLst>
      </pc:sldChg>
      <pc:sldChg chg="del">
        <pc:chgData name="James Pengelly" userId="d269fecd-a8a2-4e5a-93ae-88bdaab21f51" providerId="ADAL" clId="{8BA66233-C094-4A16-A06D-DFB82A5FA37C}" dt="2023-08-24T13:54:53.140" v="0" actId="47"/>
        <pc:sldMkLst>
          <pc:docMk/>
          <pc:sldMk cId="3505850654" sldId="322"/>
        </pc:sldMkLst>
      </pc:sldChg>
      <pc:sldChg chg="del">
        <pc:chgData name="James Pengelly" userId="d269fecd-a8a2-4e5a-93ae-88bdaab21f51" providerId="ADAL" clId="{8BA66233-C094-4A16-A06D-DFB82A5FA37C}" dt="2023-08-24T13:54:53.140" v="0" actId="47"/>
        <pc:sldMkLst>
          <pc:docMk/>
          <pc:sldMk cId="3804464651" sldId="323"/>
        </pc:sldMkLst>
      </pc:sldChg>
      <pc:sldChg chg="del">
        <pc:chgData name="James Pengelly" userId="d269fecd-a8a2-4e5a-93ae-88bdaab21f51" providerId="ADAL" clId="{8BA66233-C094-4A16-A06D-DFB82A5FA37C}" dt="2023-08-24T13:54:53.140" v="0" actId="47"/>
        <pc:sldMkLst>
          <pc:docMk/>
          <pc:sldMk cId="3764382782" sldId="324"/>
        </pc:sldMkLst>
      </pc:sldChg>
      <pc:sldChg chg="modNotesTx">
        <pc:chgData name="James Pengelly" userId="d269fecd-a8a2-4e5a-93ae-88bdaab21f51" providerId="ADAL" clId="{8BA66233-C094-4A16-A06D-DFB82A5FA37C}" dt="2023-09-06T14:57:08.618" v="311"/>
        <pc:sldMkLst>
          <pc:docMk/>
          <pc:sldMk cId="3978815442" sldId="325"/>
        </pc:sldMkLst>
      </pc:sldChg>
      <pc:sldChg chg="modNotesTx">
        <pc:chgData name="James Pengelly" userId="d269fecd-a8a2-4e5a-93ae-88bdaab21f51" providerId="ADAL" clId="{8BA66233-C094-4A16-A06D-DFB82A5FA37C}" dt="2023-09-06T14:57:44.213" v="315"/>
        <pc:sldMkLst>
          <pc:docMk/>
          <pc:sldMk cId="4128920781" sldId="326"/>
        </pc:sldMkLst>
      </pc:sldChg>
      <pc:sldChg chg="modNotesTx">
        <pc:chgData name="James Pengelly" userId="d269fecd-a8a2-4e5a-93ae-88bdaab21f51" providerId="ADAL" clId="{8BA66233-C094-4A16-A06D-DFB82A5FA37C}" dt="2023-09-06T14:57:16.146" v="312"/>
        <pc:sldMkLst>
          <pc:docMk/>
          <pc:sldMk cId="3609049697" sldId="328"/>
        </pc:sldMkLst>
      </pc:sldChg>
      <pc:sldChg chg="modNotesTx">
        <pc:chgData name="James Pengelly" userId="d269fecd-a8a2-4e5a-93ae-88bdaab21f51" providerId="ADAL" clId="{8BA66233-C094-4A16-A06D-DFB82A5FA37C}" dt="2023-09-06T14:57:24.754" v="313"/>
        <pc:sldMkLst>
          <pc:docMk/>
          <pc:sldMk cId="4044510429" sldId="329"/>
        </pc:sldMkLst>
      </pc:sldChg>
      <pc:sldChg chg="modNotesTx">
        <pc:chgData name="James Pengelly" userId="d269fecd-a8a2-4e5a-93ae-88bdaab21f51" providerId="ADAL" clId="{8BA66233-C094-4A16-A06D-DFB82A5FA37C}" dt="2023-09-06T14:57:34.613" v="314"/>
        <pc:sldMkLst>
          <pc:docMk/>
          <pc:sldMk cId="3719625191" sldId="330"/>
        </pc:sldMkLst>
      </pc:sldChg>
      <pc:sldChg chg="modNotesTx">
        <pc:chgData name="James Pengelly" userId="d269fecd-a8a2-4e5a-93ae-88bdaab21f51" providerId="ADAL" clId="{8BA66233-C094-4A16-A06D-DFB82A5FA37C}" dt="2023-09-06T14:57:53.225" v="316"/>
        <pc:sldMkLst>
          <pc:docMk/>
          <pc:sldMk cId="2040865147" sldId="332"/>
        </pc:sldMkLst>
      </pc:sldChg>
      <pc:sldChg chg="modNotesTx">
        <pc:chgData name="James Pengelly" userId="d269fecd-a8a2-4e5a-93ae-88bdaab21f51" providerId="ADAL" clId="{8BA66233-C094-4A16-A06D-DFB82A5FA37C}" dt="2023-09-06T15:00:03.631" v="329"/>
        <pc:sldMkLst>
          <pc:docMk/>
          <pc:sldMk cId="83370898" sldId="337"/>
        </pc:sldMkLst>
      </pc:sldChg>
      <pc:sldChg chg="modNotesTx">
        <pc:chgData name="James Pengelly" userId="d269fecd-a8a2-4e5a-93ae-88bdaab21f51" providerId="ADAL" clId="{8BA66233-C094-4A16-A06D-DFB82A5FA37C}" dt="2023-09-06T14:58:15.814" v="318"/>
        <pc:sldMkLst>
          <pc:docMk/>
          <pc:sldMk cId="616534455" sldId="339"/>
        </pc:sldMkLst>
      </pc:sldChg>
      <pc:sldChg chg="modNotesTx">
        <pc:chgData name="James Pengelly" userId="d269fecd-a8a2-4e5a-93ae-88bdaab21f51" providerId="ADAL" clId="{8BA66233-C094-4A16-A06D-DFB82A5FA37C}" dt="2023-09-06T14:58:32.100" v="320"/>
        <pc:sldMkLst>
          <pc:docMk/>
          <pc:sldMk cId="4278748134" sldId="340"/>
        </pc:sldMkLst>
      </pc:sldChg>
      <pc:sldChg chg="modNotesTx">
        <pc:chgData name="James Pengelly" userId="d269fecd-a8a2-4e5a-93ae-88bdaab21f51" providerId="ADAL" clId="{8BA66233-C094-4A16-A06D-DFB82A5FA37C}" dt="2023-09-06T14:58:40.894" v="321"/>
        <pc:sldMkLst>
          <pc:docMk/>
          <pc:sldMk cId="1240060841" sldId="341"/>
        </pc:sldMkLst>
      </pc:sldChg>
      <pc:sldChg chg="modNotesTx">
        <pc:chgData name="James Pengelly" userId="d269fecd-a8a2-4e5a-93ae-88bdaab21f51" providerId="ADAL" clId="{8BA66233-C094-4A16-A06D-DFB82A5FA37C}" dt="2023-09-06T14:58:23.956" v="319"/>
        <pc:sldMkLst>
          <pc:docMk/>
          <pc:sldMk cId="4101100443" sldId="342"/>
        </pc:sldMkLst>
      </pc:sldChg>
      <pc:sldChg chg="modNotesTx">
        <pc:chgData name="James Pengelly" userId="d269fecd-a8a2-4e5a-93ae-88bdaab21f51" providerId="ADAL" clId="{8BA66233-C094-4A16-A06D-DFB82A5FA37C}" dt="2023-09-06T14:58:48.553" v="322"/>
        <pc:sldMkLst>
          <pc:docMk/>
          <pc:sldMk cId="3008721888" sldId="344"/>
        </pc:sldMkLst>
      </pc:sldChg>
      <pc:sldChg chg="modNotesTx">
        <pc:chgData name="James Pengelly" userId="d269fecd-a8a2-4e5a-93ae-88bdaab21f51" providerId="ADAL" clId="{8BA66233-C094-4A16-A06D-DFB82A5FA37C}" dt="2023-09-06T14:58:57.106" v="323"/>
        <pc:sldMkLst>
          <pc:docMk/>
          <pc:sldMk cId="2498661059" sldId="348"/>
        </pc:sldMkLst>
      </pc:sldChg>
      <pc:sldChg chg="modNotesTx">
        <pc:chgData name="James Pengelly" userId="d269fecd-a8a2-4e5a-93ae-88bdaab21f51" providerId="ADAL" clId="{8BA66233-C094-4A16-A06D-DFB82A5FA37C}" dt="2023-09-06T14:59:49.943" v="328"/>
        <pc:sldMkLst>
          <pc:docMk/>
          <pc:sldMk cId="1033267871" sldId="353"/>
        </pc:sldMkLst>
      </pc:sldChg>
      <pc:sldChg chg="modNotesTx">
        <pc:chgData name="James Pengelly" userId="d269fecd-a8a2-4e5a-93ae-88bdaab21f51" providerId="ADAL" clId="{8BA66233-C094-4A16-A06D-DFB82A5FA37C}" dt="2023-09-06T14:59:43.550" v="327"/>
        <pc:sldMkLst>
          <pc:docMk/>
          <pc:sldMk cId="2628053539" sldId="354"/>
        </pc:sldMkLst>
      </pc:sldChg>
      <pc:sldChg chg="modNotesTx">
        <pc:chgData name="James Pengelly" userId="d269fecd-a8a2-4e5a-93ae-88bdaab21f51" providerId="ADAL" clId="{8BA66233-C094-4A16-A06D-DFB82A5FA37C}" dt="2023-09-06T14:59:23.651" v="325"/>
        <pc:sldMkLst>
          <pc:docMk/>
          <pc:sldMk cId="4050608242" sldId="355"/>
        </pc:sldMkLst>
      </pc:sldChg>
      <pc:sldChg chg="del">
        <pc:chgData name="James Pengelly" userId="d269fecd-a8a2-4e5a-93ae-88bdaab21f51" providerId="ADAL" clId="{8BA66233-C094-4A16-A06D-DFB82A5FA37C}" dt="2023-08-24T13:55:01.697" v="1" actId="47"/>
        <pc:sldMkLst>
          <pc:docMk/>
          <pc:sldMk cId="916358898" sldId="357"/>
        </pc:sldMkLst>
      </pc:sldChg>
      <pc:sldChg chg="del">
        <pc:chgData name="James Pengelly" userId="d269fecd-a8a2-4e5a-93ae-88bdaab21f51" providerId="ADAL" clId="{8BA66233-C094-4A16-A06D-DFB82A5FA37C}" dt="2023-08-24T13:55:01.697" v="1" actId="47"/>
        <pc:sldMkLst>
          <pc:docMk/>
          <pc:sldMk cId="2672439797" sldId="359"/>
        </pc:sldMkLst>
      </pc:sldChg>
      <pc:sldChg chg="del">
        <pc:chgData name="James Pengelly" userId="d269fecd-a8a2-4e5a-93ae-88bdaab21f51" providerId="ADAL" clId="{8BA66233-C094-4A16-A06D-DFB82A5FA37C}" dt="2023-08-24T13:55:01.697" v="1" actId="47"/>
        <pc:sldMkLst>
          <pc:docMk/>
          <pc:sldMk cId="2827498227" sldId="361"/>
        </pc:sldMkLst>
      </pc:sldChg>
      <pc:sldChg chg="del">
        <pc:chgData name="James Pengelly" userId="d269fecd-a8a2-4e5a-93ae-88bdaab21f51" providerId="ADAL" clId="{8BA66233-C094-4A16-A06D-DFB82A5FA37C}" dt="2023-08-24T13:55:01.697" v="1" actId="47"/>
        <pc:sldMkLst>
          <pc:docMk/>
          <pc:sldMk cId="1572451248" sldId="362"/>
        </pc:sldMkLst>
      </pc:sldChg>
      <pc:sldChg chg="del">
        <pc:chgData name="James Pengelly" userId="d269fecd-a8a2-4e5a-93ae-88bdaab21f51" providerId="ADAL" clId="{8BA66233-C094-4A16-A06D-DFB82A5FA37C}" dt="2023-08-24T13:55:01.697" v="1" actId="47"/>
        <pc:sldMkLst>
          <pc:docMk/>
          <pc:sldMk cId="1291327909" sldId="363"/>
        </pc:sldMkLst>
      </pc:sldChg>
      <pc:sldChg chg="del">
        <pc:chgData name="James Pengelly" userId="d269fecd-a8a2-4e5a-93ae-88bdaab21f51" providerId="ADAL" clId="{8BA66233-C094-4A16-A06D-DFB82A5FA37C}" dt="2023-08-24T13:55:01.697" v="1" actId="47"/>
        <pc:sldMkLst>
          <pc:docMk/>
          <pc:sldMk cId="1201177167" sldId="364"/>
        </pc:sldMkLst>
      </pc:sldChg>
      <pc:sldChg chg="del">
        <pc:chgData name="James Pengelly" userId="d269fecd-a8a2-4e5a-93ae-88bdaab21f51" providerId="ADAL" clId="{8BA66233-C094-4A16-A06D-DFB82A5FA37C}" dt="2023-08-24T13:55:01.697" v="1" actId="47"/>
        <pc:sldMkLst>
          <pc:docMk/>
          <pc:sldMk cId="1501366186" sldId="369"/>
        </pc:sldMkLst>
      </pc:sldChg>
      <pc:sldChg chg="del">
        <pc:chgData name="James Pengelly" userId="d269fecd-a8a2-4e5a-93ae-88bdaab21f51" providerId="ADAL" clId="{8BA66233-C094-4A16-A06D-DFB82A5FA37C}" dt="2023-08-24T13:55:01.697" v="1" actId="47"/>
        <pc:sldMkLst>
          <pc:docMk/>
          <pc:sldMk cId="1148689023" sldId="371"/>
        </pc:sldMkLst>
      </pc:sldChg>
      <pc:sldChg chg="del">
        <pc:chgData name="James Pengelly" userId="d269fecd-a8a2-4e5a-93ae-88bdaab21f51" providerId="ADAL" clId="{8BA66233-C094-4A16-A06D-DFB82A5FA37C}" dt="2023-08-24T13:55:01.697" v="1" actId="47"/>
        <pc:sldMkLst>
          <pc:docMk/>
          <pc:sldMk cId="3907955957" sldId="374"/>
        </pc:sldMkLst>
      </pc:sldChg>
      <pc:sldChg chg="del">
        <pc:chgData name="James Pengelly" userId="d269fecd-a8a2-4e5a-93ae-88bdaab21f51" providerId="ADAL" clId="{8BA66233-C094-4A16-A06D-DFB82A5FA37C}" dt="2023-08-24T13:55:01.697" v="1" actId="47"/>
        <pc:sldMkLst>
          <pc:docMk/>
          <pc:sldMk cId="109215933" sldId="377"/>
        </pc:sldMkLst>
      </pc:sldChg>
      <pc:sldChg chg="del">
        <pc:chgData name="James Pengelly" userId="d269fecd-a8a2-4e5a-93ae-88bdaab21f51" providerId="ADAL" clId="{8BA66233-C094-4A16-A06D-DFB82A5FA37C}" dt="2023-08-24T13:55:01.697" v="1" actId="47"/>
        <pc:sldMkLst>
          <pc:docMk/>
          <pc:sldMk cId="3890781229" sldId="379"/>
        </pc:sldMkLst>
      </pc:sldChg>
      <pc:sldChg chg="del">
        <pc:chgData name="James Pengelly" userId="d269fecd-a8a2-4e5a-93ae-88bdaab21f51" providerId="ADAL" clId="{8BA66233-C094-4A16-A06D-DFB82A5FA37C}" dt="2023-08-24T13:55:01.697" v="1" actId="47"/>
        <pc:sldMkLst>
          <pc:docMk/>
          <pc:sldMk cId="282604571" sldId="380"/>
        </pc:sldMkLst>
      </pc:sldChg>
      <pc:sldChg chg="del">
        <pc:chgData name="James Pengelly" userId="d269fecd-a8a2-4e5a-93ae-88bdaab21f51" providerId="ADAL" clId="{8BA66233-C094-4A16-A06D-DFB82A5FA37C}" dt="2023-08-24T13:55:01.697" v="1" actId="47"/>
        <pc:sldMkLst>
          <pc:docMk/>
          <pc:sldMk cId="428784610" sldId="383"/>
        </pc:sldMkLst>
      </pc:sldChg>
      <pc:sldChg chg="del">
        <pc:chgData name="James Pengelly" userId="d269fecd-a8a2-4e5a-93ae-88bdaab21f51" providerId="ADAL" clId="{8BA66233-C094-4A16-A06D-DFB82A5FA37C}" dt="2023-08-24T13:55:01.697" v="1" actId="47"/>
        <pc:sldMkLst>
          <pc:docMk/>
          <pc:sldMk cId="1010180652" sldId="384"/>
        </pc:sldMkLst>
      </pc:sldChg>
      <pc:sldChg chg="del">
        <pc:chgData name="James Pengelly" userId="d269fecd-a8a2-4e5a-93ae-88bdaab21f51" providerId="ADAL" clId="{8BA66233-C094-4A16-A06D-DFB82A5FA37C}" dt="2023-08-24T13:55:01.697" v="1" actId="47"/>
        <pc:sldMkLst>
          <pc:docMk/>
          <pc:sldMk cId="993561127" sldId="385"/>
        </pc:sldMkLst>
      </pc:sldChg>
      <pc:sldChg chg="del">
        <pc:chgData name="James Pengelly" userId="d269fecd-a8a2-4e5a-93ae-88bdaab21f51" providerId="ADAL" clId="{8BA66233-C094-4A16-A06D-DFB82A5FA37C}" dt="2023-08-24T13:55:01.697" v="1" actId="47"/>
        <pc:sldMkLst>
          <pc:docMk/>
          <pc:sldMk cId="1665857579" sldId="390"/>
        </pc:sldMkLst>
      </pc:sldChg>
      <pc:sldChg chg="del">
        <pc:chgData name="James Pengelly" userId="d269fecd-a8a2-4e5a-93ae-88bdaab21f51" providerId="ADAL" clId="{8BA66233-C094-4A16-A06D-DFB82A5FA37C}" dt="2023-08-24T13:55:01.697" v="1" actId="47"/>
        <pc:sldMkLst>
          <pc:docMk/>
          <pc:sldMk cId="2824444913" sldId="393"/>
        </pc:sldMkLst>
      </pc:sldChg>
      <pc:sldChg chg="del">
        <pc:chgData name="James Pengelly" userId="d269fecd-a8a2-4e5a-93ae-88bdaab21f51" providerId="ADAL" clId="{8BA66233-C094-4A16-A06D-DFB82A5FA37C}" dt="2023-08-24T13:55:01.697" v="1" actId="47"/>
        <pc:sldMkLst>
          <pc:docMk/>
          <pc:sldMk cId="1829934662" sldId="394"/>
        </pc:sldMkLst>
      </pc:sldChg>
      <pc:sldChg chg="del">
        <pc:chgData name="James Pengelly" userId="d269fecd-a8a2-4e5a-93ae-88bdaab21f51" providerId="ADAL" clId="{8BA66233-C094-4A16-A06D-DFB82A5FA37C}" dt="2023-08-24T13:55:01.697" v="1" actId="47"/>
        <pc:sldMkLst>
          <pc:docMk/>
          <pc:sldMk cId="1339298764" sldId="395"/>
        </pc:sldMkLst>
      </pc:sldChg>
      <pc:sldChg chg="del">
        <pc:chgData name="James Pengelly" userId="d269fecd-a8a2-4e5a-93ae-88bdaab21f51" providerId="ADAL" clId="{8BA66233-C094-4A16-A06D-DFB82A5FA37C}" dt="2023-08-24T13:55:01.697" v="1" actId="47"/>
        <pc:sldMkLst>
          <pc:docMk/>
          <pc:sldMk cId="1016084178" sldId="396"/>
        </pc:sldMkLst>
      </pc:sldChg>
      <pc:sldChg chg="del">
        <pc:chgData name="James Pengelly" userId="d269fecd-a8a2-4e5a-93ae-88bdaab21f51" providerId="ADAL" clId="{8BA66233-C094-4A16-A06D-DFB82A5FA37C}" dt="2023-08-24T13:55:01.697" v="1" actId="47"/>
        <pc:sldMkLst>
          <pc:docMk/>
          <pc:sldMk cId="4214344726" sldId="397"/>
        </pc:sldMkLst>
      </pc:sldChg>
      <pc:sldChg chg="del">
        <pc:chgData name="James Pengelly" userId="d269fecd-a8a2-4e5a-93ae-88bdaab21f51" providerId="ADAL" clId="{8BA66233-C094-4A16-A06D-DFB82A5FA37C}" dt="2023-08-24T13:55:01.697" v="1" actId="47"/>
        <pc:sldMkLst>
          <pc:docMk/>
          <pc:sldMk cId="3450668804" sldId="398"/>
        </pc:sldMkLst>
      </pc:sldChg>
      <pc:sldChg chg="modNotesTx">
        <pc:chgData name="James Pengelly" userId="d269fecd-a8a2-4e5a-93ae-88bdaab21f51" providerId="ADAL" clId="{8BA66233-C094-4A16-A06D-DFB82A5FA37C}" dt="2023-09-06T14:59:34.062" v="326"/>
        <pc:sldMkLst>
          <pc:docMk/>
          <pc:sldMk cId="2762218996" sldId="399"/>
        </pc:sldMkLst>
      </pc:sldChg>
      <pc:sldChg chg="del">
        <pc:chgData name="James Pengelly" userId="d269fecd-a8a2-4e5a-93ae-88bdaab21f51" providerId="ADAL" clId="{8BA66233-C094-4A16-A06D-DFB82A5FA37C}" dt="2023-08-24T13:55:01.697" v="1" actId="47"/>
        <pc:sldMkLst>
          <pc:docMk/>
          <pc:sldMk cId="3953387796" sldId="401"/>
        </pc:sldMkLst>
      </pc:sldChg>
      <pc:sldChg chg="del">
        <pc:chgData name="James Pengelly" userId="d269fecd-a8a2-4e5a-93ae-88bdaab21f51" providerId="ADAL" clId="{8BA66233-C094-4A16-A06D-DFB82A5FA37C}" dt="2023-08-24T13:55:01.697" v="1" actId="47"/>
        <pc:sldMkLst>
          <pc:docMk/>
          <pc:sldMk cId="2727043731" sldId="402"/>
        </pc:sldMkLst>
      </pc:sldChg>
      <pc:sldChg chg="del">
        <pc:chgData name="James Pengelly" userId="d269fecd-a8a2-4e5a-93ae-88bdaab21f51" providerId="ADAL" clId="{8BA66233-C094-4A16-A06D-DFB82A5FA37C}" dt="2023-08-24T13:55:01.697" v="1" actId="47"/>
        <pc:sldMkLst>
          <pc:docMk/>
          <pc:sldMk cId="3781024619" sldId="403"/>
        </pc:sldMkLst>
      </pc:sldChg>
      <pc:sldChg chg="del">
        <pc:chgData name="James Pengelly" userId="d269fecd-a8a2-4e5a-93ae-88bdaab21f51" providerId="ADAL" clId="{8BA66233-C094-4A16-A06D-DFB82A5FA37C}" dt="2023-08-24T13:55:01.697" v="1" actId="47"/>
        <pc:sldMkLst>
          <pc:docMk/>
          <pc:sldMk cId="76376853" sldId="404"/>
        </pc:sldMkLst>
      </pc:sldChg>
      <pc:sldChg chg="del">
        <pc:chgData name="James Pengelly" userId="d269fecd-a8a2-4e5a-93ae-88bdaab21f51" providerId="ADAL" clId="{8BA66233-C094-4A16-A06D-DFB82A5FA37C}" dt="2023-08-24T13:55:01.697" v="1" actId="47"/>
        <pc:sldMkLst>
          <pc:docMk/>
          <pc:sldMk cId="3447527312" sldId="405"/>
        </pc:sldMkLst>
      </pc:sldChg>
      <pc:sldChg chg="del">
        <pc:chgData name="James Pengelly" userId="d269fecd-a8a2-4e5a-93ae-88bdaab21f51" providerId="ADAL" clId="{8BA66233-C094-4A16-A06D-DFB82A5FA37C}" dt="2023-08-24T13:55:01.697" v="1" actId="47"/>
        <pc:sldMkLst>
          <pc:docMk/>
          <pc:sldMk cId="3461596423" sldId="406"/>
        </pc:sldMkLst>
      </pc:sldChg>
      <pc:sldChg chg="del">
        <pc:chgData name="James Pengelly" userId="d269fecd-a8a2-4e5a-93ae-88bdaab21f51" providerId="ADAL" clId="{8BA66233-C094-4A16-A06D-DFB82A5FA37C}" dt="2023-08-24T13:55:01.697" v="1" actId="47"/>
        <pc:sldMkLst>
          <pc:docMk/>
          <pc:sldMk cId="4273903402" sldId="408"/>
        </pc:sldMkLst>
      </pc:sldChg>
      <pc:sldChg chg="del">
        <pc:chgData name="James Pengelly" userId="d269fecd-a8a2-4e5a-93ae-88bdaab21f51" providerId="ADAL" clId="{8BA66233-C094-4A16-A06D-DFB82A5FA37C}" dt="2023-08-24T13:55:01.697" v="1" actId="47"/>
        <pc:sldMkLst>
          <pc:docMk/>
          <pc:sldMk cId="1848990747" sldId="409"/>
        </pc:sldMkLst>
      </pc:sldChg>
      <pc:sldChg chg="del">
        <pc:chgData name="James Pengelly" userId="d269fecd-a8a2-4e5a-93ae-88bdaab21f51" providerId="ADAL" clId="{8BA66233-C094-4A16-A06D-DFB82A5FA37C}" dt="2023-08-24T13:55:01.697" v="1" actId="47"/>
        <pc:sldMkLst>
          <pc:docMk/>
          <pc:sldMk cId="1126499771" sldId="411"/>
        </pc:sldMkLst>
      </pc:sldChg>
      <pc:sldChg chg="del">
        <pc:chgData name="James Pengelly" userId="d269fecd-a8a2-4e5a-93ae-88bdaab21f51" providerId="ADAL" clId="{8BA66233-C094-4A16-A06D-DFB82A5FA37C}" dt="2023-08-24T13:55:01.697" v="1" actId="47"/>
        <pc:sldMkLst>
          <pc:docMk/>
          <pc:sldMk cId="2212437411" sldId="412"/>
        </pc:sldMkLst>
      </pc:sldChg>
      <pc:sldChg chg="del">
        <pc:chgData name="James Pengelly" userId="d269fecd-a8a2-4e5a-93ae-88bdaab21f51" providerId="ADAL" clId="{8BA66233-C094-4A16-A06D-DFB82A5FA37C}" dt="2023-08-24T13:55:01.697" v="1" actId="47"/>
        <pc:sldMkLst>
          <pc:docMk/>
          <pc:sldMk cId="2156432247" sldId="413"/>
        </pc:sldMkLst>
      </pc:sldChg>
      <pc:sldChg chg="del">
        <pc:chgData name="James Pengelly" userId="d269fecd-a8a2-4e5a-93ae-88bdaab21f51" providerId="ADAL" clId="{8BA66233-C094-4A16-A06D-DFB82A5FA37C}" dt="2023-08-24T13:55:01.697" v="1" actId="47"/>
        <pc:sldMkLst>
          <pc:docMk/>
          <pc:sldMk cId="263362339" sldId="415"/>
        </pc:sldMkLst>
      </pc:sldChg>
      <pc:sldChg chg="del">
        <pc:chgData name="James Pengelly" userId="d269fecd-a8a2-4e5a-93ae-88bdaab21f51" providerId="ADAL" clId="{8BA66233-C094-4A16-A06D-DFB82A5FA37C}" dt="2023-08-24T13:55:01.697" v="1" actId="47"/>
        <pc:sldMkLst>
          <pc:docMk/>
          <pc:sldMk cId="519644668" sldId="418"/>
        </pc:sldMkLst>
      </pc:sldChg>
      <pc:sldChg chg="del">
        <pc:chgData name="James Pengelly" userId="d269fecd-a8a2-4e5a-93ae-88bdaab21f51" providerId="ADAL" clId="{8BA66233-C094-4A16-A06D-DFB82A5FA37C}" dt="2023-08-24T13:55:01.697" v="1" actId="47"/>
        <pc:sldMkLst>
          <pc:docMk/>
          <pc:sldMk cId="3631135714" sldId="419"/>
        </pc:sldMkLst>
      </pc:sldChg>
      <pc:sldChg chg="del">
        <pc:chgData name="James Pengelly" userId="d269fecd-a8a2-4e5a-93ae-88bdaab21f51" providerId="ADAL" clId="{8BA66233-C094-4A16-A06D-DFB82A5FA37C}" dt="2023-08-24T13:55:01.697" v="1" actId="47"/>
        <pc:sldMkLst>
          <pc:docMk/>
          <pc:sldMk cId="2961224881" sldId="420"/>
        </pc:sldMkLst>
      </pc:sldChg>
      <pc:sldChg chg="del">
        <pc:chgData name="James Pengelly" userId="d269fecd-a8a2-4e5a-93ae-88bdaab21f51" providerId="ADAL" clId="{8BA66233-C094-4A16-A06D-DFB82A5FA37C}" dt="2023-08-24T13:55:01.697" v="1" actId="47"/>
        <pc:sldMkLst>
          <pc:docMk/>
          <pc:sldMk cId="1221700180" sldId="421"/>
        </pc:sldMkLst>
      </pc:sldChg>
      <pc:sldChg chg="del">
        <pc:chgData name="James Pengelly" userId="d269fecd-a8a2-4e5a-93ae-88bdaab21f51" providerId="ADAL" clId="{8BA66233-C094-4A16-A06D-DFB82A5FA37C}" dt="2023-08-24T13:55:01.697" v="1" actId="47"/>
        <pc:sldMkLst>
          <pc:docMk/>
          <pc:sldMk cId="747938625" sldId="422"/>
        </pc:sldMkLst>
      </pc:sldChg>
      <pc:sldChg chg="del">
        <pc:chgData name="James Pengelly" userId="d269fecd-a8a2-4e5a-93ae-88bdaab21f51" providerId="ADAL" clId="{8BA66233-C094-4A16-A06D-DFB82A5FA37C}" dt="2023-08-24T13:55:01.697" v="1" actId="47"/>
        <pc:sldMkLst>
          <pc:docMk/>
          <pc:sldMk cId="3663672702" sldId="423"/>
        </pc:sldMkLst>
      </pc:sldChg>
      <pc:sldChg chg="del">
        <pc:chgData name="James Pengelly" userId="d269fecd-a8a2-4e5a-93ae-88bdaab21f51" providerId="ADAL" clId="{8BA66233-C094-4A16-A06D-DFB82A5FA37C}" dt="2023-08-24T13:55:01.697" v="1" actId="47"/>
        <pc:sldMkLst>
          <pc:docMk/>
          <pc:sldMk cId="1703881002" sldId="424"/>
        </pc:sldMkLst>
      </pc:sldChg>
      <pc:sldChg chg="del">
        <pc:chgData name="James Pengelly" userId="d269fecd-a8a2-4e5a-93ae-88bdaab21f51" providerId="ADAL" clId="{8BA66233-C094-4A16-A06D-DFB82A5FA37C}" dt="2023-08-24T13:55:01.697" v="1" actId="47"/>
        <pc:sldMkLst>
          <pc:docMk/>
          <pc:sldMk cId="2422481433" sldId="426"/>
        </pc:sldMkLst>
      </pc:sldChg>
      <pc:sldChg chg="del">
        <pc:chgData name="James Pengelly" userId="d269fecd-a8a2-4e5a-93ae-88bdaab21f51" providerId="ADAL" clId="{8BA66233-C094-4A16-A06D-DFB82A5FA37C}" dt="2023-08-24T13:55:01.697" v="1" actId="47"/>
        <pc:sldMkLst>
          <pc:docMk/>
          <pc:sldMk cId="1349580473" sldId="429"/>
        </pc:sldMkLst>
      </pc:sldChg>
      <pc:sldChg chg="del">
        <pc:chgData name="James Pengelly" userId="d269fecd-a8a2-4e5a-93ae-88bdaab21f51" providerId="ADAL" clId="{8BA66233-C094-4A16-A06D-DFB82A5FA37C}" dt="2023-08-24T13:55:01.697" v="1" actId="47"/>
        <pc:sldMkLst>
          <pc:docMk/>
          <pc:sldMk cId="2265083478" sldId="430"/>
        </pc:sldMkLst>
      </pc:sldChg>
      <pc:sldChg chg="del">
        <pc:chgData name="James Pengelly" userId="d269fecd-a8a2-4e5a-93ae-88bdaab21f51" providerId="ADAL" clId="{8BA66233-C094-4A16-A06D-DFB82A5FA37C}" dt="2023-08-24T13:55:01.697" v="1" actId="47"/>
        <pc:sldMkLst>
          <pc:docMk/>
          <pc:sldMk cId="2863113325" sldId="431"/>
        </pc:sldMkLst>
      </pc:sldChg>
      <pc:sldChg chg="del">
        <pc:chgData name="James Pengelly" userId="d269fecd-a8a2-4e5a-93ae-88bdaab21f51" providerId="ADAL" clId="{8BA66233-C094-4A16-A06D-DFB82A5FA37C}" dt="2023-08-24T13:55:01.697" v="1" actId="47"/>
        <pc:sldMkLst>
          <pc:docMk/>
          <pc:sldMk cId="3556797560" sldId="432"/>
        </pc:sldMkLst>
      </pc:sldChg>
      <pc:sldChg chg="del">
        <pc:chgData name="James Pengelly" userId="d269fecd-a8a2-4e5a-93ae-88bdaab21f51" providerId="ADAL" clId="{8BA66233-C094-4A16-A06D-DFB82A5FA37C}" dt="2023-08-24T13:55:01.697" v="1" actId="47"/>
        <pc:sldMkLst>
          <pc:docMk/>
          <pc:sldMk cId="2981302178" sldId="433"/>
        </pc:sldMkLst>
      </pc:sldChg>
      <pc:sldChg chg="del">
        <pc:chgData name="James Pengelly" userId="d269fecd-a8a2-4e5a-93ae-88bdaab21f51" providerId="ADAL" clId="{8BA66233-C094-4A16-A06D-DFB82A5FA37C}" dt="2023-08-24T13:55:01.697" v="1" actId="47"/>
        <pc:sldMkLst>
          <pc:docMk/>
          <pc:sldMk cId="733584931" sldId="434"/>
        </pc:sldMkLst>
      </pc:sldChg>
      <pc:sldChg chg="del">
        <pc:chgData name="James Pengelly" userId="d269fecd-a8a2-4e5a-93ae-88bdaab21f51" providerId="ADAL" clId="{8BA66233-C094-4A16-A06D-DFB82A5FA37C}" dt="2023-08-24T13:55:01.697" v="1" actId="47"/>
        <pc:sldMkLst>
          <pc:docMk/>
          <pc:sldMk cId="1695507307" sldId="435"/>
        </pc:sldMkLst>
      </pc:sldChg>
      <pc:sldChg chg="del">
        <pc:chgData name="James Pengelly" userId="d269fecd-a8a2-4e5a-93ae-88bdaab21f51" providerId="ADAL" clId="{8BA66233-C094-4A16-A06D-DFB82A5FA37C}" dt="2023-08-24T13:55:01.697" v="1" actId="47"/>
        <pc:sldMkLst>
          <pc:docMk/>
          <pc:sldMk cId="2233051909" sldId="436"/>
        </pc:sldMkLst>
      </pc:sldChg>
      <pc:sldChg chg="del">
        <pc:chgData name="James Pengelly" userId="d269fecd-a8a2-4e5a-93ae-88bdaab21f51" providerId="ADAL" clId="{8BA66233-C094-4A16-A06D-DFB82A5FA37C}" dt="2023-08-24T13:55:01.697" v="1" actId="47"/>
        <pc:sldMkLst>
          <pc:docMk/>
          <pc:sldMk cId="1342897180" sldId="437"/>
        </pc:sldMkLst>
      </pc:sldChg>
      <pc:sldChg chg="del">
        <pc:chgData name="James Pengelly" userId="d269fecd-a8a2-4e5a-93ae-88bdaab21f51" providerId="ADAL" clId="{8BA66233-C094-4A16-A06D-DFB82A5FA37C}" dt="2023-08-24T13:55:01.697" v="1" actId="47"/>
        <pc:sldMkLst>
          <pc:docMk/>
          <pc:sldMk cId="3580490817" sldId="438"/>
        </pc:sldMkLst>
      </pc:sldChg>
      <pc:sldChg chg="del">
        <pc:chgData name="James Pengelly" userId="d269fecd-a8a2-4e5a-93ae-88bdaab21f51" providerId="ADAL" clId="{8BA66233-C094-4A16-A06D-DFB82A5FA37C}" dt="2023-08-24T13:55:01.697" v="1" actId="47"/>
        <pc:sldMkLst>
          <pc:docMk/>
          <pc:sldMk cId="3852504957" sldId="439"/>
        </pc:sldMkLst>
      </pc:sldChg>
      <pc:sldChg chg="del">
        <pc:chgData name="James Pengelly" userId="d269fecd-a8a2-4e5a-93ae-88bdaab21f51" providerId="ADAL" clId="{8BA66233-C094-4A16-A06D-DFB82A5FA37C}" dt="2023-08-24T13:55:01.697" v="1" actId="47"/>
        <pc:sldMkLst>
          <pc:docMk/>
          <pc:sldMk cId="3380087145" sldId="440"/>
        </pc:sldMkLst>
      </pc:sldChg>
      <pc:sldChg chg="del">
        <pc:chgData name="James Pengelly" userId="d269fecd-a8a2-4e5a-93ae-88bdaab21f51" providerId="ADAL" clId="{8BA66233-C094-4A16-A06D-DFB82A5FA37C}" dt="2023-08-24T13:55:01.697" v="1" actId="47"/>
        <pc:sldMkLst>
          <pc:docMk/>
          <pc:sldMk cId="698315745" sldId="441"/>
        </pc:sldMkLst>
      </pc:sldChg>
      <pc:sldChg chg="del">
        <pc:chgData name="James Pengelly" userId="d269fecd-a8a2-4e5a-93ae-88bdaab21f51" providerId="ADAL" clId="{8BA66233-C094-4A16-A06D-DFB82A5FA37C}" dt="2023-08-24T13:55:01.697" v="1" actId="47"/>
        <pc:sldMkLst>
          <pc:docMk/>
          <pc:sldMk cId="3816258168" sldId="442"/>
        </pc:sldMkLst>
      </pc:sldChg>
      <pc:sldChg chg="del">
        <pc:chgData name="James Pengelly" userId="d269fecd-a8a2-4e5a-93ae-88bdaab21f51" providerId="ADAL" clId="{8BA66233-C094-4A16-A06D-DFB82A5FA37C}" dt="2023-08-24T13:55:01.697" v="1" actId="47"/>
        <pc:sldMkLst>
          <pc:docMk/>
          <pc:sldMk cId="1753989791" sldId="444"/>
        </pc:sldMkLst>
      </pc:sldChg>
      <pc:sldChg chg="del">
        <pc:chgData name="James Pengelly" userId="d269fecd-a8a2-4e5a-93ae-88bdaab21f51" providerId="ADAL" clId="{8BA66233-C094-4A16-A06D-DFB82A5FA37C}" dt="2023-08-24T13:55:01.697" v="1" actId="47"/>
        <pc:sldMkLst>
          <pc:docMk/>
          <pc:sldMk cId="1660465454" sldId="445"/>
        </pc:sldMkLst>
      </pc:sldChg>
      <pc:sldChg chg="del">
        <pc:chgData name="James Pengelly" userId="d269fecd-a8a2-4e5a-93ae-88bdaab21f51" providerId="ADAL" clId="{8BA66233-C094-4A16-A06D-DFB82A5FA37C}" dt="2023-08-24T13:55:01.697" v="1" actId="47"/>
        <pc:sldMkLst>
          <pc:docMk/>
          <pc:sldMk cId="565982352" sldId="447"/>
        </pc:sldMkLst>
      </pc:sldChg>
      <pc:sldChg chg="del">
        <pc:chgData name="James Pengelly" userId="d269fecd-a8a2-4e5a-93ae-88bdaab21f51" providerId="ADAL" clId="{8BA66233-C094-4A16-A06D-DFB82A5FA37C}" dt="2023-08-24T13:55:01.697" v="1" actId="47"/>
        <pc:sldMkLst>
          <pc:docMk/>
          <pc:sldMk cId="1357474779" sldId="448"/>
        </pc:sldMkLst>
      </pc:sldChg>
      <pc:sldChg chg="del">
        <pc:chgData name="James Pengelly" userId="d269fecd-a8a2-4e5a-93ae-88bdaab21f51" providerId="ADAL" clId="{8BA66233-C094-4A16-A06D-DFB82A5FA37C}" dt="2023-08-24T13:55:01.697" v="1" actId="47"/>
        <pc:sldMkLst>
          <pc:docMk/>
          <pc:sldMk cId="2067507612" sldId="449"/>
        </pc:sldMkLst>
      </pc:sldChg>
      <pc:sldChg chg="del">
        <pc:chgData name="James Pengelly" userId="d269fecd-a8a2-4e5a-93ae-88bdaab21f51" providerId="ADAL" clId="{8BA66233-C094-4A16-A06D-DFB82A5FA37C}" dt="2023-08-24T13:55:01.697" v="1" actId="47"/>
        <pc:sldMkLst>
          <pc:docMk/>
          <pc:sldMk cId="2390412907" sldId="450"/>
        </pc:sldMkLst>
      </pc:sldChg>
      <pc:sldChg chg="del">
        <pc:chgData name="James Pengelly" userId="d269fecd-a8a2-4e5a-93ae-88bdaab21f51" providerId="ADAL" clId="{8BA66233-C094-4A16-A06D-DFB82A5FA37C}" dt="2023-08-24T13:55:01.697" v="1" actId="47"/>
        <pc:sldMkLst>
          <pc:docMk/>
          <pc:sldMk cId="2183265962" sldId="451"/>
        </pc:sldMkLst>
      </pc:sldChg>
      <pc:sldChg chg="del">
        <pc:chgData name="James Pengelly" userId="d269fecd-a8a2-4e5a-93ae-88bdaab21f51" providerId="ADAL" clId="{8BA66233-C094-4A16-A06D-DFB82A5FA37C}" dt="2023-08-24T13:55:01.697" v="1" actId="47"/>
        <pc:sldMkLst>
          <pc:docMk/>
          <pc:sldMk cId="2783724496" sldId="452"/>
        </pc:sldMkLst>
      </pc:sldChg>
      <pc:sldChg chg="del">
        <pc:chgData name="James Pengelly" userId="d269fecd-a8a2-4e5a-93ae-88bdaab21f51" providerId="ADAL" clId="{8BA66233-C094-4A16-A06D-DFB82A5FA37C}" dt="2023-08-24T13:55:01.697" v="1" actId="47"/>
        <pc:sldMkLst>
          <pc:docMk/>
          <pc:sldMk cId="2334895818" sldId="453"/>
        </pc:sldMkLst>
      </pc:sldChg>
      <pc:sldChg chg="del">
        <pc:chgData name="James Pengelly" userId="d269fecd-a8a2-4e5a-93ae-88bdaab21f51" providerId="ADAL" clId="{8BA66233-C094-4A16-A06D-DFB82A5FA37C}" dt="2023-08-24T13:55:01.697" v="1" actId="47"/>
        <pc:sldMkLst>
          <pc:docMk/>
          <pc:sldMk cId="1506105089" sldId="454"/>
        </pc:sldMkLst>
      </pc:sldChg>
      <pc:sldChg chg="del">
        <pc:chgData name="James Pengelly" userId="d269fecd-a8a2-4e5a-93ae-88bdaab21f51" providerId="ADAL" clId="{8BA66233-C094-4A16-A06D-DFB82A5FA37C}" dt="2023-08-24T13:55:01.697" v="1" actId="47"/>
        <pc:sldMkLst>
          <pc:docMk/>
          <pc:sldMk cId="1780367112" sldId="455"/>
        </pc:sldMkLst>
      </pc:sldChg>
      <pc:sldChg chg="del">
        <pc:chgData name="James Pengelly" userId="d269fecd-a8a2-4e5a-93ae-88bdaab21f51" providerId="ADAL" clId="{8BA66233-C094-4A16-A06D-DFB82A5FA37C}" dt="2023-08-24T13:55:01.697" v="1" actId="47"/>
        <pc:sldMkLst>
          <pc:docMk/>
          <pc:sldMk cId="2878365943" sldId="461"/>
        </pc:sldMkLst>
      </pc:sldChg>
      <pc:sldChg chg="del">
        <pc:chgData name="James Pengelly" userId="d269fecd-a8a2-4e5a-93ae-88bdaab21f51" providerId="ADAL" clId="{8BA66233-C094-4A16-A06D-DFB82A5FA37C}" dt="2023-08-24T13:55:01.697" v="1" actId="47"/>
        <pc:sldMkLst>
          <pc:docMk/>
          <pc:sldMk cId="1809496739" sldId="463"/>
        </pc:sldMkLst>
      </pc:sldChg>
      <pc:sldChg chg="del">
        <pc:chgData name="James Pengelly" userId="d269fecd-a8a2-4e5a-93ae-88bdaab21f51" providerId="ADAL" clId="{8BA66233-C094-4A16-A06D-DFB82A5FA37C}" dt="2023-08-24T13:55:01.697" v="1" actId="47"/>
        <pc:sldMkLst>
          <pc:docMk/>
          <pc:sldMk cId="3183680570" sldId="464"/>
        </pc:sldMkLst>
      </pc:sldChg>
      <pc:sldChg chg="del">
        <pc:chgData name="James Pengelly" userId="d269fecd-a8a2-4e5a-93ae-88bdaab21f51" providerId="ADAL" clId="{8BA66233-C094-4A16-A06D-DFB82A5FA37C}" dt="2023-08-24T13:55:01.697" v="1" actId="47"/>
        <pc:sldMkLst>
          <pc:docMk/>
          <pc:sldMk cId="3408326376" sldId="465"/>
        </pc:sldMkLst>
      </pc:sldChg>
      <pc:sldChg chg="del">
        <pc:chgData name="James Pengelly" userId="d269fecd-a8a2-4e5a-93ae-88bdaab21f51" providerId="ADAL" clId="{8BA66233-C094-4A16-A06D-DFB82A5FA37C}" dt="2023-08-24T13:55:01.697" v="1" actId="47"/>
        <pc:sldMkLst>
          <pc:docMk/>
          <pc:sldMk cId="3761177557" sldId="468"/>
        </pc:sldMkLst>
      </pc:sldChg>
      <pc:sldChg chg="del">
        <pc:chgData name="James Pengelly" userId="d269fecd-a8a2-4e5a-93ae-88bdaab21f51" providerId="ADAL" clId="{8BA66233-C094-4A16-A06D-DFB82A5FA37C}" dt="2023-08-24T13:55:01.697" v="1" actId="47"/>
        <pc:sldMkLst>
          <pc:docMk/>
          <pc:sldMk cId="1450753478" sldId="469"/>
        </pc:sldMkLst>
      </pc:sldChg>
      <pc:sldChg chg="del">
        <pc:chgData name="James Pengelly" userId="d269fecd-a8a2-4e5a-93ae-88bdaab21f51" providerId="ADAL" clId="{8BA66233-C094-4A16-A06D-DFB82A5FA37C}" dt="2023-08-24T13:55:01.697" v="1" actId="47"/>
        <pc:sldMkLst>
          <pc:docMk/>
          <pc:sldMk cId="597277254" sldId="470"/>
        </pc:sldMkLst>
      </pc:sldChg>
      <pc:sldChg chg="del">
        <pc:chgData name="James Pengelly" userId="d269fecd-a8a2-4e5a-93ae-88bdaab21f51" providerId="ADAL" clId="{8BA66233-C094-4A16-A06D-DFB82A5FA37C}" dt="2023-08-24T13:55:01.697" v="1" actId="47"/>
        <pc:sldMkLst>
          <pc:docMk/>
          <pc:sldMk cId="3444267560" sldId="471"/>
        </pc:sldMkLst>
      </pc:sldChg>
      <pc:sldChg chg="del">
        <pc:chgData name="James Pengelly" userId="d269fecd-a8a2-4e5a-93ae-88bdaab21f51" providerId="ADAL" clId="{8BA66233-C094-4A16-A06D-DFB82A5FA37C}" dt="2023-08-24T13:55:01.697" v="1" actId="47"/>
        <pc:sldMkLst>
          <pc:docMk/>
          <pc:sldMk cId="177810587" sldId="472"/>
        </pc:sldMkLst>
      </pc:sldChg>
      <pc:sldChg chg="del">
        <pc:chgData name="James Pengelly" userId="d269fecd-a8a2-4e5a-93ae-88bdaab21f51" providerId="ADAL" clId="{8BA66233-C094-4A16-A06D-DFB82A5FA37C}" dt="2023-08-24T13:55:01.697" v="1" actId="47"/>
        <pc:sldMkLst>
          <pc:docMk/>
          <pc:sldMk cId="3928027250" sldId="473"/>
        </pc:sldMkLst>
      </pc:sldChg>
      <pc:sldChg chg="del">
        <pc:chgData name="James Pengelly" userId="d269fecd-a8a2-4e5a-93ae-88bdaab21f51" providerId="ADAL" clId="{8BA66233-C094-4A16-A06D-DFB82A5FA37C}" dt="2023-08-24T13:55:01.697" v="1" actId="47"/>
        <pc:sldMkLst>
          <pc:docMk/>
          <pc:sldMk cId="1208367764" sldId="474"/>
        </pc:sldMkLst>
      </pc:sldChg>
      <pc:sldChg chg="del">
        <pc:chgData name="James Pengelly" userId="d269fecd-a8a2-4e5a-93ae-88bdaab21f51" providerId="ADAL" clId="{8BA66233-C094-4A16-A06D-DFB82A5FA37C}" dt="2023-08-24T13:55:01.697" v="1" actId="47"/>
        <pc:sldMkLst>
          <pc:docMk/>
          <pc:sldMk cId="1846318869" sldId="475"/>
        </pc:sldMkLst>
      </pc:sldChg>
      <pc:sldChg chg="del">
        <pc:chgData name="James Pengelly" userId="d269fecd-a8a2-4e5a-93ae-88bdaab21f51" providerId="ADAL" clId="{8BA66233-C094-4A16-A06D-DFB82A5FA37C}" dt="2023-08-24T13:55:01.697" v="1" actId="47"/>
        <pc:sldMkLst>
          <pc:docMk/>
          <pc:sldMk cId="1050364708" sldId="476"/>
        </pc:sldMkLst>
      </pc:sldChg>
      <pc:sldChg chg="del">
        <pc:chgData name="James Pengelly" userId="d269fecd-a8a2-4e5a-93ae-88bdaab21f51" providerId="ADAL" clId="{8BA66233-C094-4A16-A06D-DFB82A5FA37C}" dt="2023-08-24T13:55:01.697" v="1" actId="47"/>
        <pc:sldMkLst>
          <pc:docMk/>
          <pc:sldMk cId="1189368309" sldId="477"/>
        </pc:sldMkLst>
      </pc:sldChg>
      <pc:sldChg chg="del">
        <pc:chgData name="James Pengelly" userId="d269fecd-a8a2-4e5a-93ae-88bdaab21f51" providerId="ADAL" clId="{8BA66233-C094-4A16-A06D-DFB82A5FA37C}" dt="2023-08-24T13:55:01.697" v="1" actId="47"/>
        <pc:sldMkLst>
          <pc:docMk/>
          <pc:sldMk cId="3022556364" sldId="478"/>
        </pc:sldMkLst>
      </pc:sldChg>
      <pc:sldChg chg="del">
        <pc:chgData name="James Pengelly" userId="d269fecd-a8a2-4e5a-93ae-88bdaab21f51" providerId="ADAL" clId="{8BA66233-C094-4A16-A06D-DFB82A5FA37C}" dt="2023-08-24T13:55:01.697" v="1" actId="47"/>
        <pc:sldMkLst>
          <pc:docMk/>
          <pc:sldMk cId="3131689005" sldId="523"/>
        </pc:sldMkLst>
      </pc:sldChg>
      <pc:sldChg chg="del">
        <pc:chgData name="James Pengelly" userId="d269fecd-a8a2-4e5a-93ae-88bdaab21f51" providerId="ADAL" clId="{8BA66233-C094-4A16-A06D-DFB82A5FA37C}" dt="2023-08-24T13:55:01.697" v="1" actId="47"/>
        <pc:sldMkLst>
          <pc:docMk/>
          <pc:sldMk cId="2811473902" sldId="564"/>
        </pc:sldMkLst>
      </pc:sldChg>
      <pc:sldChg chg="del">
        <pc:chgData name="James Pengelly" userId="d269fecd-a8a2-4e5a-93ae-88bdaab21f51" providerId="ADAL" clId="{8BA66233-C094-4A16-A06D-DFB82A5FA37C}" dt="2023-08-24T13:55:01.697" v="1" actId="47"/>
        <pc:sldMkLst>
          <pc:docMk/>
          <pc:sldMk cId="396875299" sldId="620"/>
        </pc:sldMkLst>
      </pc:sldChg>
      <pc:sldChg chg="del">
        <pc:chgData name="James Pengelly" userId="d269fecd-a8a2-4e5a-93ae-88bdaab21f51" providerId="ADAL" clId="{8BA66233-C094-4A16-A06D-DFB82A5FA37C}" dt="2023-08-24T13:55:01.697" v="1" actId="47"/>
        <pc:sldMkLst>
          <pc:docMk/>
          <pc:sldMk cId="3049657586" sldId="915"/>
        </pc:sldMkLst>
      </pc:sldChg>
      <pc:sldChg chg="del">
        <pc:chgData name="James Pengelly" userId="d269fecd-a8a2-4e5a-93ae-88bdaab21f51" providerId="ADAL" clId="{8BA66233-C094-4A16-A06D-DFB82A5FA37C}" dt="2023-08-24T13:55:01.697" v="1" actId="47"/>
        <pc:sldMkLst>
          <pc:docMk/>
          <pc:sldMk cId="1551599212" sldId="916"/>
        </pc:sldMkLst>
      </pc:sldChg>
      <pc:sldChg chg="del">
        <pc:chgData name="James Pengelly" userId="d269fecd-a8a2-4e5a-93ae-88bdaab21f51" providerId="ADAL" clId="{8BA66233-C094-4A16-A06D-DFB82A5FA37C}" dt="2023-08-24T13:55:01.697" v="1" actId="47"/>
        <pc:sldMkLst>
          <pc:docMk/>
          <pc:sldMk cId="2931648276" sldId="917"/>
        </pc:sldMkLst>
      </pc:sldChg>
      <pc:sldChg chg="del">
        <pc:chgData name="James Pengelly" userId="d269fecd-a8a2-4e5a-93ae-88bdaab21f51" providerId="ADAL" clId="{8BA66233-C094-4A16-A06D-DFB82A5FA37C}" dt="2023-08-24T13:55:01.697" v="1" actId="47"/>
        <pc:sldMkLst>
          <pc:docMk/>
          <pc:sldMk cId="3463918722" sldId="918"/>
        </pc:sldMkLst>
      </pc:sldChg>
      <pc:sldChg chg="del">
        <pc:chgData name="James Pengelly" userId="d269fecd-a8a2-4e5a-93ae-88bdaab21f51" providerId="ADAL" clId="{8BA66233-C094-4A16-A06D-DFB82A5FA37C}" dt="2023-08-24T13:55:01.697" v="1" actId="47"/>
        <pc:sldMkLst>
          <pc:docMk/>
          <pc:sldMk cId="1855871270" sldId="919"/>
        </pc:sldMkLst>
      </pc:sldChg>
      <pc:sldChg chg="del">
        <pc:chgData name="James Pengelly" userId="d269fecd-a8a2-4e5a-93ae-88bdaab21f51" providerId="ADAL" clId="{8BA66233-C094-4A16-A06D-DFB82A5FA37C}" dt="2023-08-24T13:55:01.697" v="1" actId="47"/>
        <pc:sldMkLst>
          <pc:docMk/>
          <pc:sldMk cId="564391330" sldId="920"/>
        </pc:sldMkLst>
      </pc:sldChg>
      <pc:sldChg chg="del">
        <pc:chgData name="James Pengelly" userId="d269fecd-a8a2-4e5a-93ae-88bdaab21f51" providerId="ADAL" clId="{8BA66233-C094-4A16-A06D-DFB82A5FA37C}" dt="2023-08-24T13:55:01.697" v="1" actId="47"/>
        <pc:sldMkLst>
          <pc:docMk/>
          <pc:sldMk cId="2984159356" sldId="921"/>
        </pc:sldMkLst>
      </pc:sldChg>
      <pc:sldChg chg="del">
        <pc:chgData name="James Pengelly" userId="d269fecd-a8a2-4e5a-93ae-88bdaab21f51" providerId="ADAL" clId="{8BA66233-C094-4A16-A06D-DFB82A5FA37C}" dt="2023-08-24T13:55:01.697" v="1" actId="47"/>
        <pc:sldMkLst>
          <pc:docMk/>
          <pc:sldMk cId="3406951735" sldId="922"/>
        </pc:sldMkLst>
      </pc:sldChg>
      <pc:sldChg chg="del">
        <pc:chgData name="James Pengelly" userId="d269fecd-a8a2-4e5a-93ae-88bdaab21f51" providerId="ADAL" clId="{8BA66233-C094-4A16-A06D-DFB82A5FA37C}" dt="2023-08-24T13:55:01.697" v="1" actId="47"/>
        <pc:sldMkLst>
          <pc:docMk/>
          <pc:sldMk cId="2607486583" sldId="923"/>
        </pc:sldMkLst>
      </pc:sldChg>
      <pc:sldChg chg="del">
        <pc:chgData name="James Pengelly" userId="d269fecd-a8a2-4e5a-93ae-88bdaab21f51" providerId="ADAL" clId="{8BA66233-C094-4A16-A06D-DFB82A5FA37C}" dt="2023-08-24T13:55:01.697" v="1" actId="47"/>
        <pc:sldMkLst>
          <pc:docMk/>
          <pc:sldMk cId="4092808222" sldId="924"/>
        </pc:sldMkLst>
      </pc:sldChg>
      <pc:sldChg chg="del">
        <pc:chgData name="James Pengelly" userId="d269fecd-a8a2-4e5a-93ae-88bdaab21f51" providerId="ADAL" clId="{8BA66233-C094-4A16-A06D-DFB82A5FA37C}" dt="2023-08-24T13:55:01.697" v="1" actId="47"/>
        <pc:sldMkLst>
          <pc:docMk/>
          <pc:sldMk cId="2193365181" sldId="925"/>
        </pc:sldMkLst>
      </pc:sldChg>
      <pc:sldChg chg="del">
        <pc:chgData name="James Pengelly" userId="d269fecd-a8a2-4e5a-93ae-88bdaab21f51" providerId="ADAL" clId="{8BA66233-C094-4A16-A06D-DFB82A5FA37C}" dt="2023-08-24T13:55:01.697" v="1" actId="47"/>
        <pc:sldMkLst>
          <pc:docMk/>
          <pc:sldMk cId="4138720517" sldId="926"/>
        </pc:sldMkLst>
      </pc:sldChg>
      <pc:sldChg chg="del">
        <pc:chgData name="James Pengelly" userId="d269fecd-a8a2-4e5a-93ae-88bdaab21f51" providerId="ADAL" clId="{8BA66233-C094-4A16-A06D-DFB82A5FA37C}" dt="2023-08-24T13:55:01.697" v="1" actId="47"/>
        <pc:sldMkLst>
          <pc:docMk/>
          <pc:sldMk cId="858939526" sldId="927"/>
        </pc:sldMkLst>
      </pc:sldChg>
      <pc:sldChg chg="del">
        <pc:chgData name="James Pengelly" userId="d269fecd-a8a2-4e5a-93ae-88bdaab21f51" providerId="ADAL" clId="{8BA66233-C094-4A16-A06D-DFB82A5FA37C}" dt="2023-08-24T13:55:01.697" v="1" actId="47"/>
        <pc:sldMkLst>
          <pc:docMk/>
          <pc:sldMk cId="566436964" sldId="928"/>
        </pc:sldMkLst>
      </pc:sldChg>
      <pc:sldChg chg="del">
        <pc:chgData name="James Pengelly" userId="d269fecd-a8a2-4e5a-93ae-88bdaab21f51" providerId="ADAL" clId="{8BA66233-C094-4A16-A06D-DFB82A5FA37C}" dt="2023-08-24T13:55:01.697" v="1" actId="47"/>
        <pc:sldMkLst>
          <pc:docMk/>
          <pc:sldMk cId="2713682525" sldId="929"/>
        </pc:sldMkLst>
      </pc:sldChg>
      <pc:sldChg chg="del">
        <pc:chgData name="James Pengelly" userId="d269fecd-a8a2-4e5a-93ae-88bdaab21f51" providerId="ADAL" clId="{8BA66233-C094-4A16-A06D-DFB82A5FA37C}" dt="2023-08-24T13:55:01.697" v="1" actId="47"/>
        <pc:sldMkLst>
          <pc:docMk/>
          <pc:sldMk cId="885992107" sldId="930"/>
        </pc:sldMkLst>
      </pc:sldChg>
      <pc:sldChg chg="del">
        <pc:chgData name="James Pengelly" userId="d269fecd-a8a2-4e5a-93ae-88bdaab21f51" providerId="ADAL" clId="{8BA66233-C094-4A16-A06D-DFB82A5FA37C}" dt="2023-08-24T13:54:53.140" v="0" actId="47"/>
        <pc:sldMkLst>
          <pc:docMk/>
          <pc:sldMk cId="997338478" sldId="931"/>
        </pc:sldMkLst>
      </pc:sldChg>
      <pc:sldChg chg="del">
        <pc:chgData name="James Pengelly" userId="d269fecd-a8a2-4e5a-93ae-88bdaab21f51" providerId="ADAL" clId="{8BA66233-C094-4A16-A06D-DFB82A5FA37C}" dt="2023-08-24T13:54:53.140" v="0" actId="47"/>
        <pc:sldMkLst>
          <pc:docMk/>
          <pc:sldMk cId="2104262924" sldId="932"/>
        </pc:sldMkLst>
      </pc:sldChg>
      <pc:sldChg chg="modNotesTx">
        <pc:chgData name="James Pengelly" userId="d269fecd-a8a2-4e5a-93ae-88bdaab21f51" providerId="ADAL" clId="{8BA66233-C094-4A16-A06D-DFB82A5FA37C}" dt="2023-09-06T15:00:18.910" v="333"/>
        <pc:sldMkLst>
          <pc:docMk/>
          <pc:sldMk cId="494846069" sldId="933"/>
        </pc:sldMkLst>
      </pc:sldChg>
      <pc:sldChg chg="modSp new mod">
        <pc:chgData name="James Pengelly" userId="d269fecd-a8a2-4e5a-93ae-88bdaab21f51" providerId="ADAL" clId="{8BA66233-C094-4A16-A06D-DFB82A5FA37C}" dt="2023-09-06T11:01:13.539" v="16" actId="20577"/>
        <pc:sldMkLst>
          <pc:docMk/>
          <pc:sldMk cId="446881730" sldId="934"/>
        </pc:sldMkLst>
        <pc:spChg chg="mod">
          <ac:chgData name="James Pengelly" userId="d269fecd-a8a2-4e5a-93ae-88bdaab21f51" providerId="ADAL" clId="{8BA66233-C094-4A16-A06D-DFB82A5FA37C}" dt="2023-09-06T11:00:57.756" v="12" actId="20577"/>
          <ac:spMkLst>
            <pc:docMk/>
            <pc:sldMk cId="446881730" sldId="934"/>
            <ac:spMk id="2" creationId="{31CF3BA1-6FA7-5A2E-F5F9-AD40773D9C21}"/>
          </ac:spMkLst>
        </pc:spChg>
        <pc:spChg chg="mod">
          <ac:chgData name="James Pengelly" userId="d269fecd-a8a2-4e5a-93ae-88bdaab21f51" providerId="ADAL" clId="{8BA66233-C094-4A16-A06D-DFB82A5FA37C}" dt="2023-09-06T11:01:13.539" v="16" actId="20577"/>
          <ac:spMkLst>
            <pc:docMk/>
            <pc:sldMk cId="446881730" sldId="934"/>
            <ac:spMk id="3" creationId="{BF88E7C3-8269-095C-3076-8BE9A5ECFA48}"/>
          </ac:spMkLst>
        </pc:spChg>
      </pc:sldChg>
      <pc:sldChg chg="del">
        <pc:chgData name="James Pengelly" userId="d269fecd-a8a2-4e5a-93ae-88bdaab21f51" providerId="ADAL" clId="{8BA66233-C094-4A16-A06D-DFB82A5FA37C}" dt="2023-08-24T13:55:01.697" v="1" actId="47"/>
        <pc:sldMkLst>
          <pc:docMk/>
          <pc:sldMk cId="3261149061" sldId="934"/>
        </pc:sldMkLst>
      </pc:sldChg>
      <pc:sldChg chg="del">
        <pc:chgData name="James Pengelly" userId="d269fecd-a8a2-4e5a-93ae-88bdaab21f51" providerId="ADAL" clId="{8BA66233-C094-4A16-A06D-DFB82A5FA37C}" dt="2023-08-24T13:55:01.697" v="1" actId="47"/>
        <pc:sldMkLst>
          <pc:docMk/>
          <pc:sldMk cId="500033866" sldId="935"/>
        </pc:sldMkLst>
      </pc:sldChg>
      <pc:sldChg chg="modSp new mod">
        <pc:chgData name="James Pengelly" userId="d269fecd-a8a2-4e5a-93ae-88bdaab21f51" providerId="ADAL" clId="{8BA66233-C094-4A16-A06D-DFB82A5FA37C}" dt="2023-09-06T11:25:14.519" v="308" actId="20577"/>
        <pc:sldMkLst>
          <pc:docMk/>
          <pc:sldMk cId="1979599531" sldId="935"/>
        </pc:sldMkLst>
        <pc:spChg chg="mod">
          <ac:chgData name="James Pengelly" userId="d269fecd-a8a2-4e5a-93ae-88bdaab21f51" providerId="ADAL" clId="{8BA66233-C094-4A16-A06D-DFB82A5FA37C}" dt="2023-09-06T11:25:14.519" v="308" actId="20577"/>
          <ac:spMkLst>
            <pc:docMk/>
            <pc:sldMk cId="1979599531" sldId="935"/>
            <ac:spMk id="2" creationId="{9E6FD0BC-A35C-A861-2821-77D8CE7D74B1}"/>
          </ac:spMkLst>
        </pc:spChg>
        <pc:spChg chg="mod">
          <ac:chgData name="James Pengelly" userId="d269fecd-a8a2-4e5a-93ae-88bdaab21f51" providerId="ADAL" clId="{8BA66233-C094-4A16-A06D-DFB82A5FA37C}" dt="2023-09-06T11:21:10.184" v="43" actId="20577"/>
          <ac:spMkLst>
            <pc:docMk/>
            <pc:sldMk cId="1979599531" sldId="935"/>
            <ac:spMk id="3" creationId="{A7BF2BAA-1B4B-8188-1D3C-0E54446CD4B1}"/>
          </ac:spMkLst>
        </pc:spChg>
      </pc:sldChg>
      <pc:sldChg chg="modSp new mod">
        <pc:chgData name="James Pengelly" userId="d269fecd-a8a2-4e5a-93ae-88bdaab21f51" providerId="ADAL" clId="{8BA66233-C094-4A16-A06D-DFB82A5FA37C}" dt="2023-09-06T11:23:04.887" v="132" actId="6549"/>
        <pc:sldMkLst>
          <pc:docMk/>
          <pc:sldMk cId="2531140562" sldId="936"/>
        </pc:sldMkLst>
        <pc:spChg chg="mod">
          <ac:chgData name="James Pengelly" userId="d269fecd-a8a2-4e5a-93ae-88bdaab21f51" providerId="ADAL" clId="{8BA66233-C094-4A16-A06D-DFB82A5FA37C}" dt="2023-09-06T11:23:04.887" v="132" actId="6549"/>
          <ac:spMkLst>
            <pc:docMk/>
            <pc:sldMk cId="2531140562" sldId="936"/>
            <ac:spMk id="2" creationId="{7A9013A7-A152-DA3D-8D17-0BBDD322BB78}"/>
          </ac:spMkLst>
        </pc:spChg>
        <pc:spChg chg="mod">
          <ac:chgData name="James Pengelly" userId="d269fecd-a8a2-4e5a-93ae-88bdaab21f51" providerId="ADAL" clId="{8BA66233-C094-4A16-A06D-DFB82A5FA37C}" dt="2023-09-06T11:21:23.387" v="75" actId="20577"/>
          <ac:spMkLst>
            <pc:docMk/>
            <pc:sldMk cId="2531140562" sldId="936"/>
            <ac:spMk id="3" creationId="{9D1567DB-BED7-1315-4956-C35385E37FC9}"/>
          </ac:spMkLst>
        </pc:spChg>
      </pc:sldChg>
      <pc:sldChg chg="del">
        <pc:chgData name="James Pengelly" userId="d269fecd-a8a2-4e5a-93ae-88bdaab21f51" providerId="ADAL" clId="{8BA66233-C094-4A16-A06D-DFB82A5FA37C}" dt="2023-08-24T13:55:01.697" v="1" actId="47"/>
        <pc:sldMkLst>
          <pc:docMk/>
          <pc:sldMk cId="2656603284" sldId="936"/>
        </pc:sldMkLst>
      </pc:sldChg>
      <pc:sldChg chg="del">
        <pc:chgData name="James Pengelly" userId="d269fecd-a8a2-4e5a-93ae-88bdaab21f51" providerId="ADAL" clId="{8BA66233-C094-4A16-A06D-DFB82A5FA37C}" dt="2023-08-24T13:55:01.697" v="1" actId="47"/>
        <pc:sldMkLst>
          <pc:docMk/>
          <pc:sldMk cId="1298247145" sldId="937"/>
        </pc:sldMkLst>
      </pc:sldChg>
      <pc:sldChg chg="modSp new mod">
        <pc:chgData name="James Pengelly" userId="d269fecd-a8a2-4e5a-93ae-88bdaab21f51" providerId="ADAL" clId="{8BA66233-C094-4A16-A06D-DFB82A5FA37C}" dt="2023-09-06T11:22:54.354" v="126"/>
        <pc:sldMkLst>
          <pc:docMk/>
          <pc:sldMk cId="1963873487" sldId="937"/>
        </pc:sldMkLst>
        <pc:spChg chg="mod">
          <ac:chgData name="James Pengelly" userId="d269fecd-a8a2-4e5a-93ae-88bdaab21f51" providerId="ADAL" clId="{8BA66233-C094-4A16-A06D-DFB82A5FA37C}" dt="2023-09-06T11:22:54.354" v="126"/>
          <ac:spMkLst>
            <pc:docMk/>
            <pc:sldMk cId="1963873487" sldId="937"/>
            <ac:spMk id="2" creationId="{968B4709-6722-D671-BE49-A4ABC5A70D4E}"/>
          </ac:spMkLst>
        </pc:spChg>
        <pc:spChg chg="mod">
          <ac:chgData name="James Pengelly" userId="d269fecd-a8a2-4e5a-93ae-88bdaab21f51" providerId="ADAL" clId="{8BA66233-C094-4A16-A06D-DFB82A5FA37C}" dt="2023-09-06T11:21:37.604" v="103" actId="20577"/>
          <ac:spMkLst>
            <pc:docMk/>
            <pc:sldMk cId="1963873487" sldId="937"/>
            <ac:spMk id="3" creationId="{6E72E2BB-2AB9-7EC6-355C-EEAD89B3AEAC}"/>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lesson completes the overview of basic concepts with an introduction to cryptography. Cryptography underpins many of the access control technologies that we will consider in the next block of lessons.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266088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covers the basic cryptographic primitive types: symmetric versus asymmetric ciphers and hashing.</a:t>
            </a:r>
          </a:p>
          <a:p>
            <a:endParaRPr lang="en-US" dirty="0"/>
          </a:p>
          <a:p>
            <a:r>
              <a:rPr lang="en-US" dirty="0"/>
              <a:t>Objective 1.4 is covered overall the topics in this lesson.</a:t>
            </a:r>
          </a:p>
          <a:p>
            <a:endParaRPr lang="en-US" dirty="0"/>
          </a:p>
          <a:p>
            <a:r>
              <a:rPr lang="en-US" dirty="0"/>
              <a:t>It is easy for students to become confused about the different types of cryptographic systems, so allocate plenty of time to covering this topic.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029041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in cryptography there is still some "obscurity" involved as you have to control distribution of the key. This is a simpler job than protecting the design of the algorithm, however.</a:t>
            </a:r>
          </a:p>
          <a:p>
            <a:endParaRPr lang="en-US" dirty="0"/>
          </a:p>
          <a:p>
            <a:r>
              <a:rPr lang="en-US" dirty="0"/>
              <a:t>Passive eavesdropping is traditionally performed by a character named Eve, but we're just using Mallory for simplicity.</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61244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the difference between the algorithm and the key.</a:t>
            </a:r>
          </a:p>
          <a:p>
            <a:endParaRPr lang="en-US" dirty="0"/>
          </a:p>
          <a:p>
            <a:r>
              <a:rPr lang="en-US" dirty="0"/>
              <a:t>Note that symmetric encryption is mostly used for privacy (confidentiality). Test that the students can explain to you why it cannot be used for authentication, integrity, or non-repudiation.</a:t>
            </a:r>
          </a:p>
          <a:p>
            <a:endParaRPr lang="en-US" dirty="0"/>
          </a:p>
          <a:p>
            <a:r>
              <a:rPr lang="en-US" dirty="0"/>
              <a:t>While the names of cryptographic algorithms have been removed from the certification objectives, they are still present in the acronyms list, and the injunction on the acronyms list is "Candidates are encouraged to review the complete list and attain a working knowledge of all listed acronyms as part of a comprehensive exam preparation program." Consequently, the names of some products have been retained.</a:t>
            </a:r>
          </a:p>
          <a:p>
            <a:endParaRPr lang="en-US" dirty="0"/>
          </a:p>
          <a:p>
            <a:r>
              <a:rPr lang="en-US" dirty="0"/>
              <a:t>Acronyms related to block ciphers/modes of operation are still present, but we are not covering this subject as it is complex and no longer listed as an exam  subobjective. You might want to point students toward other sources to learn about these: CBC, CFB, CTM, ECB, GCM.</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753994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AES doesn't have weak keys. However, if the implementation uses weak random number generation, the keys will be much more vulnerable to cryptanalysis.</a:t>
            </a:r>
          </a:p>
          <a:p>
            <a:endParaRPr lang="en-US" dirty="0"/>
          </a:p>
          <a:p>
            <a:r>
              <a:rPr lang="en-US" dirty="0"/>
              <a:t>DES and RC4 remain in the acronyms list. You might want to mention these weak ciphers are no longer recommended for use. We're omitting discussion of IDEA and RACE too.</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547102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Asymmetric ciphers are mainly used for authentication and non-repudiation and for key exchange.</a:t>
            </a:r>
          </a:p>
          <a:p>
            <a:endParaRPr lang="en-US" dirty="0"/>
          </a:p>
          <a:p>
            <a:r>
              <a:rPr lang="en-US" dirty="0"/>
              <a:t>The diagram is a simplified view of key exchange. Note that in real-world applications, the "file" will more typically be a symmetric secret key rather than a data file or network packet.</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518867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Hash functions are mostly used for integrity (signatures and message authentication codes) and password storage (confidentiality).</a:t>
            </a:r>
          </a:p>
          <a:p>
            <a:endParaRPr lang="en-US" dirty="0"/>
          </a:p>
          <a:p>
            <a:r>
              <a:rPr lang="en-US" dirty="0"/>
              <a:t>RIPEMD is also listed as an acronym so you might want to make students aware of it as an alternative to SHA.</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828390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Digital signatures combine public key cryptography with hashing algorithms to provide authentication, integrity, and non-repudiation.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87172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As the previous lesson covered a lot of theory, you may prefer to focus more on labs for this topic. Most of the content examples are straightforward.</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1278692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is a quick recap of the previous topic. Be sure that students grasp the use of public and private keys before  moving 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2319261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X.509 and PKCS standards aren't listed in the exam objectives (though PKCS is in the acronyms list), so students should not need to learn them. We include them here just for reference.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1956904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Show a certificate hierarchy for a website (such as example.org).</a:t>
            </a:r>
          </a:p>
          <a:p>
            <a:endParaRPr lang="en-US" dirty="0"/>
          </a:p>
          <a:p>
            <a:r>
              <a:rPr lang="en-US" dirty="0"/>
              <a:t>Show the trust store for a Windows or Linux PC or for a web browser.</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898415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the CA does not generate the key pair and that the private key is not part of the CSR. The private key must be kept securely on the host (or secure removable storage, such as a smart card).</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584162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SAN field MUST be configured with the FQDN.</a:t>
            </a:r>
          </a:p>
          <a:p>
            <a:endParaRPr lang="en-US" dirty="0"/>
          </a:p>
          <a:p>
            <a:r>
              <a:rPr lang="en-US" dirty="0"/>
              <a:t>Despite being deprecated for this usage, it is safer to duplicate this information in the CN (knowledge.digicert.com/solution/SO7239) to ensure compatibility.</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4028160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We're focusing on PKI in this topic, but do note that symmetric keys and SSH keys have management requirements too. We'll be covering SSH later in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3604674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collects the remaining content examples from objective 1.4.</a:t>
            </a:r>
          </a:p>
        </p:txBody>
      </p:sp>
      <p:sp>
        <p:nvSpPr>
          <p:cNvPr id="4" name="Slide Number Placeholder 3"/>
          <p:cNvSpPr>
            <a:spLocks noGrp="1"/>
          </p:cNvSpPr>
          <p:nvPr>
            <p:ph type="sldNum" sz="quarter" idx="5"/>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3327296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can distinguish the data states.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59647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We're drawing some distinctions among disk, partition, and volume encryption that aren't necessarily observed in the marketplace. Most products are just sold as disk/drive/device encryption.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3911895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HMAC and authenticated encryption aren't content examples, but they seem worth mentioning. HMAC is in the acronyms list.</a:t>
            </a:r>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434718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exam objectives only mention "key exchange," but PFS is so critical to modern security it needs covering.</a:t>
            </a:r>
          </a:p>
          <a:p>
            <a:endParaRPr lang="en-US" dirty="0"/>
          </a:p>
          <a:p>
            <a:r>
              <a:rPr lang="en-US" dirty="0"/>
              <a:t>The terms "key exchange" and "key agreement" are often taken to mean the same thing, but point out that there are different mechanisms. With key agreement, the client does not transmit an encrypted session key to the server. The client and server use Diffie-Hellman (D-H) to derive the same secret key value.</a:t>
            </a:r>
          </a:p>
          <a:p>
            <a:endParaRPr lang="en-US" dirty="0"/>
          </a:p>
          <a:p>
            <a:r>
              <a:rPr lang="en-US" dirty="0"/>
              <a:t>Note that in TLS 1.3, only PFS cipher suites are allowed. RSA key exchange is deprecated. The RSA algorithm can still be used for signing, however. The values exchanged as part of D-H need to be signed to prove authenticity and prevent an on-path attack.</a:t>
            </a:r>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28826619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There are various software applications for inserting and detecting steganographic messages. When hiding messages in files, a substitution technique such as least significant bit is preferable to simply inserting a message as it does not alter the file size.</a:t>
            </a:r>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3390760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If you have used all the available time for this lesson block, note the issues and schedule time for a review later in the course.</a:t>
            </a:r>
          </a:p>
          <a:p>
            <a:endParaRPr lang="en-US" dirty="0"/>
          </a:p>
          <a:p>
            <a:pPr algn="l"/>
            <a:r>
              <a:rPr lang="en-US" b="0" i="1" dirty="0">
                <a:solidFill>
                  <a:srgbClr val="45545F"/>
                </a:solidFill>
                <a:effectLst/>
                <a:latin typeface="Open Sans" panose="020B0606030504020204" pitchFamily="34" charset="0"/>
              </a:rPr>
              <a:t>Split students into groups and have each investigate a different third-party CA. Identify whether the CA's website provides all of the following:</a:t>
            </a:r>
          </a:p>
          <a:p>
            <a:pPr algn="l">
              <a:buFont typeface="Arial" panose="020B0604020202020204" pitchFamily="34" charset="0"/>
              <a:buChar char="•"/>
            </a:pPr>
            <a:r>
              <a:rPr lang="en-US" b="0" i="1" dirty="0">
                <a:solidFill>
                  <a:srgbClr val="45545F"/>
                </a:solidFill>
                <a:effectLst/>
                <a:latin typeface="Open Sans" panose="020B0606030504020204" pitchFamily="34" charset="0"/>
              </a:rPr>
              <a:t>Type of certificates offered, such as: TLS (including multidomain and wildcard), code-signing, S/MIME/email, ...</a:t>
            </a:r>
          </a:p>
          <a:p>
            <a:pPr algn="l">
              <a:buFont typeface="Arial" panose="020B0604020202020204" pitchFamily="34" charset="0"/>
              <a:buChar char="•"/>
            </a:pPr>
            <a:r>
              <a:rPr lang="en-US" b="0" i="1" dirty="0">
                <a:solidFill>
                  <a:srgbClr val="45545F"/>
                </a:solidFill>
                <a:effectLst/>
                <a:latin typeface="Open Sans" panose="020B0606030504020204" pitchFamily="34" charset="0"/>
              </a:rPr>
              <a:t>Certificate Practice Statement (establishing trust)</a:t>
            </a:r>
          </a:p>
          <a:p>
            <a:pPr algn="l">
              <a:buFont typeface="Arial" panose="020B0604020202020204" pitchFamily="34" charset="0"/>
              <a:buChar char="•"/>
            </a:pPr>
            <a:r>
              <a:rPr lang="en-US" b="0" i="1" dirty="0">
                <a:solidFill>
                  <a:srgbClr val="45545F"/>
                </a:solidFill>
                <a:effectLst/>
                <a:latin typeface="Open Sans" panose="020B0606030504020204" pitchFamily="34" charset="0"/>
              </a:rPr>
              <a:t>Advice on key pair generation and length and on submitting a CSR</a:t>
            </a:r>
          </a:p>
          <a:p>
            <a:pPr algn="l">
              <a:buFont typeface="Arial" panose="020B0604020202020204" pitchFamily="34" charset="0"/>
              <a:buChar char="•"/>
            </a:pPr>
            <a:r>
              <a:rPr lang="en-US" b="0" i="1">
                <a:solidFill>
                  <a:srgbClr val="45545F"/>
                </a:solidFill>
                <a:effectLst/>
                <a:latin typeface="Open Sans" panose="020B0606030504020204" pitchFamily="34" charset="0"/>
              </a:rPr>
              <a:t>Advice on cipher suites for PFS</a:t>
            </a:r>
          </a:p>
          <a:p>
            <a:endParaRPr lang="en-US"/>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821927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5D243-4673-A4FA-D446-42B7038EDF2D}"/>
              </a:ext>
            </a:extLst>
          </p:cNvPr>
          <p:cNvSpPr>
            <a:spLocks noGrp="1"/>
          </p:cNvSpPr>
          <p:nvPr>
            <p:ph type="ctrTitle"/>
          </p:nvPr>
        </p:nvSpPr>
        <p:spPr/>
        <p:txBody>
          <a:bodyPr/>
          <a:lstStyle/>
          <a:p>
            <a:r>
              <a:rPr lang="en-US" noProof="0" dirty="0"/>
              <a:t>Explaining Appropriate Cryptographic Solutions</a:t>
            </a:r>
          </a:p>
        </p:txBody>
      </p:sp>
      <p:sp>
        <p:nvSpPr>
          <p:cNvPr id="3" name="Subtitle 2">
            <a:extLst>
              <a:ext uri="{FF2B5EF4-FFF2-40B4-BE49-F238E27FC236}">
                <a16:creationId xmlns:a16="http://schemas.microsoft.com/office/drawing/2014/main" id="{90469591-92CE-0604-4A12-DA87A040E46F}"/>
              </a:ext>
            </a:extLst>
          </p:cNvPr>
          <p:cNvSpPr>
            <a:spLocks noGrp="1"/>
          </p:cNvSpPr>
          <p:nvPr>
            <p:ph type="subTitle" idx="1"/>
          </p:nvPr>
        </p:nvSpPr>
        <p:spPr/>
        <p:txBody>
          <a:bodyPr/>
          <a:lstStyle/>
          <a:p>
            <a:r>
              <a:rPr lang="en-US" noProof="0" dirty="0"/>
              <a:t>Lesson 3</a:t>
            </a:r>
          </a:p>
        </p:txBody>
      </p:sp>
      <p:sp>
        <p:nvSpPr>
          <p:cNvPr id="4" name="Text Placeholder 3">
            <a:extLst>
              <a:ext uri="{FF2B5EF4-FFF2-40B4-BE49-F238E27FC236}">
                <a16:creationId xmlns:a16="http://schemas.microsoft.com/office/drawing/2014/main" id="{66AA591F-5D18-6B2E-56FC-65AD1C8A06AE}"/>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53356F1A-A585-D4EA-9AF6-C4D4236612E5}"/>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2634730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3BA1-6FA7-5A2E-F5F9-AD40773D9C21}"/>
              </a:ext>
            </a:extLst>
          </p:cNvPr>
          <p:cNvSpPr>
            <a:spLocks noGrp="1"/>
          </p:cNvSpPr>
          <p:nvPr>
            <p:ph type="title"/>
          </p:nvPr>
        </p:nvSpPr>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BF88E7C3-8269-095C-3076-8BE9A5ECFA48}"/>
              </a:ext>
            </a:extLst>
          </p:cNvPr>
          <p:cNvSpPr>
            <a:spLocks noGrp="1"/>
          </p:cNvSpPr>
          <p:nvPr>
            <p:ph idx="1"/>
          </p:nvPr>
        </p:nvSpPr>
        <p:spPr/>
        <p:txBody>
          <a:bodyPr/>
          <a:lstStyle/>
          <a:p>
            <a:r>
              <a:rPr lang="en-US" dirty="0"/>
              <a:t>Compare and contrast </a:t>
            </a:r>
            <a:r>
              <a:rPr lang="en-US"/>
              <a:t>cryptographic algorithms</a:t>
            </a:r>
            <a:endParaRPr lang="en-US" dirty="0"/>
          </a:p>
          <a:p>
            <a:r>
              <a:rPr lang="en-US" dirty="0"/>
              <a:t>Explain the importance of public key infrastructure and digital certificates</a:t>
            </a:r>
          </a:p>
          <a:p>
            <a:r>
              <a:rPr lang="en-US" dirty="0"/>
              <a:t>Explain the importance of using appropriate cryptographic solutions for encryption and key exchange</a:t>
            </a:r>
          </a:p>
        </p:txBody>
      </p:sp>
      <p:sp>
        <p:nvSpPr>
          <p:cNvPr id="4" name="Slide Number Placeholder 3">
            <a:extLst>
              <a:ext uri="{FF2B5EF4-FFF2-40B4-BE49-F238E27FC236}">
                <a16:creationId xmlns:a16="http://schemas.microsoft.com/office/drawing/2014/main" id="{470D5038-1C9A-A1D6-B513-A5AFAE394BDD}"/>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446881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Cryptographic Algorithms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3A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3</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4072486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14B4D-17B9-DB43-DC4C-CF1F5DBA0ED3}"/>
              </a:ext>
            </a:extLst>
          </p:cNvPr>
          <p:cNvSpPr>
            <a:spLocks noGrp="1"/>
          </p:cNvSpPr>
          <p:nvPr>
            <p:ph type="title"/>
          </p:nvPr>
        </p:nvSpPr>
        <p:spPr/>
        <p:txBody>
          <a:bodyPr/>
          <a:lstStyle/>
          <a:p>
            <a:r>
              <a:rPr lang="en-US" noProof="0" dirty="0"/>
              <a:t>Cryptographic Concepts​</a:t>
            </a:r>
          </a:p>
        </p:txBody>
      </p:sp>
      <p:sp>
        <p:nvSpPr>
          <p:cNvPr id="3" name="Content Placeholder 2">
            <a:extLst>
              <a:ext uri="{FF2B5EF4-FFF2-40B4-BE49-F238E27FC236}">
                <a16:creationId xmlns:a16="http://schemas.microsoft.com/office/drawing/2014/main" id="{FBB28A3E-7B94-BA13-85FA-8A23229A65D1}"/>
              </a:ext>
            </a:extLst>
          </p:cNvPr>
          <p:cNvSpPr>
            <a:spLocks noGrp="1"/>
          </p:cNvSpPr>
          <p:nvPr>
            <p:ph idx="1"/>
          </p:nvPr>
        </p:nvSpPr>
        <p:spPr/>
        <p:txBody>
          <a:bodyPr>
            <a:normAutofit fontScale="70000" lnSpcReduction="20000"/>
          </a:bodyPr>
          <a:lstStyle/>
          <a:p>
            <a:r>
              <a:rPr lang="en-US" noProof="0" dirty="0"/>
              <a:t>Encryption and decryption—encoding and decoding​</a:t>
            </a:r>
          </a:p>
          <a:p>
            <a:pPr lvl="1"/>
            <a:r>
              <a:rPr lang="en-US" noProof="0" dirty="0"/>
              <a:t>Plaintext is the unencoded message​</a:t>
            </a:r>
          </a:p>
          <a:p>
            <a:pPr lvl="1"/>
            <a:r>
              <a:rPr lang="en-US" noProof="0" dirty="0"/>
              <a:t>Ciphertext is the coded message​</a:t>
            </a:r>
          </a:p>
          <a:p>
            <a:pPr lvl="1"/>
            <a:r>
              <a:rPr lang="en-US" noProof="0" dirty="0"/>
              <a:t>Cipher is the means of change or algorithm​</a:t>
            </a:r>
          </a:p>
          <a:p>
            <a:r>
              <a:rPr lang="en-US" noProof="0" dirty="0"/>
              <a:t>Cryptanalysis is the art of cracking cryptographic systems​</a:t>
            </a:r>
          </a:p>
          <a:p>
            <a:r>
              <a:rPr lang="en-US" noProof="0" dirty="0"/>
              <a:t>Meet Alice and Bob (and observe Mallory, lurking)​</a:t>
            </a:r>
          </a:p>
          <a:p>
            <a:r>
              <a:rPr lang="en-US" noProof="0" dirty="0"/>
              <a:t>Hashing algorithms​</a:t>
            </a:r>
          </a:p>
          <a:p>
            <a:r>
              <a:rPr lang="en-US" noProof="0" dirty="0"/>
              <a:t>Encryption ciphers​</a:t>
            </a:r>
          </a:p>
          <a:p>
            <a:pPr lvl="1"/>
            <a:r>
              <a:rPr lang="en-US" noProof="0" dirty="0"/>
              <a:t>Symmetric​</a:t>
            </a:r>
          </a:p>
          <a:p>
            <a:pPr lvl="1"/>
            <a:r>
              <a:rPr lang="en-US" noProof="0" dirty="0"/>
              <a:t>Asymmetric​​</a:t>
            </a:r>
          </a:p>
          <a:p>
            <a:endParaRPr lang="en-US" noProof="0" dirty="0"/>
          </a:p>
        </p:txBody>
      </p:sp>
      <p:sp>
        <p:nvSpPr>
          <p:cNvPr id="4" name="Slide Number Placeholder 3">
            <a:extLst>
              <a:ext uri="{FF2B5EF4-FFF2-40B4-BE49-F238E27FC236}">
                <a16:creationId xmlns:a16="http://schemas.microsoft.com/office/drawing/2014/main" id="{C481334F-677A-EB59-A441-CD8D6398FE83}"/>
              </a:ext>
            </a:extLst>
          </p:cNvPr>
          <p:cNvSpPr>
            <a:spLocks noGrp="1"/>
          </p:cNvSpPr>
          <p:nvPr>
            <p:ph type="sldNum" sz="quarter" idx="10"/>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97881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20FF8-AC2F-61E1-AFE3-06F957210663}"/>
              </a:ext>
            </a:extLst>
          </p:cNvPr>
          <p:cNvSpPr>
            <a:spLocks noGrp="1"/>
          </p:cNvSpPr>
          <p:nvPr>
            <p:ph type="title"/>
          </p:nvPr>
        </p:nvSpPr>
        <p:spPr/>
        <p:txBody>
          <a:bodyPr/>
          <a:lstStyle/>
          <a:p>
            <a:r>
              <a:rPr lang="en-US" noProof="0" dirty="0"/>
              <a:t>Symmetric Encryption</a:t>
            </a:r>
          </a:p>
        </p:txBody>
      </p:sp>
      <p:sp>
        <p:nvSpPr>
          <p:cNvPr id="4" name="Content Placeholder 3">
            <a:extLst>
              <a:ext uri="{FF2B5EF4-FFF2-40B4-BE49-F238E27FC236}">
                <a16:creationId xmlns:a16="http://schemas.microsoft.com/office/drawing/2014/main" id="{C7D61910-1984-D1EC-5F0A-5C257FCCC6A4}"/>
              </a:ext>
            </a:extLst>
          </p:cNvPr>
          <p:cNvSpPr>
            <a:spLocks noGrp="1"/>
          </p:cNvSpPr>
          <p:nvPr>
            <p:ph idx="12"/>
          </p:nvPr>
        </p:nvSpPr>
        <p:spPr>
          <a:xfrm>
            <a:off x="4636383" y="746759"/>
            <a:ext cx="4380617" cy="4337605"/>
          </a:xfrm>
        </p:spPr>
        <p:txBody>
          <a:bodyPr>
            <a:normAutofit fontScale="70000" lnSpcReduction="20000"/>
          </a:bodyPr>
          <a:lstStyle/>
          <a:p>
            <a:r>
              <a:rPr lang="en-US" noProof="0" dirty="0"/>
              <a:t>Encryption uses a reversible process (algorithm) based on a ​key that is only known by authorized persons</a:t>
            </a:r>
          </a:p>
          <a:p>
            <a:r>
              <a:rPr lang="en-US" noProof="0" dirty="0"/>
              <a:t>Substitution​ and transposition​</a:t>
            </a:r>
          </a:p>
          <a:p>
            <a:pPr lvl="1"/>
            <a:r>
              <a:rPr lang="en-US" noProof="0" dirty="0"/>
              <a:t>Process should be too complex to unravel without the key​</a:t>
            </a:r>
          </a:p>
          <a:p>
            <a:r>
              <a:rPr lang="en-US" noProof="0" dirty="0"/>
              <a:t>Symmetric algorithms</a:t>
            </a:r>
          </a:p>
          <a:p>
            <a:pPr lvl="1"/>
            <a:r>
              <a:rPr lang="en-US" noProof="0" dirty="0"/>
              <a:t>Same secret key is used for encryption and decryption​</a:t>
            </a:r>
          </a:p>
          <a:p>
            <a:pPr lvl="1"/>
            <a:r>
              <a:rPr lang="en-US" noProof="0" dirty="0"/>
              <a:t>Fast—suitable for bulk encryption of large amounts of data​</a:t>
            </a:r>
          </a:p>
          <a:p>
            <a:pPr lvl="1"/>
            <a:r>
              <a:rPr lang="en-US" noProof="0" dirty="0"/>
              <a:t>Problem storing and distributing key securely​</a:t>
            </a:r>
          </a:p>
          <a:p>
            <a:pPr lvl="1"/>
            <a:r>
              <a:rPr lang="en-US" noProof="0" dirty="0"/>
              <a:t>Confidentiality only— sender and recipient know the same key​</a:t>
            </a:r>
          </a:p>
        </p:txBody>
      </p:sp>
      <p:sp>
        <p:nvSpPr>
          <p:cNvPr id="5" name="Slide Number Placeholder 4">
            <a:extLst>
              <a:ext uri="{FF2B5EF4-FFF2-40B4-BE49-F238E27FC236}">
                <a16:creationId xmlns:a16="http://schemas.microsoft.com/office/drawing/2014/main" id="{49139522-EC6D-CE7A-848A-F22C81AEDAF9}"/>
              </a:ext>
            </a:extLst>
          </p:cNvPr>
          <p:cNvSpPr>
            <a:spLocks noGrp="1"/>
          </p:cNvSpPr>
          <p:nvPr>
            <p:ph type="sldNum" sz="quarter" idx="13"/>
          </p:nvPr>
        </p:nvSpPr>
        <p:spPr/>
        <p:txBody>
          <a:bodyPr/>
          <a:lstStyle/>
          <a:p>
            <a:fld id="{B7CF8A19-3A9E-4ABC-B336-2FDDE321C72D}" type="slidenum">
              <a:rPr lang="en-US" smtClean="0"/>
              <a:pPr/>
              <a:t>5</a:t>
            </a:fld>
            <a:endParaRPr lang="en-US"/>
          </a:p>
        </p:txBody>
      </p:sp>
      <p:pic>
        <p:nvPicPr>
          <p:cNvPr id="6146" name="Picture 2" descr="A diagram shows the process of sharing a confidential file by using symmetric encryption.">
            <a:extLst>
              <a:ext uri="{FF2B5EF4-FFF2-40B4-BE49-F238E27FC236}">
                <a16:creationId xmlns:a16="http://schemas.microsoft.com/office/drawing/2014/main" id="{8104930E-C8AC-3EA9-9911-DCE4D176196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550511"/>
            <a:ext cx="4354513" cy="2437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049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29A2C-709F-55B9-CA25-9C8721D36F58}"/>
              </a:ext>
            </a:extLst>
          </p:cNvPr>
          <p:cNvSpPr>
            <a:spLocks noGrp="1"/>
          </p:cNvSpPr>
          <p:nvPr>
            <p:ph type="title"/>
          </p:nvPr>
        </p:nvSpPr>
        <p:spPr/>
        <p:txBody>
          <a:bodyPr/>
          <a:lstStyle/>
          <a:p>
            <a:r>
              <a:rPr lang="en-US" noProof="0" dirty="0"/>
              <a:t>Key Length</a:t>
            </a:r>
          </a:p>
        </p:txBody>
      </p:sp>
      <p:sp>
        <p:nvSpPr>
          <p:cNvPr id="3" name="Content Placeholder 2">
            <a:extLst>
              <a:ext uri="{FF2B5EF4-FFF2-40B4-BE49-F238E27FC236}">
                <a16:creationId xmlns:a16="http://schemas.microsoft.com/office/drawing/2014/main" id="{87BF02B5-B791-9004-0712-BC4289D03396}"/>
              </a:ext>
            </a:extLst>
          </p:cNvPr>
          <p:cNvSpPr>
            <a:spLocks noGrp="1"/>
          </p:cNvSpPr>
          <p:nvPr>
            <p:ph idx="1"/>
          </p:nvPr>
        </p:nvSpPr>
        <p:spPr/>
        <p:txBody>
          <a:bodyPr>
            <a:normAutofit lnSpcReduction="10000"/>
          </a:bodyPr>
          <a:lstStyle/>
          <a:p>
            <a:r>
              <a:rPr lang="en-US" noProof="0" dirty="0"/>
              <a:t>Key ensures ciphertext remains protected even when the operation of the algorithm is known​</a:t>
            </a:r>
          </a:p>
          <a:p>
            <a:r>
              <a:rPr lang="en-US" noProof="0" dirty="0"/>
              <a:t>Range of key values is the keyspace​</a:t>
            </a:r>
          </a:p>
          <a:p>
            <a:r>
              <a:rPr lang="en-US" noProof="0" dirty="0"/>
              <a:t>Longer key bit length means a larger keyspace​</a:t>
            </a:r>
          </a:p>
          <a:p>
            <a:pPr lvl="1"/>
            <a:r>
              <a:rPr lang="en-US" noProof="0" dirty="0"/>
              <a:t>Protects against brute force cryptanalysis</a:t>
            </a:r>
          </a:p>
          <a:p>
            <a:r>
              <a:rPr lang="en-US" noProof="0" dirty="0"/>
              <a:t>Advanced Encryption Standard (AES/AES256)​</a:t>
            </a:r>
          </a:p>
          <a:p>
            <a:pPr lvl="1"/>
            <a:r>
              <a:rPr lang="en-US" dirty="0"/>
              <a:t>256-bit key is exponentially stronger than 128-bit key</a:t>
            </a:r>
          </a:p>
          <a:p>
            <a:pPr lvl="1"/>
            <a:r>
              <a:rPr lang="en-US" noProof="0" dirty="0"/>
              <a:t>Larger keys use more CPU/memory/power resources</a:t>
            </a:r>
          </a:p>
        </p:txBody>
      </p:sp>
      <p:sp>
        <p:nvSpPr>
          <p:cNvPr id="4" name="Slide Number Placeholder 3">
            <a:extLst>
              <a:ext uri="{FF2B5EF4-FFF2-40B4-BE49-F238E27FC236}">
                <a16:creationId xmlns:a16="http://schemas.microsoft.com/office/drawing/2014/main" id="{BBF8B810-8824-5262-6485-D1919F6CE22E}"/>
              </a:ext>
            </a:extLst>
          </p:cNvPr>
          <p:cNvSpPr>
            <a:spLocks noGrp="1"/>
          </p:cNvSpPr>
          <p:nvPr>
            <p:ph type="sldNum" sz="quarter" idx="10"/>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4044510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5A8BB-7905-1D7F-2089-07AB7A8258B5}"/>
              </a:ext>
            </a:extLst>
          </p:cNvPr>
          <p:cNvSpPr>
            <a:spLocks noGrp="1"/>
          </p:cNvSpPr>
          <p:nvPr>
            <p:ph type="title"/>
          </p:nvPr>
        </p:nvSpPr>
        <p:spPr/>
        <p:txBody>
          <a:bodyPr/>
          <a:lstStyle/>
          <a:p>
            <a:r>
              <a:rPr lang="en-US" noProof="0" dirty="0"/>
              <a:t>Asymmetric Encryption​</a:t>
            </a:r>
          </a:p>
        </p:txBody>
      </p:sp>
      <p:sp>
        <p:nvSpPr>
          <p:cNvPr id="3" name="Content Placeholder 2">
            <a:extLst>
              <a:ext uri="{FF2B5EF4-FFF2-40B4-BE49-F238E27FC236}">
                <a16:creationId xmlns:a16="http://schemas.microsoft.com/office/drawing/2014/main" id="{960243B7-7725-242C-3432-B9DF5F201418}"/>
              </a:ext>
            </a:extLst>
          </p:cNvPr>
          <p:cNvSpPr>
            <a:spLocks noGrp="1"/>
          </p:cNvSpPr>
          <p:nvPr>
            <p:ph idx="1"/>
          </p:nvPr>
        </p:nvSpPr>
        <p:spPr/>
        <p:txBody>
          <a:bodyPr>
            <a:normAutofit fontScale="62500" lnSpcReduction="20000"/>
          </a:bodyPr>
          <a:lstStyle/>
          <a:p>
            <a:r>
              <a:rPr lang="en-US" noProof="0" dirty="0"/>
              <a:t>Public/private key pair​</a:t>
            </a:r>
          </a:p>
          <a:p>
            <a:pPr lvl="1"/>
            <a:r>
              <a:rPr lang="en-US" noProof="0" dirty="0"/>
              <a:t>If the public key encrypts, only the private key can decrypt​</a:t>
            </a:r>
          </a:p>
          <a:p>
            <a:pPr lvl="1"/>
            <a:r>
              <a:rPr lang="en-US" noProof="0" dirty="0"/>
              <a:t>Private key cannot be derived from the public key​</a:t>
            </a:r>
          </a:p>
          <a:p>
            <a:pPr lvl="1"/>
            <a:r>
              <a:rPr lang="en-US" noProof="0" dirty="0"/>
              <a:t>Private key must be kept secret​</a:t>
            </a:r>
          </a:p>
          <a:p>
            <a:pPr lvl="1"/>
            <a:r>
              <a:rPr lang="en-US" noProof="0" dirty="0"/>
              <a:t>Public key is easy to distribute (anyone can have it)​</a:t>
            </a:r>
          </a:p>
          <a:p>
            <a:r>
              <a:rPr lang="en-US" noProof="0" dirty="0"/>
              <a:t>Used for small amounts of authentication data​</a:t>
            </a:r>
          </a:p>
          <a:p>
            <a:r>
              <a:rPr lang="en-US" noProof="0" dirty="0"/>
              <a:t>Different ciphers have different recommended key lengths</a:t>
            </a:r>
          </a:p>
          <a:p>
            <a:pPr lvl="1"/>
            <a:r>
              <a:rPr lang="en-US" noProof="0" dirty="0"/>
              <a:t>Rivest, Shamir, Adelman (RSA) cipher (2,048-bit or better)</a:t>
            </a:r>
          </a:p>
          <a:p>
            <a:pPr lvl="1"/>
            <a:r>
              <a:rPr lang="en-US" noProof="0" dirty="0"/>
              <a:t>Elliptic Curve Cryptography (ECC) cipher (256-bit or better)</a:t>
            </a:r>
          </a:p>
          <a:p>
            <a:endParaRPr lang="en-US" noProof="0" dirty="0"/>
          </a:p>
        </p:txBody>
      </p:sp>
      <p:sp>
        <p:nvSpPr>
          <p:cNvPr id="5" name="Slide Number Placeholder 4">
            <a:extLst>
              <a:ext uri="{FF2B5EF4-FFF2-40B4-BE49-F238E27FC236}">
                <a16:creationId xmlns:a16="http://schemas.microsoft.com/office/drawing/2014/main" id="{6E0788F2-A226-2CB4-B4B5-1F75CC1F4E08}"/>
              </a:ext>
            </a:extLst>
          </p:cNvPr>
          <p:cNvSpPr>
            <a:spLocks noGrp="1"/>
          </p:cNvSpPr>
          <p:nvPr>
            <p:ph type="sldNum" sz="quarter" idx="13"/>
          </p:nvPr>
        </p:nvSpPr>
        <p:spPr/>
        <p:txBody>
          <a:bodyPr/>
          <a:lstStyle/>
          <a:p>
            <a:fld id="{B7CF8A19-3A9E-4ABC-B336-2FDDE321C72D}" type="slidenum">
              <a:rPr lang="en-US" smtClean="0"/>
              <a:pPr/>
              <a:t>7</a:t>
            </a:fld>
            <a:endParaRPr lang="en-US"/>
          </a:p>
        </p:txBody>
      </p:sp>
      <p:pic>
        <p:nvPicPr>
          <p:cNvPr id="7170" name="Picture 2" descr="A diagram shows the process of sharing a confidential file by using asymmetric encryption.">
            <a:extLst>
              <a:ext uri="{FF2B5EF4-FFF2-40B4-BE49-F238E27FC236}">
                <a16:creationId xmlns:a16="http://schemas.microsoft.com/office/drawing/2014/main" id="{2E88425F-66FC-D996-1FB6-7B4A4D7B11E1}"/>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230062"/>
            <a:ext cx="4379912" cy="307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625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9849-4D23-31CF-C568-E1F7D03E7564}"/>
              </a:ext>
            </a:extLst>
          </p:cNvPr>
          <p:cNvSpPr>
            <a:spLocks noGrp="1"/>
          </p:cNvSpPr>
          <p:nvPr>
            <p:ph type="title"/>
          </p:nvPr>
        </p:nvSpPr>
        <p:spPr/>
        <p:txBody>
          <a:bodyPr/>
          <a:lstStyle/>
          <a:p>
            <a:r>
              <a:rPr lang="en-US" noProof="0" dirty="0"/>
              <a:t>Hashing</a:t>
            </a:r>
          </a:p>
        </p:txBody>
      </p:sp>
      <p:sp>
        <p:nvSpPr>
          <p:cNvPr id="7" name="Content Placeholder 6">
            <a:extLst>
              <a:ext uri="{FF2B5EF4-FFF2-40B4-BE49-F238E27FC236}">
                <a16:creationId xmlns:a16="http://schemas.microsoft.com/office/drawing/2014/main" id="{C99C583D-2067-6D06-1B42-E5DDC8A73371}"/>
              </a:ext>
            </a:extLst>
          </p:cNvPr>
          <p:cNvSpPr>
            <a:spLocks noGrp="1"/>
          </p:cNvSpPr>
          <p:nvPr>
            <p:ph idx="12"/>
          </p:nvPr>
        </p:nvSpPr>
        <p:spPr/>
        <p:txBody>
          <a:bodyPr>
            <a:normAutofit fontScale="70000" lnSpcReduction="20000"/>
          </a:bodyPr>
          <a:lstStyle/>
          <a:p>
            <a:r>
              <a:rPr lang="en-US" noProof="0" dirty="0"/>
              <a:t>Fixed length digest from variable string with cryptographic properties​</a:t>
            </a:r>
          </a:p>
          <a:p>
            <a:pPr lvl="1"/>
            <a:r>
              <a:rPr lang="en-US" noProof="0" dirty="0"/>
              <a:t>One-way (plaintext cannot be recovered from the digest)​</a:t>
            </a:r>
          </a:p>
          <a:p>
            <a:pPr lvl="1"/>
            <a:r>
              <a:rPr lang="en-US" noProof="0" dirty="0"/>
              <a:t>Anti-collision (no two plaintexts are likely to produce the same </a:t>
            </a:r>
            <a:r>
              <a:rPr lang="en-US" dirty="0"/>
              <a:t>digest</a:t>
            </a:r>
            <a:r>
              <a:rPr lang="en-US" noProof="0" dirty="0"/>
              <a:t>)​</a:t>
            </a:r>
          </a:p>
          <a:p>
            <a:r>
              <a:rPr lang="en-US" noProof="0" dirty="0"/>
              <a:t>Used for password storage and checksums (integrity)​</a:t>
            </a:r>
          </a:p>
          <a:p>
            <a:r>
              <a:rPr lang="en-US" noProof="0" dirty="0"/>
              <a:t>Secure Hash Algorithm (SHA)​</a:t>
            </a:r>
          </a:p>
          <a:p>
            <a:pPr lvl="1"/>
            <a:r>
              <a:rPr lang="en-US" noProof="0" dirty="0"/>
              <a:t>256-bit or better</a:t>
            </a:r>
          </a:p>
          <a:p>
            <a:r>
              <a:rPr lang="en-US" noProof="0" dirty="0"/>
              <a:t>Message Digest Algorithm (MD5)​</a:t>
            </a:r>
          </a:p>
          <a:p>
            <a:pPr lvl="1"/>
            <a:r>
              <a:rPr lang="en-US" noProof="0" dirty="0"/>
              <a:t>128-bit only</a:t>
            </a:r>
          </a:p>
          <a:p>
            <a:endParaRPr lang="en-US" noProof="0" dirty="0"/>
          </a:p>
          <a:p>
            <a:endParaRPr lang="en-US" dirty="0"/>
          </a:p>
        </p:txBody>
      </p:sp>
      <p:sp>
        <p:nvSpPr>
          <p:cNvPr id="5" name="Slide Number Placeholder 4">
            <a:extLst>
              <a:ext uri="{FF2B5EF4-FFF2-40B4-BE49-F238E27FC236}">
                <a16:creationId xmlns:a16="http://schemas.microsoft.com/office/drawing/2014/main" id="{891F8FEC-E978-34BD-262C-AA70AB0310C7}"/>
              </a:ext>
            </a:extLst>
          </p:cNvPr>
          <p:cNvSpPr>
            <a:spLocks noGrp="1"/>
          </p:cNvSpPr>
          <p:nvPr>
            <p:ph type="sldNum" sz="quarter" idx="13"/>
          </p:nvPr>
        </p:nvSpPr>
        <p:spPr/>
        <p:txBody>
          <a:bodyPr/>
          <a:lstStyle/>
          <a:p>
            <a:fld id="{B7CF8A19-3A9E-4ABC-B336-2FDDE321C72D}" type="slidenum">
              <a:rPr lang="en-US" smtClean="0"/>
              <a:pPr/>
              <a:t>8</a:t>
            </a:fld>
            <a:endParaRPr lang="en-US"/>
          </a:p>
        </p:txBody>
      </p:sp>
      <p:sp>
        <p:nvSpPr>
          <p:cNvPr id="6" name="TextBox 1">
            <a:extLst>
              <a:ext uri="{FF2B5EF4-FFF2-40B4-BE49-F238E27FC236}">
                <a16:creationId xmlns:a16="http://schemas.microsoft.com/office/drawing/2014/main" id="{0B17249E-A635-C687-5180-4E144436114F}"/>
              </a:ext>
            </a:extLst>
          </p:cNvPr>
          <p:cNvSpPr txBox="1"/>
          <p:nvPr/>
        </p:nvSpPr>
        <p:spPr>
          <a:xfrm>
            <a:off x="146050" y="4031629"/>
            <a:ext cx="1285929"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Images © 123rf.com.</a:t>
            </a:r>
          </a:p>
        </p:txBody>
      </p:sp>
      <p:pic>
        <p:nvPicPr>
          <p:cNvPr id="8194" name="Picture 2" descr="A diagram shows the process of confirming a file download using cryptographic hashes.">
            <a:extLst>
              <a:ext uri="{FF2B5EF4-FFF2-40B4-BE49-F238E27FC236}">
                <a16:creationId xmlns:a16="http://schemas.microsoft.com/office/drawing/2014/main" id="{4BAC57F2-079E-0AD6-E010-968453B8CB4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578707"/>
            <a:ext cx="4354513" cy="2381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92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FB430-6C57-33D4-1758-19B9FE15A107}"/>
              </a:ext>
            </a:extLst>
          </p:cNvPr>
          <p:cNvSpPr>
            <a:spLocks noGrp="1"/>
          </p:cNvSpPr>
          <p:nvPr>
            <p:ph type="title"/>
          </p:nvPr>
        </p:nvSpPr>
        <p:spPr/>
        <p:txBody>
          <a:bodyPr/>
          <a:lstStyle/>
          <a:p>
            <a:r>
              <a:rPr lang="en-US" noProof="0" dirty="0"/>
              <a:t>Digital Signatures​</a:t>
            </a:r>
          </a:p>
        </p:txBody>
      </p:sp>
      <p:sp>
        <p:nvSpPr>
          <p:cNvPr id="3" name="Content Placeholder 2">
            <a:extLst>
              <a:ext uri="{FF2B5EF4-FFF2-40B4-BE49-F238E27FC236}">
                <a16:creationId xmlns:a16="http://schemas.microsoft.com/office/drawing/2014/main" id="{779E76FD-9EFC-507A-682D-7318EE78A558}"/>
              </a:ext>
            </a:extLst>
          </p:cNvPr>
          <p:cNvSpPr>
            <a:spLocks noGrp="1"/>
          </p:cNvSpPr>
          <p:nvPr>
            <p:ph idx="1"/>
          </p:nvPr>
        </p:nvSpPr>
        <p:spPr>
          <a:xfrm>
            <a:off x="146049" y="746760"/>
            <a:ext cx="8997950" cy="1499135"/>
          </a:xfrm>
        </p:spPr>
        <p:txBody>
          <a:bodyPr/>
          <a:lstStyle/>
          <a:p>
            <a:r>
              <a:rPr lang="en-US" noProof="0" dirty="0"/>
              <a:t>Using public key cryptography with hashing​</a:t>
            </a:r>
          </a:p>
          <a:p>
            <a:r>
              <a:rPr lang="en-US" noProof="0" dirty="0"/>
              <a:t>Digital signatures provide integrity, authentication, non-repudiation​</a:t>
            </a:r>
          </a:p>
        </p:txBody>
      </p:sp>
      <p:sp>
        <p:nvSpPr>
          <p:cNvPr id="5" name="Slide Number Placeholder 4">
            <a:extLst>
              <a:ext uri="{FF2B5EF4-FFF2-40B4-BE49-F238E27FC236}">
                <a16:creationId xmlns:a16="http://schemas.microsoft.com/office/drawing/2014/main" id="{ED165D67-BF1E-1DED-E87C-AC1EDDBE1EBF}"/>
              </a:ext>
            </a:extLst>
          </p:cNvPr>
          <p:cNvSpPr>
            <a:spLocks noGrp="1"/>
          </p:cNvSpPr>
          <p:nvPr>
            <p:ph type="sldNum" sz="quarter" idx="13"/>
          </p:nvPr>
        </p:nvSpPr>
        <p:spPr/>
        <p:txBody>
          <a:bodyPr/>
          <a:lstStyle/>
          <a:p>
            <a:fld id="{B7CF8A19-3A9E-4ABC-B336-2FDDE321C72D}" type="slidenum">
              <a:rPr lang="en-US" smtClean="0"/>
              <a:pPr/>
              <a:t>9</a:t>
            </a:fld>
            <a:endParaRPr lang="en-US"/>
          </a:p>
        </p:txBody>
      </p:sp>
      <p:pic>
        <p:nvPicPr>
          <p:cNvPr id="9218" name="Picture 2" descr="A diagram shows the process of authenticating a message using digital signatures.">
            <a:extLst>
              <a:ext uri="{FF2B5EF4-FFF2-40B4-BE49-F238E27FC236}">
                <a16:creationId xmlns:a16="http://schemas.microsoft.com/office/drawing/2014/main" id="{E3296263-A759-F3E5-F717-B5A2CA8914C5}"/>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1384504" y="1747506"/>
            <a:ext cx="6521040" cy="3395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865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6FD0BC-A35C-A861-2821-77D8CE7D74B1}"/>
              </a:ext>
            </a:extLst>
          </p:cNvPr>
          <p:cNvSpPr>
            <a:spLocks noGrp="1"/>
          </p:cNvSpPr>
          <p:nvPr>
            <p:ph sz="quarter" idx="11"/>
          </p:nvPr>
        </p:nvSpPr>
        <p:spPr/>
        <p:txBody>
          <a:bodyPr>
            <a:normAutofit fontScale="70000" lnSpcReduction="20000"/>
          </a:bodyPr>
          <a:lstStyle/>
          <a:p>
            <a:r>
              <a:rPr lang="en-US" dirty="0"/>
              <a:t>Cryptographic concepts​</a:t>
            </a:r>
          </a:p>
          <a:p>
            <a:r>
              <a:rPr lang="en-US" dirty="0"/>
              <a:t>Symmetric encryption</a:t>
            </a:r>
          </a:p>
          <a:p>
            <a:pPr lvl="1"/>
            <a:r>
              <a:rPr lang="en-US" dirty="0"/>
              <a:t>Same secret key encrypts and decrypts</a:t>
            </a:r>
          </a:p>
          <a:p>
            <a:r>
              <a:rPr lang="en-US" dirty="0"/>
              <a:t>Key length</a:t>
            </a:r>
          </a:p>
          <a:p>
            <a:r>
              <a:rPr lang="en-US" dirty="0"/>
              <a:t>Asymmetric encryption​</a:t>
            </a:r>
          </a:p>
          <a:p>
            <a:pPr lvl="1"/>
            <a:r>
              <a:rPr lang="en-US" dirty="0"/>
              <a:t>Public/private key pair</a:t>
            </a:r>
          </a:p>
          <a:p>
            <a:r>
              <a:rPr lang="en-US" dirty="0"/>
              <a:t>Hashing</a:t>
            </a:r>
          </a:p>
          <a:p>
            <a:pPr lvl="1"/>
            <a:r>
              <a:rPr lang="en-US" dirty="0"/>
              <a:t>Non-reversible</a:t>
            </a:r>
          </a:p>
          <a:p>
            <a:r>
              <a:rPr lang="en-US" dirty="0"/>
              <a:t>Digital signatures​</a:t>
            </a:r>
          </a:p>
          <a:p>
            <a:pPr lvl="1"/>
            <a:r>
              <a:rPr lang="en-US" dirty="0"/>
              <a:t>Sign message hash with private key and validate with </a:t>
            </a:r>
            <a:r>
              <a:rPr lang="en-US"/>
              <a:t>public key</a:t>
            </a:r>
            <a:endParaRPr lang="en-US" dirty="0"/>
          </a:p>
        </p:txBody>
      </p:sp>
      <p:sp>
        <p:nvSpPr>
          <p:cNvPr id="3" name="Title 2">
            <a:extLst>
              <a:ext uri="{FF2B5EF4-FFF2-40B4-BE49-F238E27FC236}">
                <a16:creationId xmlns:a16="http://schemas.microsoft.com/office/drawing/2014/main" id="{A7BF2BAA-1B4B-8188-1D3C-0E54446CD4B1}"/>
              </a:ext>
            </a:extLst>
          </p:cNvPr>
          <p:cNvSpPr>
            <a:spLocks noGrp="1"/>
          </p:cNvSpPr>
          <p:nvPr>
            <p:ph type="title"/>
          </p:nvPr>
        </p:nvSpPr>
        <p:spPr/>
        <p:txBody>
          <a:bodyPr/>
          <a:lstStyle/>
          <a:p>
            <a:r>
              <a:rPr lang="en-GB" dirty="0"/>
              <a:t>Cryptographic Algorithms</a:t>
            </a:r>
            <a:endParaRPr lang="en-US" dirty="0"/>
          </a:p>
        </p:txBody>
      </p:sp>
      <p:sp>
        <p:nvSpPr>
          <p:cNvPr id="4" name="Slide Number Placeholder 3">
            <a:extLst>
              <a:ext uri="{FF2B5EF4-FFF2-40B4-BE49-F238E27FC236}">
                <a16:creationId xmlns:a16="http://schemas.microsoft.com/office/drawing/2014/main" id="{1BD3900F-7EBB-BF7F-1838-C298AB75944D}"/>
              </a:ext>
            </a:extLst>
          </p:cNvPr>
          <p:cNvSpPr>
            <a:spLocks noGrp="1"/>
          </p:cNvSpPr>
          <p:nvPr>
            <p:ph type="sldNum" sz="quarter" idx="12"/>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979599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A1DA9B-6803-8C4D-9F4F-A25D4512471F}"/>
              </a:ext>
            </a:extLst>
          </p:cNvPr>
          <p:cNvSpPr>
            <a:spLocks noGrp="1"/>
          </p:cNvSpPr>
          <p:nvPr>
            <p:ph type="sldNum" sz="quarter" idx="13"/>
          </p:nvPr>
        </p:nvSpPr>
        <p:spPr/>
        <p:txBody>
          <a:bodyPr/>
          <a:lstStyle/>
          <a:p>
            <a:fld id="{B7CF8A19-3A9E-4ABC-B336-2FDDE321C72D}" type="slidenum">
              <a:rPr lang="en-US" smtClean="0"/>
              <a:pPr/>
              <a:t>11</a:t>
            </a:fld>
            <a:endParaRPr lang="en-US"/>
          </a:p>
        </p:txBody>
      </p:sp>
      <p:sp>
        <p:nvSpPr>
          <p:cNvPr id="5" name="Content Placeholder 4">
            <a:extLst>
              <a:ext uri="{FF2B5EF4-FFF2-40B4-BE49-F238E27FC236}">
                <a16:creationId xmlns:a16="http://schemas.microsoft.com/office/drawing/2014/main" id="{3DECCFC3-773D-F5B0-0BEF-D8B7E637FA56}"/>
              </a:ext>
            </a:extLst>
          </p:cNvPr>
          <p:cNvSpPr>
            <a:spLocks noGrp="1"/>
          </p:cNvSpPr>
          <p:nvPr>
            <p:ph sz="quarter" idx="14"/>
          </p:nvPr>
        </p:nvSpPr>
        <p:spPr/>
        <p:txBody>
          <a:bodyPr/>
          <a:lstStyle/>
          <a:p>
            <a:r>
              <a:rPr lang="en-US" dirty="0"/>
              <a:t>Applied Lab: Using Storage Encryption</a:t>
            </a:r>
          </a:p>
        </p:txBody>
      </p:sp>
    </p:spTree>
    <p:extLst>
      <p:ext uri="{BB962C8B-B14F-4D97-AF65-F5344CB8AC3E}">
        <p14:creationId xmlns:p14="http://schemas.microsoft.com/office/powerpoint/2010/main" val="1522500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Public Key Infrastructure</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3B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3</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3366417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F2884-81FB-4CC2-B10A-EB04ABDEA79D}"/>
              </a:ext>
            </a:extLst>
          </p:cNvPr>
          <p:cNvSpPr>
            <a:spLocks noGrp="1"/>
          </p:cNvSpPr>
          <p:nvPr>
            <p:ph type="title"/>
          </p:nvPr>
        </p:nvSpPr>
        <p:spPr/>
        <p:txBody>
          <a:bodyPr/>
          <a:lstStyle/>
          <a:p>
            <a:r>
              <a:rPr lang="en-US" noProof="0" dirty="0"/>
              <a:t>Certificate Authorities​</a:t>
            </a:r>
          </a:p>
        </p:txBody>
      </p:sp>
      <p:pic>
        <p:nvPicPr>
          <p:cNvPr id="10242" name="Picture 2" descr="A diagram shows the 6 steps of public key infrastructure.">
            <a:extLst>
              <a:ext uri="{FF2B5EF4-FFF2-40B4-BE49-F238E27FC236}">
                <a16:creationId xmlns:a16="http://schemas.microsoft.com/office/drawing/2014/main" id="{12514F4B-3081-BDA7-1D24-B1EE6E4A4BC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4777" y="1071062"/>
            <a:ext cx="4617060" cy="339666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BA02390D-CB37-4C2D-D587-51387C450E43}"/>
              </a:ext>
            </a:extLst>
          </p:cNvPr>
          <p:cNvSpPr>
            <a:spLocks noGrp="1"/>
          </p:cNvSpPr>
          <p:nvPr>
            <p:ph idx="12"/>
          </p:nvPr>
        </p:nvSpPr>
        <p:spPr/>
        <p:txBody>
          <a:bodyPr>
            <a:normAutofit fontScale="92500" lnSpcReduction="10000"/>
          </a:bodyPr>
          <a:lstStyle/>
          <a:p>
            <a:r>
              <a:rPr lang="en-GB" dirty="0"/>
              <a:t>Public key infrastructure (PKI)</a:t>
            </a:r>
          </a:p>
          <a:p>
            <a:pPr lvl="1"/>
            <a:r>
              <a:rPr lang="en-GB" dirty="0"/>
              <a:t>Prove identity of a public key holder (subject user or computer)</a:t>
            </a:r>
          </a:p>
          <a:p>
            <a:r>
              <a:rPr lang="en-GB" dirty="0"/>
              <a:t>Certificate authority (CA)</a:t>
            </a:r>
          </a:p>
          <a:p>
            <a:pPr lvl="1"/>
            <a:r>
              <a:rPr lang="en-GB" dirty="0"/>
              <a:t>Repository of certificates and public keys issued to verified subjects</a:t>
            </a:r>
          </a:p>
          <a:p>
            <a:r>
              <a:rPr lang="en-GB" dirty="0"/>
              <a:t>Third-party CA</a:t>
            </a:r>
          </a:p>
          <a:p>
            <a:pPr lvl="1"/>
            <a:r>
              <a:rPr lang="en-GB" dirty="0"/>
              <a:t>Entity that has established widespread trust in its policies and procedures for issuing certificates</a:t>
            </a:r>
            <a:endParaRPr lang="en-US" dirty="0"/>
          </a:p>
        </p:txBody>
      </p:sp>
      <p:sp>
        <p:nvSpPr>
          <p:cNvPr id="4" name="Slide Number Placeholder 3">
            <a:extLst>
              <a:ext uri="{FF2B5EF4-FFF2-40B4-BE49-F238E27FC236}">
                <a16:creationId xmlns:a16="http://schemas.microsoft.com/office/drawing/2014/main" id="{9AA168FF-06C4-F3AE-ABF4-FE459F439378}"/>
              </a:ext>
            </a:extLst>
          </p:cNvPr>
          <p:cNvSpPr>
            <a:spLocks noGrp="1"/>
          </p:cNvSpPr>
          <p:nvPr>
            <p:ph type="sldNum" sz="quarter" idx="13"/>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616534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81479-B763-A6EB-0830-33A1AC268EBD}"/>
              </a:ext>
            </a:extLst>
          </p:cNvPr>
          <p:cNvSpPr>
            <a:spLocks noGrp="1"/>
          </p:cNvSpPr>
          <p:nvPr>
            <p:ph type="title"/>
          </p:nvPr>
        </p:nvSpPr>
        <p:spPr/>
        <p:txBody>
          <a:bodyPr/>
          <a:lstStyle/>
          <a:p>
            <a:r>
              <a:rPr lang="en-US" noProof="0" dirty="0"/>
              <a:t>Digital Certificates​</a:t>
            </a:r>
          </a:p>
        </p:txBody>
      </p:sp>
      <p:sp>
        <p:nvSpPr>
          <p:cNvPr id="5" name="Slide Number Placeholder 4">
            <a:extLst>
              <a:ext uri="{FF2B5EF4-FFF2-40B4-BE49-F238E27FC236}">
                <a16:creationId xmlns:a16="http://schemas.microsoft.com/office/drawing/2014/main" id="{690E3F82-A4AD-2F1C-FA31-C07B6AE903F9}"/>
              </a:ext>
            </a:extLst>
          </p:cNvPr>
          <p:cNvSpPr>
            <a:spLocks noGrp="1"/>
          </p:cNvSpPr>
          <p:nvPr>
            <p:ph type="sldNum" sz="quarter" idx="13"/>
          </p:nvPr>
        </p:nvSpPr>
        <p:spPr/>
        <p:txBody>
          <a:bodyPr/>
          <a:lstStyle/>
          <a:p>
            <a:fld id="{B7CF8A19-3A9E-4ABC-B336-2FDDE321C72D}" type="slidenum">
              <a:rPr lang="en-US" smtClean="0"/>
              <a:pPr/>
              <a:t>14</a:t>
            </a:fld>
            <a:endParaRPr lang="en-US"/>
          </a:p>
        </p:txBody>
      </p:sp>
      <p:sp>
        <p:nvSpPr>
          <p:cNvPr id="6" name="Content Placeholder 5">
            <a:extLst>
              <a:ext uri="{FF2B5EF4-FFF2-40B4-BE49-F238E27FC236}">
                <a16:creationId xmlns:a16="http://schemas.microsoft.com/office/drawing/2014/main" id="{15638017-EFE7-8096-8ACB-09CF45F865CA}"/>
              </a:ext>
            </a:extLst>
          </p:cNvPr>
          <p:cNvSpPr>
            <a:spLocks noGrp="1"/>
          </p:cNvSpPr>
          <p:nvPr>
            <p:ph idx="1"/>
          </p:nvPr>
        </p:nvSpPr>
        <p:spPr/>
        <p:txBody>
          <a:bodyPr/>
          <a:lstStyle/>
          <a:p>
            <a:r>
              <a:rPr lang="en-US" noProof="0" dirty="0"/>
              <a:t>Contains subject’s public key​</a:t>
            </a:r>
          </a:p>
          <a:p>
            <a:r>
              <a:rPr lang="en-US" noProof="0" dirty="0"/>
              <a:t>Information identifying the subject plus usage and validity​</a:t>
            </a:r>
          </a:p>
          <a:p>
            <a:r>
              <a:rPr lang="en-US" noProof="0" dirty="0"/>
              <a:t>Digital certificate standards​</a:t>
            </a:r>
          </a:p>
          <a:p>
            <a:pPr lvl="1"/>
            <a:r>
              <a:rPr lang="en-US" noProof="0" dirty="0"/>
              <a:t>X.509 Public Key Infrastructure (PKIX)​</a:t>
            </a:r>
          </a:p>
          <a:p>
            <a:pPr lvl="1"/>
            <a:r>
              <a:rPr lang="en-US" noProof="0" dirty="0"/>
              <a:t>PKCS (Public Key Cryptography Standards)​​</a:t>
            </a:r>
          </a:p>
          <a:p>
            <a:endParaRPr lang="en-US" noProof="0" dirty="0"/>
          </a:p>
          <a:p>
            <a:endParaRPr lang="en-US" dirty="0"/>
          </a:p>
        </p:txBody>
      </p:sp>
      <p:pic>
        <p:nvPicPr>
          <p:cNvPr id="6146" name="Picture 2">
            <a:extLst>
              <a:ext uri="{FF2B5EF4-FFF2-40B4-BE49-F238E27FC236}">
                <a16:creationId xmlns:a16="http://schemas.microsoft.com/office/drawing/2014/main" id="{FC946D81-6E91-8F05-1B9D-C65AB0B85750}"/>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5160822" y="746125"/>
            <a:ext cx="3332443"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100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2D2C-FB21-1398-9F3D-08E845145FA5}"/>
              </a:ext>
            </a:extLst>
          </p:cNvPr>
          <p:cNvSpPr>
            <a:spLocks noGrp="1"/>
          </p:cNvSpPr>
          <p:nvPr>
            <p:ph type="title"/>
          </p:nvPr>
        </p:nvSpPr>
        <p:spPr/>
        <p:txBody>
          <a:bodyPr/>
          <a:lstStyle/>
          <a:p>
            <a:r>
              <a:rPr lang="en-US" noProof="0" dirty="0"/>
              <a:t>Root of Trust​</a:t>
            </a:r>
          </a:p>
        </p:txBody>
      </p:sp>
      <p:sp>
        <p:nvSpPr>
          <p:cNvPr id="4" name="Content Placeholder 3">
            <a:extLst>
              <a:ext uri="{FF2B5EF4-FFF2-40B4-BE49-F238E27FC236}">
                <a16:creationId xmlns:a16="http://schemas.microsoft.com/office/drawing/2014/main" id="{4B40EEE7-553E-204B-A7EA-2474DAEB8A3E}"/>
              </a:ext>
            </a:extLst>
          </p:cNvPr>
          <p:cNvSpPr>
            <a:spLocks noGrp="1"/>
          </p:cNvSpPr>
          <p:nvPr>
            <p:ph idx="12"/>
          </p:nvPr>
        </p:nvSpPr>
        <p:spPr/>
        <p:txBody>
          <a:bodyPr>
            <a:normAutofit fontScale="62500" lnSpcReduction="20000"/>
          </a:bodyPr>
          <a:lstStyle/>
          <a:p>
            <a:r>
              <a:rPr lang="en-US" noProof="0" dirty="0"/>
              <a:t>Root certificate</a:t>
            </a:r>
          </a:p>
          <a:p>
            <a:pPr lvl="1"/>
            <a:r>
              <a:rPr lang="en-US" noProof="0" dirty="0"/>
              <a:t>Self-signed, so users must trust in the CA’s security procedures</a:t>
            </a:r>
          </a:p>
          <a:p>
            <a:r>
              <a:rPr lang="en-US" noProof="0" dirty="0"/>
              <a:t>Single CA​</a:t>
            </a:r>
          </a:p>
          <a:p>
            <a:pPr lvl="1"/>
            <a:r>
              <a:rPr lang="en-US" noProof="0" dirty="0"/>
              <a:t>CA issues certificates directly to subjects</a:t>
            </a:r>
          </a:p>
          <a:p>
            <a:r>
              <a:rPr lang="en-US" noProof="0" dirty="0"/>
              <a:t>Hierarchical/chain of trust​</a:t>
            </a:r>
          </a:p>
          <a:p>
            <a:pPr lvl="1"/>
            <a:r>
              <a:rPr lang="en-US" noProof="0" dirty="0"/>
              <a:t>Root CA​</a:t>
            </a:r>
          </a:p>
          <a:p>
            <a:pPr lvl="1"/>
            <a:r>
              <a:rPr lang="en-US" noProof="0" dirty="0"/>
              <a:t>Intermediate CAs​</a:t>
            </a:r>
          </a:p>
          <a:p>
            <a:pPr lvl="1"/>
            <a:r>
              <a:rPr lang="en-US" noProof="0" dirty="0"/>
              <a:t>Leaf certificates​</a:t>
            </a:r>
          </a:p>
          <a:p>
            <a:r>
              <a:rPr lang="en-US" noProof="0" dirty="0"/>
              <a:t>Self-signed certificates</a:t>
            </a:r>
          </a:p>
          <a:p>
            <a:pPr lvl="1"/>
            <a:r>
              <a:rPr lang="en-US" dirty="0"/>
              <a:t>Use certificate security without PKI, but provide no root of trust</a:t>
            </a:r>
          </a:p>
        </p:txBody>
      </p:sp>
      <p:sp>
        <p:nvSpPr>
          <p:cNvPr id="5" name="Slide Number Placeholder 4">
            <a:extLst>
              <a:ext uri="{FF2B5EF4-FFF2-40B4-BE49-F238E27FC236}">
                <a16:creationId xmlns:a16="http://schemas.microsoft.com/office/drawing/2014/main" id="{1AB1C224-4B80-ABBD-F0F4-52B84237C72A}"/>
              </a:ext>
            </a:extLst>
          </p:cNvPr>
          <p:cNvSpPr>
            <a:spLocks noGrp="1"/>
          </p:cNvSpPr>
          <p:nvPr>
            <p:ph type="sldNum" sz="quarter" idx="13"/>
          </p:nvPr>
        </p:nvSpPr>
        <p:spPr/>
        <p:txBody>
          <a:bodyPr/>
          <a:lstStyle/>
          <a:p>
            <a:fld id="{B7CF8A19-3A9E-4ABC-B336-2FDDE321C72D}" type="slidenum">
              <a:rPr lang="en-US" smtClean="0"/>
              <a:pPr/>
              <a:t>15</a:t>
            </a:fld>
            <a:endParaRPr lang="en-US"/>
          </a:p>
        </p:txBody>
      </p:sp>
      <p:sp>
        <p:nvSpPr>
          <p:cNvPr id="6" name="TextBox 1">
            <a:extLst>
              <a:ext uri="{FF2B5EF4-FFF2-40B4-BE49-F238E27FC236}">
                <a16:creationId xmlns:a16="http://schemas.microsoft.com/office/drawing/2014/main" id="{07ABF1CA-5F65-6A5B-DF70-23C99E8D77B3}"/>
              </a:ext>
            </a:extLst>
          </p:cNvPr>
          <p:cNvSpPr txBox="1"/>
          <p:nvPr/>
        </p:nvSpPr>
        <p:spPr>
          <a:xfrm>
            <a:off x="344144" y="4820122"/>
            <a:ext cx="2664512"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Screenshot used with permission from Microsoft.</a:t>
            </a:r>
          </a:p>
        </p:txBody>
      </p:sp>
      <p:pic>
        <p:nvPicPr>
          <p:cNvPr id="7170" name="Picture 2">
            <a:extLst>
              <a:ext uri="{FF2B5EF4-FFF2-40B4-BE49-F238E27FC236}">
                <a16:creationId xmlns:a16="http://schemas.microsoft.com/office/drawing/2014/main" id="{44AADD05-519D-1AF9-F81A-71DB03B733E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69557" y="746125"/>
            <a:ext cx="3307499"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748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5895B-3151-1559-CBD2-42CBB358AAB6}"/>
              </a:ext>
            </a:extLst>
          </p:cNvPr>
          <p:cNvSpPr>
            <a:spLocks noGrp="1"/>
          </p:cNvSpPr>
          <p:nvPr>
            <p:ph type="title"/>
          </p:nvPr>
        </p:nvSpPr>
        <p:spPr/>
        <p:txBody>
          <a:bodyPr/>
          <a:lstStyle/>
          <a:p>
            <a:r>
              <a:rPr lang="en-US" noProof="0" dirty="0"/>
              <a:t>Certificate Signing Requests</a:t>
            </a:r>
          </a:p>
        </p:txBody>
      </p:sp>
      <p:sp>
        <p:nvSpPr>
          <p:cNvPr id="3" name="Content Placeholder 2">
            <a:extLst>
              <a:ext uri="{FF2B5EF4-FFF2-40B4-BE49-F238E27FC236}">
                <a16:creationId xmlns:a16="http://schemas.microsoft.com/office/drawing/2014/main" id="{0E0B7EFD-96D2-4D4B-EBA3-B6935CD482F9}"/>
              </a:ext>
            </a:extLst>
          </p:cNvPr>
          <p:cNvSpPr>
            <a:spLocks noGrp="1"/>
          </p:cNvSpPr>
          <p:nvPr>
            <p:ph idx="1"/>
          </p:nvPr>
        </p:nvSpPr>
        <p:spPr/>
        <p:txBody>
          <a:bodyPr>
            <a:normAutofit fontScale="92500" lnSpcReduction="20000"/>
          </a:bodyPr>
          <a:lstStyle/>
          <a:p>
            <a:r>
              <a:rPr lang="en-US" noProof="0" dirty="0"/>
              <a:t>Registration identification and authentication procedures​</a:t>
            </a:r>
          </a:p>
          <a:p>
            <a:r>
              <a:rPr lang="en-US" noProof="0" dirty="0"/>
              <a:t>Certificate Signing Request (CSR)​</a:t>
            </a:r>
          </a:p>
          <a:p>
            <a:pPr lvl="1"/>
            <a:r>
              <a:rPr lang="en-US" noProof="0" dirty="0"/>
              <a:t>Subject generates key pair and sends public key to CA with CSR​</a:t>
            </a:r>
          </a:p>
          <a:p>
            <a:pPr lvl="1"/>
            <a:r>
              <a:rPr lang="en-US" dirty="0"/>
              <a:t>Subject does NOT send private key: this must be kept known to the subject</a:t>
            </a:r>
            <a:endParaRPr lang="en-US" noProof="0" dirty="0"/>
          </a:p>
          <a:p>
            <a:pPr lvl="1"/>
            <a:r>
              <a:rPr lang="en-US" noProof="0" dirty="0"/>
              <a:t>CA performs subject identity checks​</a:t>
            </a:r>
          </a:p>
          <a:p>
            <a:pPr lvl="1"/>
            <a:r>
              <a:rPr lang="en-US" noProof="0" dirty="0"/>
              <a:t>CA signs and issues certificate​</a:t>
            </a:r>
          </a:p>
        </p:txBody>
      </p:sp>
      <p:sp>
        <p:nvSpPr>
          <p:cNvPr id="4" name="Slide Number Placeholder 3">
            <a:extLst>
              <a:ext uri="{FF2B5EF4-FFF2-40B4-BE49-F238E27FC236}">
                <a16:creationId xmlns:a16="http://schemas.microsoft.com/office/drawing/2014/main" id="{9552C491-6FBB-D954-EEBA-A7B96C50C122}"/>
              </a:ext>
            </a:extLst>
          </p:cNvPr>
          <p:cNvSpPr>
            <a:spLocks noGrp="1"/>
          </p:cNvSpPr>
          <p:nvPr>
            <p:ph type="sldNum" sz="quarter" idx="13"/>
          </p:nvPr>
        </p:nvSpPr>
        <p:spPr/>
        <p:txBody>
          <a:bodyPr/>
          <a:lstStyle/>
          <a:p>
            <a:fld id="{B7CF8A19-3A9E-4ABC-B336-2FDDE321C72D}" type="slidenum">
              <a:rPr lang="en-US" smtClean="0"/>
              <a:pPr/>
              <a:t>16</a:t>
            </a:fld>
            <a:endParaRPr lang="en-US"/>
          </a:p>
        </p:txBody>
      </p:sp>
      <p:pic>
        <p:nvPicPr>
          <p:cNvPr id="11266" name="Picture 2">
            <a:extLst>
              <a:ext uri="{FF2B5EF4-FFF2-40B4-BE49-F238E27FC236}">
                <a16:creationId xmlns:a16="http://schemas.microsoft.com/office/drawing/2014/main" id="{D1BC94E0-A4C3-8FA9-6757-A209206AD310}"/>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97443" y="746125"/>
            <a:ext cx="4259202"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060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F4056-2632-8FFB-555E-D6484AD4D2D0}"/>
              </a:ext>
            </a:extLst>
          </p:cNvPr>
          <p:cNvSpPr>
            <a:spLocks noGrp="1"/>
          </p:cNvSpPr>
          <p:nvPr>
            <p:ph type="title"/>
          </p:nvPr>
        </p:nvSpPr>
        <p:spPr/>
        <p:txBody>
          <a:bodyPr/>
          <a:lstStyle/>
          <a:p>
            <a:r>
              <a:rPr lang="en-US" noProof="0" dirty="0"/>
              <a:t>Subject Name Attributes​</a:t>
            </a:r>
          </a:p>
        </p:txBody>
      </p:sp>
      <p:sp>
        <p:nvSpPr>
          <p:cNvPr id="3" name="Content Placeholder 2">
            <a:extLst>
              <a:ext uri="{FF2B5EF4-FFF2-40B4-BE49-F238E27FC236}">
                <a16:creationId xmlns:a16="http://schemas.microsoft.com/office/drawing/2014/main" id="{9424F089-B392-DE4F-39D0-8C99D6B0E373}"/>
              </a:ext>
            </a:extLst>
          </p:cNvPr>
          <p:cNvSpPr>
            <a:spLocks noGrp="1"/>
          </p:cNvSpPr>
          <p:nvPr>
            <p:ph idx="1"/>
          </p:nvPr>
        </p:nvSpPr>
        <p:spPr/>
        <p:txBody>
          <a:bodyPr>
            <a:normAutofit fontScale="85000" lnSpcReduction="10000"/>
          </a:bodyPr>
          <a:lstStyle/>
          <a:p>
            <a:r>
              <a:rPr lang="en-US" noProof="0" dirty="0"/>
              <a:t>Common Name (CN)​</a:t>
            </a:r>
          </a:p>
          <a:p>
            <a:pPr lvl="1"/>
            <a:r>
              <a:rPr lang="en-US" noProof="0" dirty="0"/>
              <a:t>Legacy method of recording fully qualified domain name (FQDN​)</a:t>
            </a:r>
          </a:p>
          <a:p>
            <a:pPr lvl="1"/>
            <a:r>
              <a:rPr lang="en-US" noProof="0" dirty="0"/>
              <a:t>Deprecated by standards​</a:t>
            </a:r>
          </a:p>
          <a:p>
            <a:pPr lvl="1"/>
            <a:r>
              <a:rPr lang="en-US" noProof="0" dirty="0"/>
              <a:t>BUT still used in many implementations​</a:t>
            </a:r>
          </a:p>
          <a:p>
            <a:r>
              <a:rPr lang="en-US" noProof="0" dirty="0"/>
              <a:t>Subject Alternative Name (SAN)​</a:t>
            </a:r>
          </a:p>
          <a:p>
            <a:pPr lvl="1"/>
            <a:r>
              <a:rPr lang="en-US" noProof="0" dirty="0"/>
              <a:t>Structured identifiers​: name and/or IP address</a:t>
            </a:r>
          </a:p>
          <a:p>
            <a:pPr lvl="1"/>
            <a:r>
              <a:rPr lang="en-US" noProof="0" dirty="0"/>
              <a:t>List multiple host/subdomains​</a:t>
            </a:r>
          </a:p>
          <a:p>
            <a:pPr lvl="1"/>
            <a:r>
              <a:rPr lang="en-US" noProof="0" dirty="0"/>
              <a:t>Use wildcard subdomain​​</a:t>
            </a:r>
          </a:p>
          <a:p>
            <a:endParaRPr lang="en-US" noProof="0" dirty="0"/>
          </a:p>
        </p:txBody>
      </p:sp>
      <p:sp>
        <p:nvSpPr>
          <p:cNvPr id="5" name="Slide Number Placeholder 4">
            <a:extLst>
              <a:ext uri="{FF2B5EF4-FFF2-40B4-BE49-F238E27FC236}">
                <a16:creationId xmlns:a16="http://schemas.microsoft.com/office/drawing/2014/main" id="{663DC135-6350-5F95-FC22-6111359AC247}"/>
              </a:ext>
            </a:extLst>
          </p:cNvPr>
          <p:cNvSpPr>
            <a:spLocks noGrp="1"/>
          </p:cNvSpPr>
          <p:nvPr>
            <p:ph type="sldNum" sz="quarter" idx="13"/>
          </p:nvPr>
        </p:nvSpPr>
        <p:spPr/>
        <p:txBody>
          <a:bodyPr/>
          <a:lstStyle/>
          <a:p>
            <a:fld id="{B7CF8A19-3A9E-4ABC-B336-2FDDE321C72D}" type="slidenum">
              <a:rPr lang="en-US" smtClean="0"/>
              <a:pPr/>
              <a:t>17</a:t>
            </a:fld>
            <a:endParaRPr lang="en-US"/>
          </a:p>
        </p:txBody>
      </p:sp>
      <p:sp>
        <p:nvSpPr>
          <p:cNvPr id="6" name="TextBox 1">
            <a:extLst>
              <a:ext uri="{FF2B5EF4-FFF2-40B4-BE49-F238E27FC236}">
                <a16:creationId xmlns:a16="http://schemas.microsoft.com/office/drawing/2014/main" id="{283952D4-71DB-5A64-04A4-C6C21173ACD4}"/>
              </a:ext>
            </a:extLst>
          </p:cNvPr>
          <p:cNvSpPr txBox="1"/>
          <p:nvPr/>
        </p:nvSpPr>
        <p:spPr>
          <a:xfrm>
            <a:off x="5873304" y="4820122"/>
            <a:ext cx="2664512"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Screenshot used with permission from Microsoft.</a:t>
            </a:r>
          </a:p>
        </p:txBody>
      </p:sp>
      <p:pic>
        <p:nvPicPr>
          <p:cNvPr id="8194" name="Picture 2">
            <a:extLst>
              <a:ext uri="{FF2B5EF4-FFF2-40B4-BE49-F238E27FC236}">
                <a16:creationId xmlns:a16="http://schemas.microsoft.com/office/drawing/2014/main" id="{B0CFB3BF-AA6D-C95F-9622-FF4506095277}"/>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5173294" y="746125"/>
            <a:ext cx="3307499"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721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4D39-A95F-77E4-193D-17ADCD864002}"/>
              </a:ext>
            </a:extLst>
          </p:cNvPr>
          <p:cNvSpPr>
            <a:spLocks noGrp="1"/>
          </p:cNvSpPr>
          <p:nvPr>
            <p:ph type="title"/>
          </p:nvPr>
        </p:nvSpPr>
        <p:spPr/>
        <p:txBody>
          <a:bodyPr/>
          <a:lstStyle/>
          <a:p>
            <a:r>
              <a:rPr lang="en-US" noProof="0" dirty="0"/>
              <a:t>Certificate Revocation​</a:t>
            </a:r>
          </a:p>
        </p:txBody>
      </p:sp>
      <p:sp>
        <p:nvSpPr>
          <p:cNvPr id="4" name="Content Placeholder 3">
            <a:extLst>
              <a:ext uri="{FF2B5EF4-FFF2-40B4-BE49-F238E27FC236}">
                <a16:creationId xmlns:a16="http://schemas.microsoft.com/office/drawing/2014/main" id="{9B18F247-52E0-57B9-ED45-B86BA629E08C}"/>
              </a:ext>
            </a:extLst>
          </p:cNvPr>
          <p:cNvSpPr>
            <a:spLocks noGrp="1"/>
          </p:cNvSpPr>
          <p:nvPr>
            <p:ph idx="12"/>
          </p:nvPr>
        </p:nvSpPr>
        <p:spPr/>
        <p:txBody>
          <a:bodyPr>
            <a:normAutofit fontScale="77500" lnSpcReduction="20000"/>
          </a:bodyPr>
          <a:lstStyle/>
          <a:p>
            <a:r>
              <a:rPr lang="en-US" noProof="0" dirty="0"/>
              <a:t>Revocation versus suspension​</a:t>
            </a:r>
          </a:p>
          <a:p>
            <a:r>
              <a:rPr lang="en-US" noProof="0" dirty="0"/>
              <a:t>Reason codes​</a:t>
            </a:r>
          </a:p>
          <a:p>
            <a:r>
              <a:rPr lang="en-US" noProof="0" dirty="0"/>
              <a:t>Certificate Revocation List (CRL)​</a:t>
            </a:r>
          </a:p>
          <a:p>
            <a:pPr lvl="1"/>
            <a:r>
              <a:rPr lang="en-US" noProof="0" dirty="0"/>
              <a:t>List of revoked and suspended certificates​</a:t>
            </a:r>
          </a:p>
          <a:p>
            <a:pPr lvl="1"/>
            <a:r>
              <a:rPr lang="en-US" noProof="0" dirty="0"/>
              <a:t>Browser CRL checking​</a:t>
            </a:r>
          </a:p>
          <a:p>
            <a:r>
              <a:rPr lang="en-US" noProof="0" dirty="0"/>
              <a:t>Online Certificate Status Protocol (OCSP) ​</a:t>
            </a:r>
          </a:p>
          <a:p>
            <a:pPr lvl="1"/>
            <a:r>
              <a:rPr lang="en-US" noProof="0" dirty="0"/>
              <a:t>Client queries single certificate per transaction​</a:t>
            </a:r>
          </a:p>
          <a:p>
            <a:pPr lvl="1"/>
            <a:r>
              <a:rPr lang="en-US" noProof="0" dirty="0"/>
              <a:t>Provide real-time status information (though some rely on CRLs)​</a:t>
            </a:r>
          </a:p>
          <a:p>
            <a:endParaRPr lang="en-US" noProof="0" dirty="0"/>
          </a:p>
        </p:txBody>
      </p:sp>
      <p:sp>
        <p:nvSpPr>
          <p:cNvPr id="5" name="Slide Number Placeholder 4">
            <a:extLst>
              <a:ext uri="{FF2B5EF4-FFF2-40B4-BE49-F238E27FC236}">
                <a16:creationId xmlns:a16="http://schemas.microsoft.com/office/drawing/2014/main" id="{6FE55CBF-513C-D9F2-AAEB-A43F2F00FCA5}"/>
              </a:ext>
            </a:extLst>
          </p:cNvPr>
          <p:cNvSpPr>
            <a:spLocks noGrp="1"/>
          </p:cNvSpPr>
          <p:nvPr>
            <p:ph type="sldNum" sz="quarter" idx="13"/>
          </p:nvPr>
        </p:nvSpPr>
        <p:spPr/>
        <p:txBody>
          <a:bodyPr/>
          <a:lstStyle/>
          <a:p>
            <a:fld id="{B7CF8A19-3A9E-4ABC-B336-2FDDE321C72D}" type="slidenum">
              <a:rPr lang="en-US" smtClean="0"/>
              <a:pPr/>
              <a:t>18</a:t>
            </a:fld>
            <a:endParaRPr lang="en-US"/>
          </a:p>
        </p:txBody>
      </p:sp>
      <p:sp>
        <p:nvSpPr>
          <p:cNvPr id="6" name="Rectangle 5">
            <a:extLst>
              <a:ext uri="{FF2B5EF4-FFF2-40B4-BE49-F238E27FC236}">
                <a16:creationId xmlns:a16="http://schemas.microsoft.com/office/drawing/2014/main" id="{9A9A34B6-4EF7-BF1C-A19E-35787B9BB880}"/>
              </a:ext>
            </a:extLst>
          </p:cNvPr>
          <p:cNvSpPr/>
          <p:nvPr/>
        </p:nvSpPr>
        <p:spPr>
          <a:xfrm>
            <a:off x="127000" y="4060119"/>
            <a:ext cx="3066176" cy="230832"/>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i="1" dirty="0">
                <a:solidFill>
                  <a:srgbClr val="45545F"/>
                </a:solidFill>
              </a:rPr>
              <a:t>Screenshot used with permission from Microsoft.</a:t>
            </a:r>
          </a:p>
        </p:txBody>
      </p:sp>
      <p:pic>
        <p:nvPicPr>
          <p:cNvPr id="9218" name="Picture 2">
            <a:extLst>
              <a:ext uri="{FF2B5EF4-FFF2-40B4-BE49-F238E27FC236}">
                <a16:creationId xmlns:a16="http://schemas.microsoft.com/office/drawing/2014/main" id="{8D9E3580-FDA5-81EB-A881-D48AEB42A5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055" y="746125"/>
            <a:ext cx="4162502"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353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1807-862B-3AF0-EC53-B57D1D572ACF}"/>
              </a:ext>
            </a:extLst>
          </p:cNvPr>
          <p:cNvSpPr>
            <a:spLocks noGrp="1"/>
          </p:cNvSpPr>
          <p:nvPr>
            <p:ph type="title"/>
          </p:nvPr>
        </p:nvSpPr>
        <p:spPr/>
        <p:txBody>
          <a:bodyPr/>
          <a:lstStyle/>
          <a:p>
            <a:r>
              <a:rPr lang="en-US" noProof="0" dirty="0"/>
              <a:t>Key Management​</a:t>
            </a:r>
          </a:p>
        </p:txBody>
      </p:sp>
      <p:sp>
        <p:nvSpPr>
          <p:cNvPr id="3" name="Content Placeholder 2">
            <a:extLst>
              <a:ext uri="{FF2B5EF4-FFF2-40B4-BE49-F238E27FC236}">
                <a16:creationId xmlns:a16="http://schemas.microsoft.com/office/drawing/2014/main" id="{A8CF43F6-AF30-B179-EF00-021022E9B8EB}"/>
              </a:ext>
            </a:extLst>
          </p:cNvPr>
          <p:cNvSpPr>
            <a:spLocks noGrp="1"/>
          </p:cNvSpPr>
          <p:nvPr>
            <p:ph idx="1"/>
          </p:nvPr>
        </p:nvSpPr>
        <p:spPr/>
        <p:txBody>
          <a:bodyPr>
            <a:normAutofit fontScale="77500" lnSpcReduction="20000"/>
          </a:bodyPr>
          <a:lstStyle/>
          <a:p>
            <a:r>
              <a:rPr lang="en-US" noProof="0" dirty="0"/>
              <a:t>Key lifecycle​</a:t>
            </a:r>
          </a:p>
          <a:p>
            <a:pPr lvl="1"/>
            <a:r>
              <a:rPr lang="en-US" noProof="0" dirty="0"/>
              <a:t>Key generation​</a:t>
            </a:r>
          </a:p>
          <a:p>
            <a:pPr lvl="1"/>
            <a:r>
              <a:rPr lang="en-US" noProof="0" dirty="0"/>
              <a:t>Storage​</a:t>
            </a:r>
          </a:p>
          <a:p>
            <a:pPr lvl="1"/>
            <a:r>
              <a:rPr lang="en-US" noProof="0" dirty="0"/>
              <a:t>Revocation​</a:t>
            </a:r>
          </a:p>
          <a:p>
            <a:pPr lvl="1"/>
            <a:r>
              <a:rPr lang="en-US" noProof="0" dirty="0"/>
              <a:t>Expiration and renewal​</a:t>
            </a:r>
          </a:p>
          <a:p>
            <a:r>
              <a:rPr lang="en-US" noProof="0" dirty="0"/>
              <a:t>Decentralized key management</a:t>
            </a:r>
          </a:p>
          <a:p>
            <a:pPr lvl="1"/>
            <a:r>
              <a:rPr lang="en-US" noProof="0" dirty="0"/>
              <a:t>Each host or user account stores its own private key</a:t>
            </a:r>
          </a:p>
          <a:p>
            <a:r>
              <a:rPr lang="en-US" noProof="0" dirty="0"/>
              <a:t>Key management system</a:t>
            </a:r>
          </a:p>
          <a:p>
            <a:pPr lvl="1"/>
            <a:r>
              <a:rPr lang="en-US" noProof="0" dirty="0"/>
              <a:t>Keys are generated and stored on a centralized server</a:t>
            </a:r>
          </a:p>
          <a:p>
            <a:pPr lvl="1"/>
            <a:r>
              <a:rPr lang="en-US" noProof="0" dirty="0"/>
              <a:t>Key Management Interoperability Protocol (KMIP)</a:t>
            </a:r>
          </a:p>
        </p:txBody>
      </p:sp>
      <p:sp>
        <p:nvSpPr>
          <p:cNvPr id="4" name="Slide Number Placeholder 3">
            <a:extLst>
              <a:ext uri="{FF2B5EF4-FFF2-40B4-BE49-F238E27FC236}">
                <a16:creationId xmlns:a16="http://schemas.microsoft.com/office/drawing/2014/main" id="{FFBF9AE6-7D6A-7D0E-4370-CE60308CBFD2}"/>
              </a:ext>
            </a:extLst>
          </p:cNvPr>
          <p:cNvSpPr>
            <a:spLocks noGrp="1"/>
          </p:cNvSpPr>
          <p:nvPr>
            <p:ph type="sldNum" sz="quarter" idx="10"/>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249866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C7B3B8-6462-7851-72E4-EDDCEE7E3AE7}"/>
              </a:ext>
            </a:extLst>
          </p:cNvPr>
          <p:cNvSpPr>
            <a:spLocks noGrp="1"/>
          </p:cNvSpPr>
          <p:nvPr>
            <p:ph type="title"/>
          </p:nvPr>
        </p:nvSpPr>
        <p:spPr/>
        <p:txBody>
          <a:bodyPr/>
          <a:lstStyle/>
          <a:p>
            <a:r>
              <a:rPr lang="en-US" noProof="0" dirty="0" err="1"/>
              <a:t>Cryptoprocessors</a:t>
            </a:r>
            <a:r>
              <a:rPr lang="en-US" noProof="0" dirty="0"/>
              <a:t> and Secure Enclaves</a:t>
            </a:r>
          </a:p>
        </p:txBody>
      </p:sp>
      <p:sp>
        <p:nvSpPr>
          <p:cNvPr id="3" name="Content Placeholder 2">
            <a:extLst>
              <a:ext uri="{FF2B5EF4-FFF2-40B4-BE49-F238E27FC236}">
                <a16:creationId xmlns:a16="http://schemas.microsoft.com/office/drawing/2014/main" id="{8AE21D15-22C5-ABC5-2659-E307B3EA4030}"/>
              </a:ext>
            </a:extLst>
          </p:cNvPr>
          <p:cNvSpPr>
            <a:spLocks noGrp="1"/>
          </p:cNvSpPr>
          <p:nvPr>
            <p:ph idx="1"/>
          </p:nvPr>
        </p:nvSpPr>
        <p:spPr/>
        <p:txBody>
          <a:bodyPr>
            <a:normAutofit fontScale="62500" lnSpcReduction="20000"/>
          </a:bodyPr>
          <a:lstStyle/>
          <a:p>
            <a:r>
              <a:rPr lang="en-US" noProof="0" dirty="0"/>
              <a:t>Key generation challenges</a:t>
            </a:r>
          </a:p>
          <a:p>
            <a:pPr lvl="1"/>
            <a:r>
              <a:rPr lang="en-US" dirty="0"/>
              <a:t>Entropy and random number generation</a:t>
            </a:r>
          </a:p>
          <a:p>
            <a:pPr lvl="1"/>
            <a:r>
              <a:rPr lang="en-US" dirty="0"/>
              <a:t>Tamper-evident storage</a:t>
            </a:r>
            <a:endParaRPr lang="en-US" noProof="0" dirty="0"/>
          </a:p>
          <a:p>
            <a:r>
              <a:rPr lang="en-US" noProof="0" dirty="0"/>
              <a:t>Trusted Platform Module (TPM)​</a:t>
            </a:r>
          </a:p>
          <a:p>
            <a:pPr lvl="1"/>
            <a:r>
              <a:rPr lang="en-US" noProof="0" dirty="0"/>
              <a:t>Cryptoprocessor implemented on CPU (or motherboard)</a:t>
            </a:r>
          </a:p>
          <a:p>
            <a:r>
              <a:rPr lang="en-US" noProof="0" dirty="0"/>
              <a:t>Hardware Security Module (HSM)​</a:t>
            </a:r>
          </a:p>
          <a:p>
            <a:pPr lvl="1"/>
            <a:r>
              <a:rPr lang="en-US" noProof="0" dirty="0"/>
              <a:t>Cryptoprocessor in removable or dedicated hardware form factor (or virtual appliance)</a:t>
            </a:r>
          </a:p>
          <a:p>
            <a:pPr lvl="1"/>
            <a:r>
              <a:rPr lang="en-US" noProof="0" dirty="0"/>
              <a:t>Reduced attack surface and tamper-evident​</a:t>
            </a:r>
          </a:p>
          <a:p>
            <a:r>
              <a:rPr lang="en-US" noProof="0" dirty="0"/>
              <a:t>Secure enclave</a:t>
            </a:r>
          </a:p>
          <a:p>
            <a:pPr lvl="1"/>
            <a:r>
              <a:rPr lang="en-US" dirty="0"/>
              <a:t>Protect keys loaded in system memory</a:t>
            </a:r>
            <a:endParaRPr lang="en-US" noProof="0" dirty="0"/>
          </a:p>
          <a:p>
            <a:endParaRPr lang="en-US" noProof="0" dirty="0"/>
          </a:p>
        </p:txBody>
      </p:sp>
      <p:sp>
        <p:nvSpPr>
          <p:cNvPr id="4" name="Slide Number Placeholder 3">
            <a:extLst>
              <a:ext uri="{FF2B5EF4-FFF2-40B4-BE49-F238E27FC236}">
                <a16:creationId xmlns:a16="http://schemas.microsoft.com/office/drawing/2014/main" id="{58C565A5-B011-A02B-32AF-55DEFD37C925}"/>
              </a:ext>
            </a:extLst>
          </p:cNvPr>
          <p:cNvSpPr>
            <a:spLocks noGrp="1"/>
          </p:cNvSpPr>
          <p:nvPr>
            <p:ph type="sldNum" sz="quarter" idx="13"/>
          </p:nvPr>
        </p:nvSpPr>
        <p:spPr/>
        <p:txBody>
          <a:bodyPr/>
          <a:lstStyle/>
          <a:p>
            <a:fld id="{B7CF8A19-3A9E-4ABC-B336-2FDDE321C72D}" type="slidenum">
              <a:rPr lang="en-US" smtClean="0"/>
              <a:pPr/>
              <a:t>20</a:t>
            </a:fld>
            <a:endParaRPr lang="en-US"/>
          </a:p>
        </p:txBody>
      </p:sp>
      <p:pic>
        <p:nvPicPr>
          <p:cNvPr id="12290" name="Picture 2" descr="Coding for the generation of the key using GPG.">
            <a:extLst>
              <a:ext uri="{FF2B5EF4-FFF2-40B4-BE49-F238E27FC236}">
                <a16:creationId xmlns:a16="http://schemas.microsoft.com/office/drawing/2014/main" id="{71C00D9B-1046-6CB3-A133-B13EC3A6CBC4}"/>
              </a:ext>
            </a:extLst>
          </p:cNvPr>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bwMode="auto">
          <a:xfrm>
            <a:off x="4637088" y="1166088"/>
            <a:ext cx="4379912" cy="3206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9605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790-3493-35F4-611B-5E295719F3E8}"/>
              </a:ext>
            </a:extLst>
          </p:cNvPr>
          <p:cNvSpPr>
            <a:spLocks noGrp="1"/>
          </p:cNvSpPr>
          <p:nvPr>
            <p:ph type="title"/>
          </p:nvPr>
        </p:nvSpPr>
        <p:spPr/>
        <p:txBody>
          <a:bodyPr/>
          <a:lstStyle/>
          <a:p>
            <a:r>
              <a:rPr lang="en-US" noProof="0" dirty="0"/>
              <a:t>Key Escrow​</a:t>
            </a:r>
          </a:p>
        </p:txBody>
      </p:sp>
      <p:sp>
        <p:nvSpPr>
          <p:cNvPr id="3" name="Content Placeholder 2">
            <a:extLst>
              <a:ext uri="{FF2B5EF4-FFF2-40B4-BE49-F238E27FC236}">
                <a16:creationId xmlns:a16="http://schemas.microsoft.com/office/drawing/2014/main" id="{76A0494B-079D-3517-AE70-58F8831D7BAD}"/>
              </a:ext>
            </a:extLst>
          </p:cNvPr>
          <p:cNvSpPr>
            <a:spLocks noGrp="1"/>
          </p:cNvSpPr>
          <p:nvPr>
            <p:ph idx="1"/>
          </p:nvPr>
        </p:nvSpPr>
        <p:spPr/>
        <p:txBody>
          <a:bodyPr>
            <a:normAutofit lnSpcReduction="10000"/>
          </a:bodyPr>
          <a:lstStyle/>
          <a:p>
            <a:r>
              <a:rPr lang="en-US" noProof="0" dirty="0"/>
              <a:t>Keys can be backed up to protect against data loss​</a:t>
            </a:r>
          </a:p>
          <a:p>
            <a:r>
              <a:rPr lang="en-US" noProof="0" dirty="0"/>
              <a:t>Anyone with access to backup keys could impersonate the true key holder​</a:t>
            </a:r>
          </a:p>
          <a:p>
            <a:r>
              <a:rPr lang="en-US" noProof="0" dirty="0"/>
              <a:t>Escrow backup​</a:t>
            </a:r>
          </a:p>
          <a:p>
            <a:pPr lvl="1"/>
            <a:r>
              <a:rPr lang="en-US" noProof="0" dirty="0"/>
              <a:t>Placing archived keys with a trusted third party​</a:t>
            </a:r>
          </a:p>
          <a:p>
            <a:r>
              <a:rPr lang="en-US" noProof="0" dirty="0"/>
              <a:t>M-of-N control</a:t>
            </a:r>
          </a:p>
          <a:p>
            <a:pPr lvl="1"/>
            <a:r>
              <a:rPr lang="en-US" noProof="0" dirty="0"/>
              <a:t>Key recovery processes can be protected by M of N control​</a:t>
            </a:r>
          </a:p>
          <a:p>
            <a:pPr lvl="1"/>
            <a:r>
              <a:rPr lang="en-US" dirty="0"/>
              <a:t>Split key into multiple parts held by different key recovery agents</a:t>
            </a:r>
            <a:endParaRPr lang="en-US" noProof="0" dirty="0"/>
          </a:p>
        </p:txBody>
      </p:sp>
      <p:sp>
        <p:nvSpPr>
          <p:cNvPr id="4" name="Slide Number Placeholder 3">
            <a:extLst>
              <a:ext uri="{FF2B5EF4-FFF2-40B4-BE49-F238E27FC236}">
                <a16:creationId xmlns:a16="http://schemas.microsoft.com/office/drawing/2014/main" id="{E1903323-10E9-DDD7-040D-D0B694DF4038}"/>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173009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9013A7-A152-DA3D-8D17-0BBDD322BB78}"/>
              </a:ext>
            </a:extLst>
          </p:cNvPr>
          <p:cNvSpPr>
            <a:spLocks noGrp="1"/>
          </p:cNvSpPr>
          <p:nvPr>
            <p:ph sz="quarter" idx="11"/>
          </p:nvPr>
        </p:nvSpPr>
        <p:spPr/>
        <p:txBody>
          <a:bodyPr>
            <a:normAutofit fontScale="85000" lnSpcReduction="20000"/>
          </a:bodyPr>
          <a:lstStyle/>
          <a:p>
            <a:r>
              <a:rPr lang="en-US" dirty="0"/>
              <a:t>Certificate authorities​</a:t>
            </a:r>
          </a:p>
          <a:p>
            <a:r>
              <a:rPr lang="en-US" dirty="0"/>
              <a:t>Digital certificates​</a:t>
            </a:r>
          </a:p>
          <a:p>
            <a:r>
              <a:rPr lang="en-US" dirty="0"/>
              <a:t>Root of trust​</a:t>
            </a:r>
          </a:p>
          <a:p>
            <a:r>
              <a:rPr lang="en-US" dirty="0"/>
              <a:t>Certificate signing requests</a:t>
            </a:r>
          </a:p>
          <a:p>
            <a:r>
              <a:rPr lang="en-US" dirty="0"/>
              <a:t>Subject name attributes​</a:t>
            </a:r>
          </a:p>
          <a:p>
            <a:r>
              <a:rPr lang="en-US" dirty="0"/>
              <a:t>Certificate revocation​</a:t>
            </a:r>
          </a:p>
          <a:p>
            <a:r>
              <a:rPr lang="en-US" dirty="0"/>
              <a:t>Key management​</a:t>
            </a:r>
          </a:p>
          <a:p>
            <a:r>
              <a:rPr lang="en-US" dirty="0" err="1"/>
              <a:t>Cryptoprocessors</a:t>
            </a:r>
            <a:r>
              <a:rPr lang="en-US" dirty="0"/>
              <a:t> and secure enclaves</a:t>
            </a:r>
          </a:p>
          <a:p>
            <a:r>
              <a:rPr lang="en-US" dirty="0"/>
              <a:t>Key escrow​</a:t>
            </a:r>
          </a:p>
        </p:txBody>
      </p:sp>
      <p:sp>
        <p:nvSpPr>
          <p:cNvPr id="3" name="Title 2">
            <a:extLst>
              <a:ext uri="{FF2B5EF4-FFF2-40B4-BE49-F238E27FC236}">
                <a16:creationId xmlns:a16="http://schemas.microsoft.com/office/drawing/2014/main" id="{9D1567DB-BED7-1315-4956-C35385E37FC9}"/>
              </a:ext>
            </a:extLst>
          </p:cNvPr>
          <p:cNvSpPr>
            <a:spLocks noGrp="1"/>
          </p:cNvSpPr>
          <p:nvPr>
            <p:ph type="title"/>
          </p:nvPr>
        </p:nvSpPr>
        <p:spPr/>
        <p:txBody>
          <a:bodyPr/>
          <a:lstStyle/>
          <a:p>
            <a:r>
              <a:rPr lang="en-GB" dirty="0"/>
              <a:t>Public Key Infrastructure</a:t>
            </a:r>
            <a:endParaRPr lang="en-US" dirty="0"/>
          </a:p>
        </p:txBody>
      </p:sp>
      <p:sp>
        <p:nvSpPr>
          <p:cNvPr id="4" name="Slide Number Placeholder 3">
            <a:extLst>
              <a:ext uri="{FF2B5EF4-FFF2-40B4-BE49-F238E27FC236}">
                <a16:creationId xmlns:a16="http://schemas.microsoft.com/office/drawing/2014/main" id="{3A9B3322-7CD2-46C7-1808-6EF7D62EB5BB}"/>
              </a:ext>
            </a:extLst>
          </p:cNvPr>
          <p:cNvSpPr>
            <a:spLocks noGrp="1"/>
          </p:cNvSpPr>
          <p:nvPr>
            <p:ph type="sldNum" sz="quarter" idx="12"/>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531140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Cryptographic Solutions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3C</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3</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2395513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31962-171E-45F2-CA89-20BCDD31EA05}"/>
              </a:ext>
            </a:extLst>
          </p:cNvPr>
          <p:cNvSpPr>
            <a:spLocks noGrp="1"/>
          </p:cNvSpPr>
          <p:nvPr>
            <p:ph type="title"/>
          </p:nvPr>
        </p:nvSpPr>
        <p:spPr/>
        <p:txBody>
          <a:bodyPr/>
          <a:lstStyle/>
          <a:p>
            <a:r>
              <a:rPr lang="en-US" noProof="0" dirty="0"/>
              <a:t>Encryption Supporting Confidentiality</a:t>
            </a:r>
          </a:p>
        </p:txBody>
      </p:sp>
      <p:sp>
        <p:nvSpPr>
          <p:cNvPr id="3" name="Content Placeholder 2">
            <a:extLst>
              <a:ext uri="{FF2B5EF4-FFF2-40B4-BE49-F238E27FC236}">
                <a16:creationId xmlns:a16="http://schemas.microsoft.com/office/drawing/2014/main" id="{B969821D-40E2-DC7D-ABCF-1DED9E16662B}"/>
              </a:ext>
            </a:extLst>
          </p:cNvPr>
          <p:cNvSpPr>
            <a:spLocks noGrp="1"/>
          </p:cNvSpPr>
          <p:nvPr>
            <p:ph idx="1"/>
          </p:nvPr>
        </p:nvSpPr>
        <p:spPr/>
        <p:txBody>
          <a:bodyPr>
            <a:normAutofit/>
          </a:bodyPr>
          <a:lstStyle/>
          <a:p>
            <a:r>
              <a:rPr lang="en-US" noProof="0" dirty="0"/>
              <a:t>Data states</a:t>
            </a:r>
          </a:p>
          <a:p>
            <a:pPr lvl="1"/>
            <a:r>
              <a:rPr lang="en-US" noProof="0" dirty="0"/>
              <a:t>Data at rest, data in transit, data in use</a:t>
            </a:r>
          </a:p>
          <a:p>
            <a:r>
              <a:rPr lang="en-US" noProof="0" dirty="0"/>
              <a:t>Bulk encryption</a:t>
            </a:r>
          </a:p>
          <a:p>
            <a:pPr lvl="1"/>
            <a:r>
              <a:rPr lang="en-US" dirty="0"/>
              <a:t>Using a private asymmetric key is inefficient for large amounts of data</a:t>
            </a:r>
          </a:p>
          <a:p>
            <a:pPr lvl="1"/>
            <a:r>
              <a:rPr lang="en-US" noProof="0" dirty="0"/>
              <a:t>Private key (key encryption key) is used to encrypt a symmetric key (media/data encryption key)</a:t>
            </a:r>
          </a:p>
        </p:txBody>
      </p:sp>
      <p:sp>
        <p:nvSpPr>
          <p:cNvPr id="4" name="Slide Number Placeholder 3">
            <a:extLst>
              <a:ext uri="{FF2B5EF4-FFF2-40B4-BE49-F238E27FC236}">
                <a16:creationId xmlns:a16="http://schemas.microsoft.com/office/drawing/2014/main" id="{FA74AFE5-6D5A-2089-DD7F-A81367381B90}"/>
              </a:ext>
            </a:extLst>
          </p:cNvPr>
          <p:cNvSpPr>
            <a:spLocks noGrp="1"/>
          </p:cNvSpPr>
          <p:nvPr>
            <p:ph type="sldNum" sz="quarter" idx="10"/>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4050608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B78FC-DCD5-E677-1237-2B741DCBBD7C}"/>
              </a:ext>
            </a:extLst>
          </p:cNvPr>
          <p:cNvSpPr>
            <a:spLocks noGrp="1"/>
          </p:cNvSpPr>
          <p:nvPr>
            <p:ph type="title"/>
          </p:nvPr>
        </p:nvSpPr>
        <p:spPr/>
        <p:txBody>
          <a:bodyPr/>
          <a:lstStyle/>
          <a:p>
            <a:r>
              <a:rPr lang="en-US" noProof="0" dirty="0"/>
              <a:t>Disk and File Encryption</a:t>
            </a:r>
          </a:p>
        </p:txBody>
      </p:sp>
      <p:sp>
        <p:nvSpPr>
          <p:cNvPr id="7" name="Content Placeholder 6">
            <a:extLst>
              <a:ext uri="{FF2B5EF4-FFF2-40B4-BE49-F238E27FC236}">
                <a16:creationId xmlns:a16="http://schemas.microsoft.com/office/drawing/2014/main" id="{F1CD0F39-1CB0-3171-FBE5-4F79A870F5D8}"/>
              </a:ext>
            </a:extLst>
          </p:cNvPr>
          <p:cNvSpPr>
            <a:spLocks noGrp="1"/>
          </p:cNvSpPr>
          <p:nvPr>
            <p:ph idx="1"/>
          </p:nvPr>
        </p:nvSpPr>
        <p:spPr/>
        <p:txBody>
          <a:bodyPr/>
          <a:lstStyle/>
          <a:p>
            <a:r>
              <a:rPr lang="en-GB" dirty="0"/>
              <a:t>Data at rest storage levels</a:t>
            </a:r>
          </a:p>
          <a:p>
            <a:r>
              <a:rPr lang="en-GB" dirty="0"/>
              <a:t>Full disk and partition encryption</a:t>
            </a:r>
          </a:p>
          <a:p>
            <a:pPr lvl="1"/>
            <a:r>
              <a:rPr lang="en-GB" dirty="0"/>
              <a:t>Encrypt whole disk or partition on disk</a:t>
            </a:r>
          </a:p>
          <a:p>
            <a:pPr lvl="1"/>
            <a:r>
              <a:rPr lang="en-GB" dirty="0"/>
              <a:t>Often performed by drive firmware (self-encrypting)</a:t>
            </a:r>
          </a:p>
          <a:p>
            <a:r>
              <a:rPr lang="en-GB" dirty="0"/>
              <a:t>Volume and file encryption</a:t>
            </a:r>
          </a:p>
          <a:p>
            <a:pPr lvl="1"/>
            <a:r>
              <a:rPr lang="en-GB" dirty="0"/>
              <a:t>Often performed by OS/software</a:t>
            </a:r>
          </a:p>
          <a:p>
            <a:pPr lvl="1"/>
            <a:r>
              <a:rPr lang="en-GB" dirty="0"/>
              <a:t>Usually requires file system support</a:t>
            </a:r>
          </a:p>
          <a:p>
            <a:pPr lvl="1"/>
            <a:endParaRPr lang="en-US" dirty="0"/>
          </a:p>
        </p:txBody>
      </p:sp>
      <p:sp>
        <p:nvSpPr>
          <p:cNvPr id="4" name="Slide Number Placeholder 3">
            <a:extLst>
              <a:ext uri="{FF2B5EF4-FFF2-40B4-BE49-F238E27FC236}">
                <a16:creationId xmlns:a16="http://schemas.microsoft.com/office/drawing/2014/main" id="{5384AECC-3D20-ECBE-474A-24387842D14B}"/>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2762218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DC19-F3F8-21DD-C8D6-343DE468686D}"/>
              </a:ext>
            </a:extLst>
          </p:cNvPr>
          <p:cNvSpPr>
            <a:spLocks noGrp="1"/>
          </p:cNvSpPr>
          <p:nvPr>
            <p:ph type="title"/>
          </p:nvPr>
        </p:nvSpPr>
        <p:spPr/>
        <p:txBody>
          <a:bodyPr/>
          <a:lstStyle/>
          <a:p>
            <a:r>
              <a:rPr lang="en-US" noProof="0" dirty="0"/>
              <a:t>Database Encryption</a:t>
            </a:r>
          </a:p>
        </p:txBody>
      </p:sp>
      <p:sp>
        <p:nvSpPr>
          <p:cNvPr id="7" name="Content Placeholder 6">
            <a:extLst>
              <a:ext uri="{FF2B5EF4-FFF2-40B4-BE49-F238E27FC236}">
                <a16:creationId xmlns:a16="http://schemas.microsoft.com/office/drawing/2014/main" id="{AEA8DDF0-B6AD-BB54-8111-09E1402395DA}"/>
              </a:ext>
            </a:extLst>
          </p:cNvPr>
          <p:cNvSpPr>
            <a:spLocks noGrp="1"/>
          </p:cNvSpPr>
          <p:nvPr>
            <p:ph idx="1"/>
          </p:nvPr>
        </p:nvSpPr>
        <p:spPr/>
        <p:txBody>
          <a:bodyPr>
            <a:normAutofit fontScale="85000" lnSpcReduction="20000"/>
          </a:bodyPr>
          <a:lstStyle/>
          <a:p>
            <a:r>
              <a:rPr lang="en-GB" dirty="0"/>
              <a:t>Structured data</a:t>
            </a:r>
          </a:p>
          <a:p>
            <a:pPr lvl="1"/>
            <a:r>
              <a:rPr lang="en-GB" dirty="0"/>
              <a:t>Tables, columns (fields), and rows (records)</a:t>
            </a:r>
          </a:p>
          <a:p>
            <a:pPr lvl="1"/>
            <a:r>
              <a:rPr lang="en-GB" dirty="0"/>
              <a:t>Database Management System (DBMS)</a:t>
            </a:r>
          </a:p>
          <a:p>
            <a:pPr lvl="2"/>
            <a:r>
              <a:rPr lang="en-GB" dirty="0"/>
              <a:t>Structured Query Language (SQL)</a:t>
            </a:r>
          </a:p>
          <a:p>
            <a:r>
              <a:rPr lang="en-GB" dirty="0"/>
              <a:t>Database-level encryption</a:t>
            </a:r>
          </a:p>
          <a:p>
            <a:pPr lvl="1"/>
            <a:r>
              <a:rPr lang="en-GB" dirty="0"/>
              <a:t>Page-level decryption and encryption as data is moved from disk to memory</a:t>
            </a:r>
          </a:p>
          <a:p>
            <a:r>
              <a:rPr lang="en-GB" dirty="0"/>
              <a:t>Record-level encryption</a:t>
            </a:r>
          </a:p>
          <a:p>
            <a:pPr lvl="1"/>
            <a:r>
              <a:rPr lang="en-GB" dirty="0"/>
              <a:t>Cell/column versus record-level</a:t>
            </a:r>
          </a:p>
          <a:p>
            <a:pPr lvl="1"/>
            <a:r>
              <a:rPr lang="en-GB" dirty="0"/>
              <a:t>Enforce fine-grained access controls to support compliance requirements for privacy/security</a:t>
            </a:r>
            <a:endParaRPr lang="en-US" dirty="0"/>
          </a:p>
        </p:txBody>
      </p:sp>
      <p:sp>
        <p:nvSpPr>
          <p:cNvPr id="4" name="Slide Number Placeholder 3">
            <a:extLst>
              <a:ext uri="{FF2B5EF4-FFF2-40B4-BE49-F238E27FC236}">
                <a16:creationId xmlns:a16="http://schemas.microsoft.com/office/drawing/2014/main" id="{93C696B2-86B4-5AB9-C090-BEED8500C980}"/>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2590891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DE5E2-3A6B-3B23-BF8F-7A05353AC6DA}"/>
              </a:ext>
            </a:extLst>
          </p:cNvPr>
          <p:cNvSpPr>
            <a:spLocks noGrp="1"/>
          </p:cNvSpPr>
          <p:nvPr>
            <p:ph type="title"/>
          </p:nvPr>
        </p:nvSpPr>
        <p:spPr/>
        <p:txBody>
          <a:bodyPr/>
          <a:lstStyle/>
          <a:p>
            <a:r>
              <a:rPr lang="en-US" noProof="0" dirty="0"/>
              <a:t>Transport Encryption and Key Exchange</a:t>
            </a:r>
          </a:p>
        </p:txBody>
      </p:sp>
      <p:sp>
        <p:nvSpPr>
          <p:cNvPr id="4" name="Slide Number Placeholder 3">
            <a:extLst>
              <a:ext uri="{FF2B5EF4-FFF2-40B4-BE49-F238E27FC236}">
                <a16:creationId xmlns:a16="http://schemas.microsoft.com/office/drawing/2014/main" id="{43D110E4-727E-2203-1932-2C7E35C4AF0C}"/>
              </a:ext>
            </a:extLst>
          </p:cNvPr>
          <p:cNvSpPr>
            <a:spLocks noGrp="1"/>
          </p:cNvSpPr>
          <p:nvPr>
            <p:ph type="sldNum" sz="quarter" idx="10"/>
          </p:nvPr>
        </p:nvSpPr>
        <p:spPr/>
        <p:txBody>
          <a:bodyPr/>
          <a:lstStyle/>
          <a:p>
            <a:fld id="{B7CF8A19-3A9E-4ABC-B336-2FDDE321C72D}" type="slidenum">
              <a:rPr lang="en-US" smtClean="0"/>
              <a:pPr/>
              <a:t>27</a:t>
            </a:fld>
            <a:endParaRPr lang="en-US"/>
          </a:p>
        </p:txBody>
      </p:sp>
      <p:pic>
        <p:nvPicPr>
          <p:cNvPr id="13314" name="Picture 2" descr="A diagram shows the process of key exchange between the sender and the recipient using a digital envelope.">
            <a:extLst>
              <a:ext uri="{FF2B5EF4-FFF2-40B4-BE49-F238E27FC236}">
                <a16:creationId xmlns:a16="http://schemas.microsoft.com/office/drawing/2014/main" id="{ECCB7645-187A-AF50-C772-36FFDC85418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96959" y="746125"/>
            <a:ext cx="4569132"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053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3AE7D-63CB-9BAC-C67E-1716DAA2E914}"/>
              </a:ext>
            </a:extLst>
          </p:cNvPr>
          <p:cNvSpPr>
            <a:spLocks noGrp="1"/>
          </p:cNvSpPr>
          <p:nvPr>
            <p:ph type="title"/>
          </p:nvPr>
        </p:nvSpPr>
        <p:spPr/>
        <p:txBody>
          <a:bodyPr/>
          <a:lstStyle/>
          <a:p>
            <a:r>
              <a:rPr lang="en-US" noProof="0" dirty="0"/>
              <a:t>Perfect Forward Secrecy</a:t>
            </a:r>
          </a:p>
        </p:txBody>
      </p:sp>
      <p:pic>
        <p:nvPicPr>
          <p:cNvPr id="1026" name="Picture 2">
            <a:extLst>
              <a:ext uri="{FF2B5EF4-FFF2-40B4-BE49-F238E27FC236}">
                <a16:creationId xmlns:a16="http://schemas.microsoft.com/office/drawing/2014/main" id="{12972BF6-69A0-1194-7D75-22D6DB9D83B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61412" y="746125"/>
            <a:ext cx="4040225" cy="4046538"/>
          </a:xfrm>
        </p:spPr>
      </p:pic>
      <p:sp>
        <p:nvSpPr>
          <p:cNvPr id="4" name="Slide Number Placeholder 3">
            <a:extLst>
              <a:ext uri="{FF2B5EF4-FFF2-40B4-BE49-F238E27FC236}">
                <a16:creationId xmlns:a16="http://schemas.microsoft.com/office/drawing/2014/main" id="{A27177A3-3327-7C25-3237-DD28D123B3A0}"/>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1033267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4D26A-2AD2-197D-96E2-5BA04B5F0BD6}"/>
              </a:ext>
            </a:extLst>
          </p:cNvPr>
          <p:cNvSpPr>
            <a:spLocks noGrp="1"/>
          </p:cNvSpPr>
          <p:nvPr>
            <p:ph type="title"/>
          </p:nvPr>
        </p:nvSpPr>
        <p:spPr/>
        <p:txBody>
          <a:bodyPr/>
          <a:lstStyle/>
          <a:p>
            <a:r>
              <a:rPr lang="en-US" noProof="0" dirty="0"/>
              <a:t>Salting and Key Stretching </a:t>
            </a:r>
          </a:p>
        </p:txBody>
      </p:sp>
      <p:sp>
        <p:nvSpPr>
          <p:cNvPr id="3" name="Content Placeholder 2">
            <a:extLst>
              <a:ext uri="{FF2B5EF4-FFF2-40B4-BE49-F238E27FC236}">
                <a16:creationId xmlns:a16="http://schemas.microsoft.com/office/drawing/2014/main" id="{99095588-793D-E594-AEFF-379277A3D2A6}"/>
              </a:ext>
            </a:extLst>
          </p:cNvPr>
          <p:cNvSpPr>
            <a:spLocks noGrp="1"/>
          </p:cNvSpPr>
          <p:nvPr>
            <p:ph idx="1"/>
          </p:nvPr>
        </p:nvSpPr>
        <p:spPr/>
        <p:txBody>
          <a:bodyPr>
            <a:normAutofit fontScale="85000" lnSpcReduction="20000"/>
          </a:bodyPr>
          <a:lstStyle/>
          <a:p>
            <a:r>
              <a:rPr lang="en-US" noProof="0" dirty="0"/>
              <a:t>Password hashes</a:t>
            </a:r>
          </a:p>
          <a:p>
            <a:r>
              <a:rPr lang="en-US" noProof="0" dirty="0"/>
              <a:t>User-generated data is low entropy​</a:t>
            </a:r>
          </a:p>
          <a:p>
            <a:pPr lvl="1"/>
            <a:r>
              <a:rPr lang="en-US" noProof="0" dirty="0"/>
              <a:t>Brute force attack discovers value by generating every possible value and finding a match</a:t>
            </a:r>
          </a:p>
          <a:p>
            <a:r>
              <a:rPr lang="en-US" noProof="0" dirty="0"/>
              <a:t>Salting​</a:t>
            </a:r>
          </a:p>
          <a:p>
            <a:pPr lvl="1"/>
            <a:r>
              <a:rPr lang="en-US" noProof="0" dirty="0"/>
              <a:t>Add a random value to each password when hashing it for storage​</a:t>
            </a:r>
          </a:p>
          <a:p>
            <a:pPr lvl="1"/>
            <a:r>
              <a:rPr lang="en-US" noProof="0" dirty="0"/>
              <a:t>Prevents use of pre-computed hash tables​</a:t>
            </a:r>
          </a:p>
          <a:p>
            <a:r>
              <a:rPr lang="en-US" noProof="0" dirty="0"/>
              <a:t>Key stretching​</a:t>
            </a:r>
          </a:p>
          <a:p>
            <a:pPr lvl="1"/>
            <a:r>
              <a:rPr lang="en-US" noProof="0" dirty="0"/>
              <a:t>Use additional rounds to strengthen keys​</a:t>
            </a:r>
          </a:p>
          <a:p>
            <a:pPr lvl="1"/>
            <a:r>
              <a:rPr lang="en-US" noProof="0" dirty="0"/>
              <a:t>Makes attacker do more work, so slows down brute force​​</a:t>
            </a:r>
          </a:p>
          <a:p>
            <a:endParaRPr lang="en-US" noProof="0" dirty="0"/>
          </a:p>
        </p:txBody>
      </p:sp>
      <p:sp>
        <p:nvSpPr>
          <p:cNvPr id="4" name="Slide Number Placeholder 3">
            <a:extLst>
              <a:ext uri="{FF2B5EF4-FFF2-40B4-BE49-F238E27FC236}">
                <a16:creationId xmlns:a16="http://schemas.microsoft.com/office/drawing/2014/main" id="{33988C72-F073-2ABD-6CD1-4545A04A2E88}"/>
              </a:ext>
            </a:extLst>
          </p:cNvPr>
          <p:cNvSpPr>
            <a:spLocks noGrp="1"/>
          </p:cNvSpPr>
          <p:nvPr>
            <p:ph type="sldNum" sz="quarter" idx="10"/>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388135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D8BB6-0FDC-3E61-7995-7BA58449C071}"/>
              </a:ext>
            </a:extLst>
          </p:cNvPr>
          <p:cNvSpPr>
            <a:spLocks noGrp="1"/>
          </p:cNvSpPr>
          <p:nvPr>
            <p:ph type="title"/>
          </p:nvPr>
        </p:nvSpPr>
        <p:spPr/>
        <p:txBody>
          <a:bodyPr/>
          <a:lstStyle/>
          <a:p>
            <a:r>
              <a:rPr lang="en-US" noProof="0" dirty="0"/>
              <a:t>Blockchain</a:t>
            </a:r>
          </a:p>
        </p:txBody>
      </p:sp>
      <p:sp>
        <p:nvSpPr>
          <p:cNvPr id="3" name="Content Placeholder 2">
            <a:extLst>
              <a:ext uri="{FF2B5EF4-FFF2-40B4-BE49-F238E27FC236}">
                <a16:creationId xmlns:a16="http://schemas.microsoft.com/office/drawing/2014/main" id="{CA6B2642-7A89-3EBD-DA02-683EFCBA98FE}"/>
              </a:ext>
            </a:extLst>
          </p:cNvPr>
          <p:cNvSpPr>
            <a:spLocks noGrp="1"/>
          </p:cNvSpPr>
          <p:nvPr>
            <p:ph idx="1"/>
          </p:nvPr>
        </p:nvSpPr>
        <p:spPr/>
        <p:txBody>
          <a:bodyPr>
            <a:normAutofit fontScale="92500" lnSpcReduction="20000"/>
          </a:bodyPr>
          <a:lstStyle/>
          <a:p>
            <a:r>
              <a:rPr lang="en-US" noProof="0" dirty="0"/>
              <a:t>Expanding list of transactional records (blocks)​</a:t>
            </a:r>
          </a:p>
          <a:p>
            <a:r>
              <a:rPr lang="en-US" noProof="0" dirty="0"/>
              <a:t>Each block is linked by hashing​</a:t>
            </a:r>
          </a:p>
          <a:p>
            <a:r>
              <a:rPr lang="en-US" noProof="0" dirty="0"/>
              <a:t>Open public ledger​</a:t>
            </a:r>
          </a:p>
          <a:p>
            <a:r>
              <a:rPr lang="en-US" noProof="0" dirty="0"/>
              <a:t>Ledger of transactions performed on a digital asset​</a:t>
            </a:r>
          </a:p>
          <a:p>
            <a:r>
              <a:rPr lang="en-US" noProof="0" dirty="0"/>
              <a:t>Peer-to-peer so transactions are public​</a:t>
            </a:r>
          </a:p>
          <a:p>
            <a:r>
              <a:rPr lang="en-US" noProof="0" dirty="0"/>
              <a:t>Transactions cannot be deleted or reversed​</a:t>
            </a:r>
          </a:p>
          <a:p>
            <a:r>
              <a:rPr lang="en-US" noProof="0" dirty="0"/>
              <a:t>Widely used for cryptocurrencies​</a:t>
            </a:r>
          </a:p>
          <a:p>
            <a:r>
              <a:rPr lang="en-US" noProof="0" dirty="0"/>
              <a:t>Potential uses for financial transactions, online voting systems, identity management systems, notarization, data storage, …​</a:t>
            </a:r>
          </a:p>
          <a:p>
            <a:endParaRPr lang="en-US" noProof="0" dirty="0"/>
          </a:p>
        </p:txBody>
      </p:sp>
      <p:sp>
        <p:nvSpPr>
          <p:cNvPr id="4" name="Slide Number Placeholder 3">
            <a:extLst>
              <a:ext uri="{FF2B5EF4-FFF2-40B4-BE49-F238E27FC236}">
                <a16:creationId xmlns:a16="http://schemas.microsoft.com/office/drawing/2014/main" id="{00CE3BFA-17A8-B9C5-D452-98641AC4ACF5}"/>
              </a:ext>
            </a:extLst>
          </p:cNvPr>
          <p:cNvSpPr>
            <a:spLocks noGrp="1"/>
          </p:cNvSpPr>
          <p:nvPr>
            <p:ph type="sldNum" sz="quarter" idx="10"/>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53542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1849-394B-784F-2CF4-4D11A6C3C162}"/>
              </a:ext>
            </a:extLst>
          </p:cNvPr>
          <p:cNvSpPr>
            <a:spLocks noGrp="1"/>
          </p:cNvSpPr>
          <p:nvPr>
            <p:ph type="title"/>
          </p:nvPr>
        </p:nvSpPr>
        <p:spPr/>
        <p:txBody>
          <a:bodyPr/>
          <a:lstStyle/>
          <a:p>
            <a:r>
              <a:rPr lang="en-US" noProof="0" dirty="0"/>
              <a:t>Obfuscation</a:t>
            </a:r>
          </a:p>
        </p:txBody>
      </p:sp>
      <p:sp>
        <p:nvSpPr>
          <p:cNvPr id="3" name="Content Placeholder 2">
            <a:extLst>
              <a:ext uri="{FF2B5EF4-FFF2-40B4-BE49-F238E27FC236}">
                <a16:creationId xmlns:a16="http://schemas.microsoft.com/office/drawing/2014/main" id="{091B7DB5-BED7-8BEE-68AD-2DC31AC8B5F5}"/>
              </a:ext>
            </a:extLst>
          </p:cNvPr>
          <p:cNvSpPr>
            <a:spLocks noGrp="1"/>
          </p:cNvSpPr>
          <p:nvPr>
            <p:ph idx="1"/>
          </p:nvPr>
        </p:nvSpPr>
        <p:spPr/>
        <p:txBody>
          <a:bodyPr>
            <a:normAutofit fontScale="77500" lnSpcReduction="20000"/>
          </a:bodyPr>
          <a:lstStyle/>
          <a:p>
            <a:r>
              <a:rPr lang="en-US" noProof="0" dirty="0"/>
              <a:t>Steganography</a:t>
            </a:r>
          </a:p>
          <a:p>
            <a:pPr lvl="1"/>
            <a:r>
              <a:rPr lang="en-US" noProof="0" dirty="0"/>
              <a:t>Concealing messages within a covertext​</a:t>
            </a:r>
          </a:p>
          <a:p>
            <a:pPr lvl="1"/>
            <a:r>
              <a:rPr lang="en-US" noProof="0" dirty="0"/>
              <a:t>Often uses file data that can be manipulated without introducing obvious artifacts​</a:t>
            </a:r>
          </a:p>
          <a:p>
            <a:pPr lvl="1"/>
            <a:r>
              <a:rPr lang="en-US" noProof="0" dirty="0"/>
              <a:t>Covert channels​</a:t>
            </a:r>
          </a:p>
          <a:p>
            <a:r>
              <a:rPr lang="en-US" noProof="0" dirty="0"/>
              <a:t>Data masking</a:t>
            </a:r>
          </a:p>
          <a:p>
            <a:pPr lvl="1"/>
            <a:r>
              <a:rPr lang="en-US" dirty="0"/>
              <a:t>Redacting information from fields</a:t>
            </a:r>
            <a:endParaRPr lang="en-US" noProof="0" dirty="0"/>
          </a:p>
          <a:p>
            <a:r>
              <a:rPr lang="en-US" noProof="0" dirty="0"/>
              <a:t>Tokenization</a:t>
            </a:r>
          </a:p>
          <a:p>
            <a:pPr lvl="1"/>
            <a:r>
              <a:rPr lang="en-US" dirty="0"/>
              <a:t>Substituting data with token</a:t>
            </a:r>
          </a:p>
          <a:p>
            <a:pPr lvl="1"/>
            <a:r>
              <a:rPr lang="en-US" noProof="0" dirty="0"/>
              <a:t>Reversible with access to the token server</a:t>
            </a:r>
          </a:p>
          <a:p>
            <a:r>
              <a:rPr lang="en-US" dirty="0"/>
              <a:t>De-identification</a:t>
            </a:r>
            <a:endParaRPr lang="en-US" noProof="0" dirty="0"/>
          </a:p>
        </p:txBody>
      </p:sp>
      <p:sp>
        <p:nvSpPr>
          <p:cNvPr id="4" name="Slide Number Placeholder 3">
            <a:extLst>
              <a:ext uri="{FF2B5EF4-FFF2-40B4-BE49-F238E27FC236}">
                <a16:creationId xmlns:a16="http://schemas.microsoft.com/office/drawing/2014/main" id="{433A2A7D-7957-151D-083C-5E5DE08B2FBC}"/>
              </a:ext>
            </a:extLst>
          </p:cNvPr>
          <p:cNvSpPr>
            <a:spLocks noGrp="1"/>
          </p:cNvSpPr>
          <p:nvPr>
            <p:ph type="sldNum" sz="quarter" idx="10"/>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83370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8B4709-6722-D671-BE49-A4ABC5A70D4E}"/>
              </a:ext>
            </a:extLst>
          </p:cNvPr>
          <p:cNvSpPr>
            <a:spLocks noGrp="1"/>
          </p:cNvSpPr>
          <p:nvPr>
            <p:ph sz="quarter" idx="11"/>
          </p:nvPr>
        </p:nvSpPr>
        <p:spPr/>
        <p:txBody>
          <a:bodyPr>
            <a:normAutofit fontScale="92500" lnSpcReduction="10000"/>
          </a:bodyPr>
          <a:lstStyle/>
          <a:p>
            <a:r>
              <a:rPr lang="en-US" dirty="0"/>
              <a:t>Encryption supporting confidentiality</a:t>
            </a:r>
          </a:p>
          <a:p>
            <a:r>
              <a:rPr lang="en-US" dirty="0"/>
              <a:t>Disk and file encryption</a:t>
            </a:r>
          </a:p>
          <a:p>
            <a:r>
              <a:rPr lang="en-US" dirty="0"/>
              <a:t>Database encryption</a:t>
            </a:r>
          </a:p>
          <a:p>
            <a:r>
              <a:rPr lang="en-US" dirty="0"/>
              <a:t>Transport encryption and key exchange</a:t>
            </a:r>
          </a:p>
          <a:p>
            <a:r>
              <a:rPr lang="en-US" dirty="0"/>
              <a:t>Perfect forward secrecy</a:t>
            </a:r>
          </a:p>
          <a:p>
            <a:r>
              <a:rPr lang="en-US" dirty="0"/>
              <a:t>Salting and key stretching </a:t>
            </a:r>
          </a:p>
          <a:p>
            <a:r>
              <a:rPr lang="en-US" dirty="0"/>
              <a:t>Blockchain</a:t>
            </a:r>
          </a:p>
          <a:p>
            <a:r>
              <a:rPr lang="en-US" dirty="0"/>
              <a:t>Obfuscation</a:t>
            </a:r>
          </a:p>
        </p:txBody>
      </p:sp>
      <p:sp>
        <p:nvSpPr>
          <p:cNvPr id="3" name="Title 2">
            <a:extLst>
              <a:ext uri="{FF2B5EF4-FFF2-40B4-BE49-F238E27FC236}">
                <a16:creationId xmlns:a16="http://schemas.microsoft.com/office/drawing/2014/main" id="{6E72E2BB-2AB9-7EC6-355C-EEAD89B3AEAC}"/>
              </a:ext>
            </a:extLst>
          </p:cNvPr>
          <p:cNvSpPr>
            <a:spLocks noGrp="1"/>
          </p:cNvSpPr>
          <p:nvPr>
            <p:ph type="title"/>
          </p:nvPr>
        </p:nvSpPr>
        <p:spPr/>
        <p:txBody>
          <a:bodyPr/>
          <a:lstStyle/>
          <a:p>
            <a:r>
              <a:rPr lang="en-GB" dirty="0"/>
              <a:t>Cryptographic Solutions</a:t>
            </a:r>
            <a:endParaRPr lang="en-US" dirty="0"/>
          </a:p>
        </p:txBody>
      </p:sp>
      <p:sp>
        <p:nvSpPr>
          <p:cNvPr id="4" name="Slide Number Placeholder 3">
            <a:extLst>
              <a:ext uri="{FF2B5EF4-FFF2-40B4-BE49-F238E27FC236}">
                <a16:creationId xmlns:a16="http://schemas.microsoft.com/office/drawing/2014/main" id="{DB637AB1-A2EB-D2CB-420E-1E8BF1216388}"/>
              </a:ext>
            </a:extLst>
          </p:cNvPr>
          <p:cNvSpPr>
            <a:spLocks noGrp="1"/>
          </p:cNvSpPr>
          <p:nvPr>
            <p:ph type="sldNum" sz="quarter" idx="12"/>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1963873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99A46C-A2DE-53C7-71DD-8C8601AF0727}"/>
              </a:ext>
            </a:extLst>
          </p:cNvPr>
          <p:cNvSpPr>
            <a:spLocks noGrp="1"/>
          </p:cNvSpPr>
          <p:nvPr>
            <p:ph type="sldNum" sz="quarter" idx="13"/>
          </p:nvPr>
        </p:nvSpPr>
        <p:spPr/>
        <p:txBody>
          <a:bodyPr/>
          <a:lstStyle/>
          <a:p>
            <a:fld id="{B7CF8A19-3A9E-4ABC-B336-2FDDE321C72D}" type="slidenum">
              <a:rPr lang="en-US" smtClean="0"/>
              <a:pPr/>
              <a:t>33</a:t>
            </a:fld>
            <a:endParaRPr lang="en-US"/>
          </a:p>
        </p:txBody>
      </p:sp>
      <p:sp>
        <p:nvSpPr>
          <p:cNvPr id="5" name="Content Placeholder 4">
            <a:extLst>
              <a:ext uri="{FF2B5EF4-FFF2-40B4-BE49-F238E27FC236}">
                <a16:creationId xmlns:a16="http://schemas.microsoft.com/office/drawing/2014/main" id="{1BDD7DED-0626-C38D-5B64-ED2035815194}"/>
              </a:ext>
            </a:extLst>
          </p:cNvPr>
          <p:cNvSpPr>
            <a:spLocks noGrp="1"/>
          </p:cNvSpPr>
          <p:nvPr>
            <p:ph sz="quarter" idx="14"/>
          </p:nvPr>
        </p:nvSpPr>
        <p:spPr/>
        <p:txBody>
          <a:bodyPr/>
          <a:lstStyle/>
          <a:p>
            <a:r>
              <a:rPr lang="en-US" dirty="0"/>
              <a:t>Assisted Lab: Using Hashing and Salting</a:t>
            </a:r>
          </a:p>
        </p:txBody>
      </p:sp>
    </p:spTree>
    <p:extLst>
      <p:ext uri="{BB962C8B-B14F-4D97-AF65-F5344CB8AC3E}">
        <p14:creationId xmlns:p14="http://schemas.microsoft.com/office/powerpoint/2010/main" val="2252171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3</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494846069"/>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3</TotalTime>
  <Words>2593</Words>
  <Application>Microsoft Office PowerPoint</Application>
  <PresentationFormat>On-screen Show (16:9)</PresentationFormat>
  <Paragraphs>350</Paragraphs>
  <Slides>34</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Open Sans</vt:lpstr>
      <vt:lpstr>Calibri</vt:lpstr>
      <vt:lpstr>Arial</vt:lpstr>
      <vt:lpstr>comptia_ov</vt:lpstr>
      <vt:lpstr>Explaining Appropriate Cryptographic Solutions</vt:lpstr>
      <vt:lpstr>Objectives</vt:lpstr>
      <vt:lpstr>Cryptographic Algorithms</vt:lpstr>
      <vt:lpstr>Cryptographic Concepts​</vt:lpstr>
      <vt:lpstr>Symmetric Encryption</vt:lpstr>
      <vt:lpstr>Key Length</vt:lpstr>
      <vt:lpstr>Asymmetric Encryption​</vt:lpstr>
      <vt:lpstr>Hashing</vt:lpstr>
      <vt:lpstr>Digital Signatures​</vt:lpstr>
      <vt:lpstr>Cryptographic Algorithms</vt:lpstr>
      <vt:lpstr>PowerPoint Presentation</vt:lpstr>
      <vt:lpstr>Public Key Infrastructure</vt:lpstr>
      <vt:lpstr>Certificate Authorities​</vt:lpstr>
      <vt:lpstr>Digital Certificates​</vt:lpstr>
      <vt:lpstr>Root of Trust​</vt:lpstr>
      <vt:lpstr>Certificate Signing Requests</vt:lpstr>
      <vt:lpstr>Subject Name Attributes​</vt:lpstr>
      <vt:lpstr>Certificate Revocation​</vt:lpstr>
      <vt:lpstr>Key Management​</vt:lpstr>
      <vt:lpstr>Cryptoprocessors and Secure Enclaves</vt:lpstr>
      <vt:lpstr>Key Escrow​</vt:lpstr>
      <vt:lpstr>Public Key Infrastructure</vt:lpstr>
      <vt:lpstr>Cryptographic Solutions</vt:lpstr>
      <vt:lpstr>Encryption Supporting Confidentiality</vt:lpstr>
      <vt:lpstr>Disk and File Encryption</vt:lpstr>
      <vt:lpstr>Database Encryption</vt:lpstr>
      <vt:lpstr>Transport Encryption and Key Exchange</vt:lpstr>
      <vt:lpstr>Perfect Forward Secrecy</vt:lpstr>
      <vt:lpstr>Salting and Key Stretching </vt:lpstr>
      <vt:lpstr>Blockchain</vt:lpstr>
      <vt:lpstr>Obfuscation</vt:lpstr>
      <vt:lpstr>Cryptographic Solutions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2023-09-11T17:45:21Z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