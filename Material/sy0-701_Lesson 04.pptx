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39"/>
  </p:notesMasterIdLst>
  <p:handoutMasterIdLst>
    <p:handoutMasterId r:id="rId40"/>
  </p:handoutMasterIdLst>
  <p:sldIdLst>
    <p:sldId id="262" r:id="rId5"/>
    <p:sldId id="935" r:id="rId6"/>
    <p:sldId id="270" r:id="rId7"/>
    <p:sldId id="357" r:id="rId8"/>
    <p:sldId id="384" r:id="rId9"/>
    <p:sldId id="401" r:id="rId10"/>
    <p:sldId id="359" r:id="rId11"/>
    <p:sldId id="374" r:id="rId12"/>
    <p:sldId id="369" r:id="rId13"/>
    <p:sldId id="371" r:id="rId14"/>
    <p:sldId id="398" r:id="rId15"/>
    <p:sldId id="936" r:id="rId16"/>
    <p:sldId id="939" r:id="rId17"/>
    <p:sldId id="271" r:id="rId18"/>
    <p:sldId id="390" r:id="rId19"/>
    <p:sldId id="379" r:id="rId20"/>
    <p:sldId id="393" r:id="rId21"/>
    <p:sldId id="402" r:id="rId22"/>
    <p:sldId id="377" r:id="rId23"/>
    <p:sldId id="383" r:id="rId24"/>
    <p:sldId id="385" r:id="rId25"/>
    <p:sldId id="380" r:id="rId26"/>
    <p:sldId id="937" r:id="rId27"/>
    <p:sldId id="940" r:id="rId28"/>
    <p:sldId id="272" r:id="rId29"/>
    <p:sldId id="361" r:id="rId30"/>
    <p:sldId id="394" r:id="rId31"/>
    <p:sldId id="362" r:id="rId32"/>
    <p:sldId id="363" r:id="rId33"/>
    <p:sldId id="395" r:id="rId34"/>
    <p:sldId id="396" r:id="rId35"/>
    <p:sldId id="397" r:id="rId36"/>
    <p:sldId id="938" r:id="rId37"/>
    <p:sldId id="934" r:id="rId38"/>
  </p:sldIdLst>
  <p:sldSz cx="9144000" cy="5143500" type="screen16x9"/>
  <p:notesSz cx="6858000" cy="9144000"/>
  <p:embeddedFontLst>
    <p:embeddedFont>
      <p:font typeface="Calibri" panose="020F0502020204030204" pitchFamily="34" charset="0"/>
      <p:regular r:id="rId41"/>
      <p:bold r:id="rId42"/>
      <p:italic r:id="rId43"/>
      <p:boldItalic r:id="rId44"/>
    </p:embeddedFont>
    <p:embeddedFont>
      <p:font typeface="Open Sans" panose="020B0606030504020204" pitchFamily="34" charset="0"/>
      <p:regular r:id="rId45"/>
      <p:bold r:id="rId46"/>
      <p:italic r:id="rId47"/>
      <p:boldItalic r:id="rId48"/>
    </p:embeddedFont>
    <p:embeddedFont>
      <p:font typeface="Roboto Mono" panose="00000009000000000000" pitchFamily="49" charset="0"/>
      <p:regular r:id="rId49"/>
      <p:bold r:id="rId50"/>
      <p:italic r:id="rId51"/>
      <p:boldItalic r:id="rId5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942569-D0A5-30EF-04FD-0AEC1D52D331}" name="James Pengelly" initials="JP" userId="S::jpengelly@comptia.org::d269fecd-a8a2-4e5a-93ae-88bdaab21f5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D00"/>
    <a:srgbClr val="CF9FDE"/>
    <a:srgbClr val="FEAE62"/>
    <a:srgbClr val="7FC8DD"/>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9083" autoAdjust="0"/>
  </p:normalViewPr>
  <p:slideViewPr>
    <p:cSldViewPr snapToGrid="0">
      <p:cViewPr varScale="1">
        <p:scale>
          <a:sx n="117" d="100"/>
          <a:sy n="117" d="100"/>
        </p:scale>
        <p:origin x="672" y="84"/>
      </p:cViewPr>
      <p:guideLst>
        <p:guide orient="horz" pos="1620"/>
        <p:guide pos="2880"/>
      </p:guideLst>
    </p:cSldViewPr>
  </p:slideViewPr>
  <p:outlineViewPr>
    <p:cViewPr>
      <p:scale>
        <a:sx n="33" d="100"/>
        <a:sy n="33" d="100"/>
      </p:scale>
      <p:origin x="0" y="-18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Lst>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11.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6.fntdata"/><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font" Target="fonts/font1.fntdata"/><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9.fntdata"/><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4.fntdata"/><Relationship Id="rId52" Type="http://schemas.openxmlformats.org/officeDocument/2006/relationships/font" Target="fonts/font12.fntdata"/></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13" Type="http://schemas.openxmlformats.org/officeDocument/2006/relationships/slide" Target="slides/slide14.xml"/><Relationship Id="rId18" Type="http://schemas.openxmlformats.org/officeDocument/2006/relationships/slide" Target="slides/slide19.xml"/><Relationship Id="rId26" Type="http://schemas.openxmlformats.org/officeDocument/2006/relationships/slide" Target="slides/slide28.xml"/><Relationship Id="rId3" Type="http://schemas.openxmlformats.org/officeDocument/2006/relationships/slide" Target="slides/slide3.xml"/><Relationship Id="rId21" Type="http://schemas.openxmlformats.org/officeDocument/2006/relationships/slide" Target="slides/slide22.xml"/><Relationship Id="rId7" Type="http://schemas.openxmlformats.org/officeDocument/2006/relationships/slide" Target="slides/slide7.xml"/><Relationship Id="rId12" Type="http://schemas.openxmlformats.org/officeDocument/2006/relationships/slide" Target="slides/slide12.xml"/><Relationship Id="rId17" Type="http://schemas.openxmlformats.org/officeDocument/2006/relationships/slide" Target="slides/slide18.xml"/><Relationship Id="rId25" Type="http://schemas.openxmlformats.org/officeDocument/2006/relationships/slide" Target="slides/slide27.xml"/><Relationship Id="rId2" Type="http://schemas.openxmlformats.org/officeDocument/2006/relationships/slide" Target="slides/slide2.xml"/><Relationship Id="rId16" Type="http://schemas.openxmlformats.org/officeDocument/2006/relationships/slide" Target="slides/slide17.xml"/><Relationship Id="rId20" Type="http://schemas.openxmlformats.org/officeDocument/2006/relationships/slide" Target="slides/slide21.xml"/><Relationship Id="rId29" Type="http://schemas.openxmlformats.org/officeDocument/2006/relationships/slide" Target="slides/slide31.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24" Type="http://schemas.openxmlformats.org/officeDocument/2006/relationships/slide" Target="slides/slide26.xml"/><Relationship Id="rId32" Type="http://schemas.openxmlformats.org/officeDocument/2006/relationships/slide" Target="slides/slide34.xml"/><Relationship Id="rId5" Type="http://schemas.openxmlformats.org/officeDocument/2006/relationships/slide" Target="slides/slide5.xml"/><Relationship Id="rId15" Type="http://schemas.openxmlformats.org/officeDocument/2006/relationships/slide" Target="slides/slide16.xml"/><Relationship Id="rId23" Type="http://schemas.openxmlformats.org/officeDocument/2006/relationships/slide" Target="slides/slide25.xml"/><Relationship Id="rId28" Type="http://schemas.openxmlformats.org/officeDocument/2006/relationships/slide" Target="slides/slide30.xml"/><Relationship Id="rId10" Type="http://schemas.openxmlformats.org/officeDocument/2006/relationships/slide" Target="slides/slide10.xml"/><Relationship Id="rId19" Type="http://schemas.openxmlformats.org/officeDocument/2006/relationships/slide" Target="slides/slide20.xml"/><Relationship Id="rId31" Type="http://schemas.openxmlformats.org/officeDocument/2006/relationships/slide" Target="slides/slide33.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5.xml"/><Relationship Id="rId22" Type="http://schemas.openxmlformats.org/officeDocument/2006/relationships/slide" Target="slides/slide23.xml"/><Relationship Id="rId27" Type="http://schemas.openxmlformats.org/officeDocument/2006/relationships/slide" Target="slides/slide29.xml"/><Relationship Id="rId30"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9CB4922E-7B58-45FE-B3C1-46875577D1F0}"/>
    <pc:docChg chg="undo custSel addSld modSld">
      <pc:chgData name="Danielle Andries" userId="93d179e4-3c18-40f7-920e-ae80b202540d" providerId="ADAL" clId="{9CB4922E-7B58-45FE-B3C1-46875577D1F0}" dt="2023-09-11T17:44:07.258" v="88" actId="20577"/>
      <pc:docMkLst>
        <pc:docMk/>
      </pc:docMkLst>
      <pc:sldChg chg="modSp mod modClrScheme chgLayout">
        <pc:chgData name="Danielle Andries" userId="93d179e4-3c18-40f7-920e-ae80b202540d" providerId="ADAL" clId="{9CB4922E-7B58-45FE-B3C1-46875577D1F0}" dt="2023-09-11T17:43:24.174" v="1" actId="700"/>
        <pc:sldMkLst>
          <pc:docMk/>
          <pc:sldMk cId="200215051" sldId="936"/>
        </pc:sldMkLst>
        <pc:spChg chg="mod ord">
          <ac:chgData name="Danielle Andries" userId="93d179e4-3c18-40f7-920e-ae80b202540d" providerId="ADAL" clId="{9CB4922E-7B58-45FE-B3C1-46875577D1F0}" dt="2023-09-11T17:43:24.174" v="1" actId="700"/>
          <ac:spMkLst>
            <pc:docMk/>
            <pc:sldMk cId="200215051" sldId="936"/>
            <ac:spMk id="2" creationId="{BC3567FE-D12F-22F5-52E2-FA76FBC9F265}"/>
          </ac:spMkLst>
        </pc:spChg>
        <pc:spChg chg="mod ord">
          <ac:chgData name="Danielle Andries" userId="93d179e4-3c18-40f7-920e-ae80b202540d" providerId="ADAL" clId="{9CB4922E-7B58-45FE-B3C1-46875577D1F0}" dt="2023-09-11T17:43:24.174" v="1" actId="700"/>
          <ac:spMkLst>
            <pc:docMk/>
            <pc:sldMk cId="200215051" sldId="936"/>
            <ac:spMk id="3" creationId="{8BD9C9F2-8D2A-813B-6A4C-BDD20FED4569}"/>
          </ac:spMkLst>
        </pc:spChg>
        <pc:spChg chg="mod ord">
          <ac:chgData name="Danielle Andries" userId="93d179e4-3c18-40f7-920e-ae80b202540d" providerId="ADAL" clId="{9CB4922E-7B58-45FE-B3C1-46875577D1F0}" dt="2023-09-11T17:43:24.174" v="1" actId="700"/>
          <ac:spMkLst>
            <pc:docMk/>
            <pc:sldMk cId="200215051" sldId="936"/>
            <ac:spMk id="4" creationId="{99D0642D-62EB-CE05-7609-ACFEBCFA7B1A}"/>
          </ac:spMkLst>
        </pc:spChg>
      </pc:sldChg>
      <pc:sldChg chg="addSp delSp modSp new mod modClrScheme chgLayout">
        <pc:chgData name="Danielle Andries" userId="93d179e4-3c18-40f7-920e-ae80b202540d" providerId="ADAL" clId="{9CB4922E-7B58-45FE-B3C1-46875577D1F0}" dt="2023-09-11T17:43:48.057" v="42" actId="20577"/>
        <pc:sldMkLst>
          <pc:docMk/>
          <pc:sldMk cId="3760570072" sldId="939"/>
        </pc:sldMkLst>
        <pc:spChg chg="del mod ord">
          <ac:chgData name="Danielle Andries" userId="93d179e4-3c18-40f7-920e-ae80b202540d" providerId="ADAL" clId="{9CB4922E-7B58-45FE-B3C1-46875577D1F0}" dt="2023-09-11T17:43:31.526" v="3" actId="700"/>
          <ac:spMkLst>
            <pc:docMk/>
            <pc:sldMk cId="3760570072" sldId="939"/>
            <ac:spMk id="2" creationId="{F2E22F5E-A5D5-BF29-F85A-5BB0C46AC89D}"/>
          </ac:spMkLst>
        </pc:spChg>
        <pc:spChg chg="del">
          <ac:chgData name="Danielle Andries" userId="93d179e4-3c18-40f7-920e-ae80b202540d" providerId="ADAL" clId="{9CB4922E-7B58-45FE-B3C1-46875577D1F0}" dt="2023-09-11T17:43:31.526" v="3" actId="700"/>
          <ac:spMkLst>
            <pc:docMk/>
            <pc:sldMk cId="3760570072" sldId="939"/>
            <ac:spMk id="3" creationId="{FBFE11CF-16D2-97F7-3074-ED2F26943C4B}"/>
          </ac:spMkLst>
        </pc:spChg>
        <pc:spChg chg="mod ord">
          <ac:chgData name="Danielle Andries" userId="93d179e4-3c18-40f7-920e-ae80b202540d" providerId="ADAL" clId="{9CB4922E-7B58-45FE-B3C1-46875577D1F0}" dt="2023-09-11T17:43:31.526" v="3" actId="700"/>
          <ac:spMkLst>
            <pc:docMk/>
            <pc:sldMk cId="3760570072" sldId="939"/>
            <ac:spMk id="4" creationId="{36597188-4907-9B6F-AC62-A009F3BEC0F6}"/>
          </ac:spMkLst>
        </pc:spChg>
        <pc:spChg chg="add mod ord">
          <ac:chgData name="Danielle Andries" userId="93d179e4-3c18-40f7-920e-ae80b202540d" providerId="ADAL" clId="{9CB4922E-7B58-45FE-B3C1-46875577D1F0}" dt="2023-09-11T17:43:48.057" v="42" actId="20577"/>
          <ac:spMkLst>
            <pc:docMk/>
            <pc:sldMk cId="3760570072" sldId="939"/>
            <ac:spMk id="5" creationId="{1AA139DB-94E9-03E6-C370-F57DB46B873C}"/>
          </ac:spMkLst>
        </pc:spChg>
      </pc:sldChg>
      <pc:sldChg chg="addSp delSp modSp new mod modClrScheme chgLayout">
        <pc:chgData name="Danielle Andries" userId="93d179e4-3c18-40f7-920e-ae80b202540d" providerId="ADAL" clId="{9CB4922E-7B58-45FE-B3C1-46875577D1F0}" dt="2023-09-11T17:44:07.258" v="88" actId="20577"/>
        <pc:sldMkLst>
          <pc:docMk/>
          <pc:sldMk cId="986815615" sldId="940"/>
        </pc:sldMkLst>
        <pc:spChg chg="del mod ord">
          <ac:chgData name="Danielle Andries" userId="93d179e4-3c18-40f7-920e-ae80b202540d" providerId="ADAL" clId="{9CB4922E-7B58-45FE-B3C1-46875577D1F0}" dt="2023-09-11T17:43:58.746" v="44" actId="700"/>
          <ac:spMkLst>
            <pc:docMk/>
            <pc:sldMk cId="986815615" sldId="940"/>
            <ac:spMk id="2" creationId="{368D84DA-F0B1-78BF-196A-CA6D74C20D1A}"/>
          </ac:spMkLst>
        </pc:spChg>
        <pc:spChg chg="del">
          <ac:chgData name="Danielle Andries" userId="93d179e4-3c18-40f7-920e-ae80b202540d" providerId="ADAL" clId="{9CB4922E-7B58-45FE-B3C1-46875577D1F0}" dt="2023-09-11T17:43:58.746" v="44" actId="700"/>
          <ac:spMkLst>
            <pc:docMk/>
            <pc:sldMk cId="986815615" sldId="940"/>
            <ac:spMk id="3" creationId="{50FBED15-C565-CB5F-3500-49F93F47DF06}"/>
          </ac:spMkLst>
        </pc:spChg>
        <pc:spChg chg="mod ord">
          <ac:chgData name="Danielle Andries" userId="93d179e4-3c18-40f7-920e-ae80b202540d" providerId="ADAL" clId="{9CB4922E-7B58-45FE-B3C1-46875577D1F0}" dt="2023-09-11T17:43:58.746" v="44" actId="700"/>
          <ac:spMkLst>
            <pc:docMk/>
            <pc:sldMk cId="986815615" sldId="940"/>
            <ac:spMk id="4" creationId="{DC41C3C7-D7F6-4220-C3E1-4EDF2226D97E}"/>
          </ac:spMkLst>
        </pc:spChg>
        <pc:spChg chg="add mod ord">
          <ac:chgData name="Danielle Andries" userId="93d179e4-3c18-40f7-920e-ae80b202540d" providerId="ADAL" clId="{9CB4922E-7B58-45FE-B3C1-46875577D1F0}" dt="2023-09-11T17:44:07.258" v="88" actId="20577"/>
          <ac:spMkLst>
            <pc:docMk/>
            <pc:sldMk cId="986815615" sldId="940"/>
            <ac:spMk id="5" creationId="{D3459AD1-8CFD-45FC-E863-D06A8D0E568D}"/>
          </ac:spMkLst>
        </pc:spChg>
      </pc:sldChg>
    </pc:docChg>
  </pc:docChgLst>
  <pc:docChgLst>
    <pc:chgData name="James Pengelly" userId="d269fecd-a8a2-4e5a-93ae-88bdaab21f51" providerId="ADAL" clId="{63770638-1902-49A3-BBFF-F3821BB0AE5E}"/>
    <pc:docChg chg="undo custSel addSld delSld modSld">
      <pc:chgData name="James Pengelly" userId="d269fecd-a8a2-4e5a-93ae-88bdaab21f51" providerId="ADAL" clId="{63770638-1902-49A3-BBFF-F3821BB0AE5E}" dt="2023-09-06T15:26:01.097" v="763"/>
      <pc:docMkLst>
        <pc:docMk/>
      </pc:docMkLst>
      <pc:sldChg chg="del">
        <pc:chgData name="James Pengelly" userId="d269fecd-a8a2-4e5a-93ae-88bdaab21f51" providerId="ADAL" clId="{63770638-1902-49A3-BBFF-F3821BB0AE5E}" dt="2023-08-24T13:56:00.729" v="0" actId="47"/>
        <pc:sldMkLst>
          <pc:docMk/>
          <pc:sldMk cId="3760655269" sldId="257"/>
        </pc:sldMkLst>
      </pc:sldChg>
      <pc:sldChg chg="del">
        <pc:chgData name="James Pengelly" userId="d269fecd-a8a2-4e5a-93ae-88bdaab21f51" providerId="ADAL" clId="{63770638-1902-49A3-BBFF-F3821BB0AE5E}" dt="2023-08-24T13:56:00.729" v="0" actId="47"/>
        <pc:sldMkLst>
          <pc:docMk/>
          <pc:sldMk cId="2338602011" sldId="258"/>
        </pc:sldMkLst>
      </pc:sldChg>
      <pc:sldChg chg="del">
        <pc:chgData name="James Pengelly" userId="d269fecd-a8a2-4e5a-93ae-88bdaab21f51" providerId="ADAL" clId="{63770638-1902-49A3-BBFF-F3821BB0AE5E}" dt="2023-08-24T13:56:00.729" v="0" actId="47"/>
        <pc:sldMkLst>
          <pc:docMk/>
          <pc:sldMk cId="1550182309" sldId="259"/>
        </pc:sldMkLst>
      </pc:sldChg>
      <pc:sldChg chg="del">
        <pc:chgData name="James Pengelly" userId="d269fecd-a8a2-4e5a-93ae-88bdaab21f51" providerId="ADAL" clId="{63770638-1902-49A3-BBFF-F3821BB0AE5E}" dt="2023-08-24T13:56:00.729" v="0" actId="47"/>
        <pc:sldMkLst>
          <pc:docMk/>
          <pc:sldMk cId="437917127" sldId="260"/>
        </pc:sldMkLst>
      </pc:sldChg>
      <pc:sldChg chg="del">
        <pc:chgData name="James Pengelly" userId="d269fecd-a8a2-4e5a-93ae-88bdaab21f51" providerId="ADAL" clId="{63770638-1902-49A3-BBFF-F3821BB0AE5E}" dt="2023-08-24T13:56:00.729" v="0" actId="47"/>
        <pc:sldMkLst>
          <pc:docMk/>
          <pc:sldMk cId="2634730840" sldId="261"/>
        </pc:sldMkLst>
      </pc:sldChg>
      <pc:sldChg chg="modNotesTx">
        <pc:chgData name="James Pengelly" userId="d269fecd-a8a2-4e5a-93ae-88bdaab21f51" providerId="ADAL" clId="{63770638-1902-49A3-BBFF-F3821BB0AE5E}" dt="2023-09-06T15:17:23.562" v="724"/>
        <pc:sldMkLst>
          <pc:docMk/>
          <pc:sldMk cId="1040517604" sldId="262"/>
        </pc:sldMkLst>
      </pc:sldChg>
      <pc:sldChg chg="del">
        <pc:chgData name="James Pengelly" userId="d269fecd-a8a2-4e5a-93ae-88bdaab21f51" providerId="ADAL" clId="{63770638-1902-49A3-BBFF-F3821BB0AE5E}" dt="2023-08-24T13:56:13.787" v="1" actId="47"/>
        <pc:sldMkLst>
          <pc:docMk/>
          <pc:sldMk cId="139738668" sldId="263"/>
        </pc:sldMkLst>
      </pc:sldChg>
      <pc:sldChg chg="del">
        <pc:chgData name="James Pengelly" userId="d269fecd-a8a2-4e5a-93ae-88bdaab21f51" providerId="ADAL" clId="{63770638-1902-49A3-BBFF-F3821BB0AE5E}" dt="2023-08-24T13:56:00.729" v="0" actId="47"/>
        <pc:sldMkLst>
          <pc:docMk/>
          <pc:sldMk cId="3365779185" sldId="264"/>
        </pc:sldMkLst>
      </pc:sldChg>
      <pc:sldChg chg="del">
        <pc:chgData name="James Pengelly" userId="d269fecd-a8a2-4e5a-93ae-88bdaab21f51" providerId="ADAL" clId="{63770638-1902-49A3-BBFF-F3821BB0AE5E}" dt="2023-08-24T13:56:00.729" v="0" actId="47"/>
        <pc:sldMkLst>
          <pc:docMk/>
          <pc:sldMk cId="3349349304" sldId="265"/>
        </pc:sldMkLst>
      </pc:sldChg>
      <pc:sldChg chg="del">
        <pc:chgData name="James Pengelly" userId="d269fecd-a8a2-4e5a-93ae-88bdaab21f51" providerId="ADAL" clId="{63770638-1902-49A3-BBFF-F3821BB0AE5E}" dt="2023-08-24T13:56:00.729" v="0" actId="47"/>
        <pc:sldMkLst>
          <pc:docMk/>
          <pc:sldMk cId="2276233524" sldId="266"/>
        </pc:sldMkLst>
      </pc:sldChg>
      <pc:sldChg chg="del">
        <pc:chgData name="James Pengelly" userId="d269fecd-a8a2-4e5a-93ae-88bdaab21f51" providerId="ADAL" clId="{63770638-1902-49A3-BBFF-F3821BB0AE5E}" dt="2023-08-24T13:56:00.729" v="0" actId="47"/>
        <pc:sldMkLst>
          <pc:docMk/>
          <pc:sldMk cId="4072486014" sldId="267"/>
        </pc:sldMkLst>
      </pc:sldChg>
      <pc:sldChg chg="del">
        <pc:chgData name="James Pengelly" userId="d269fecd-a8a2-4e5a-93ae-88bdaab21f51" providerId="ADAL" clId="{63770638-1902-49A3-BBFF-F3821BB0AE5E}" dt="2023-08-24T13:56:00.729" v="0" actId="47"/>
        <pc:sldMkLst>
          <pc:docMk/>
          <pc:sldMk cId="3366417685" sldId="268"/>
        </pc:sldMkLst>
      </pc:sldChg>
      <pc:sldChg chg="del">
        <pc:chgData name="James Pengelly" userId="d269fecd-a8a2-4e5a-93ae-88bdaab21f51" providerId="ADAL" clId="{63770638-1902-49A3-BBFF-F3821BB0AE5E}" dt="2023-08-24T13:56:00.729" v="0" actId="47"/>
        <pc:sldMkLst>
          <pc:docMk/>
          <pc:sldMk cId="2395513725" sldId="269"/>
        </pc:sldMkLst>
      </pc:sldChg>
      <pc:sldChg chg="modNotesTx">
        <pc:chgData name="James Pengelly" userId="d269fecd-a8a2-4e5a-93ae-88bdaab21f51" providerId="ADAL" clId="{63770638-1902-49A3-BBFF-F3821BB0AE5E}" dt="2023-09-06T15:17:33.713" v="725"/>
        <pc:sldMkLst>
          <pc:docMk/>
          <pc:sldMk cId="1017836692" sldId="270"/>
        </pc:sldMkLst>
      </pc:sldChg>
      <pc:sldChg chg="modNotesTx">
        <pc:chgData name="James Pengelly" userId="d269fecd-a8a2-4e5a-93ae-88bdaab21f51" providerId="ADAL" clId="{63770638-1902-49A3-BBFF-F3821BB0AE5E}" dt="2023-09-06T15:19:11.381" v="742"/>
        <pc:sldMkLst>
          <pc:docMk/>
          <pc:sldMk cId="99892872" sldId="271"/>
        </pc:sldMkLst>
      </pc:sldChg>
      <pc:sldChg chg="modNotesTx">
        <pc:chgData name="James Pengelly" userId="d269fecd-a8a2-4e5a-93ae-88bdaab21f51" providerId="ADAL" clId="{63770638-1902-49A3-BBFF-F3821BB0AE5E}" dt="2023-09-06T15:20:21.138" v="749"/>
        <pc:sldMkLst>
          <pc:docMk/>
          <pc:sldMk cId="769677826" sldId="272"/>
        </pc:sldMkLst>
      </pc:sldChg>
      <pc:sldChg chg="del">
        <pc:chgData name="James Pengelly" userId="d269fecd-a8a2-4e5a-93ae-88bdaab21f51" providerId="ADAL" clId="{63770638-1902-49A3-BBFF-F3821BB0AE5E}" dt="2023-08-24T13:56:13.787" v="1" actId="47"/>
        <pc:sldMkLst>
          <pc:docMk/>
          <pc:sldMk cId="3325081579" sldId="273"/>
        </pc:sldMkLst>
      </pc:sldChg>
      <pc:sldChg chg="del">
        <pc:chgData name="James Pengelly" userId="d269fecd-a8a2-4e5a-93ae-88bdaab21f51" providerId="ADAL" clId="{63770638-1902-49A3-BBFF-F3821BB0AE5E}" dt="2023-08-24T13:56:13.787" v="1" actId="47"/>
        <pc:sldMkLst>
          <pc:docMk/>
          <pc:sldMk cId="3724492086" sldId="274"/>
        </pc:sldMkLst>
      </pc:sldChg>
      <pc:sldChg chg="del">
        <pc:chgData name="James Pengelly" userId="d269fecd-a8a2-4e5a-93ae-88bdaab21f51" providerId="ADAL" clId="{63770638-1902-49A3-BBFF-F3821BB0AE5E}" dt="2023-08-24T13:56:13.787" v="1" actId="47"/>
        <pc:sldMkLst>
          <pc:docMk/>
          <pc:sldMk cId="2041858622" sldId="275"/>
        </pc:sldMkLst>
      </pc:sldChg>
      <pc:sldChg chg="del">
        <pc:chgData name="James Pengelly" userId="d269fecd-a8a2-4e5a-93ae-88bdaab21f51" providerId="ADAL" clId="{63770638-1902-49A3-BBFF-F3821BB0AE5E}" dt="2023-08-24T13:56:13.787" v="1" actId="47"/>
        <pc:sldMkLst>
          <pc:docMk/>
          <pc:sldMk cId="3089985782" sldId="276"/>
        </pc:sldMkLst>
      </pc:sldChg>
      <pc:sldChg chg="del">
        <pc:chgData name="James Pengelly" userId="d269fecd-a8a2-4e5a-93ae-88bdaab21f51" providerId="ADAL" clId="{63770638-1902-49A3-BBFF-F3821BB0AE5E}" dt="2023-08-24T13:56:13.787" v="1" actId="47"/>
        <pc:sldMkLst>
          <pc:docMk/>
          <pc:sldMk cId="2059499407" sldId="278"/>
        </pc:sldMkLst>
      </pc:sldChg>
      <pc:sldChg chg="del">
        <pc:chgData name="James Pengelly" userId="d269fecd-a8a2-4e5a-93ae-88bdaab21f51" providerId="ADAL" clId="{63770638-1902-49A3-BBFF-F3821BB0AE5E}" dt="2023-08-24T13:56:13.787" v="1" actId="47"/>
        <pc:sldMkLst>
          <pc:docMk/>
          <pc:sldMk cId="3039752954" sldId="279"/>
        </pc:sldMkLst>
      </pc:sldChg>
      <pc:sldChg chg="del">
        <pc:chgData name="James Pengelly" userId="d269fecd-a8a2-4e5a-93ae-88bdaab21f51" providerId="ADAL" clId="{63770638-1902-49A3-BBFF-F3821BB0AE5E}" dt="2023-08-24T13:56:13.787" v="1" actId="47"/>
        <pc:sldMkLst>
          <pc:docMk/>
          <pc:sldMk cId="843237950" sldId="280"/>
        </pc:sldMkLst>
      </pc:sldChg>
      <pc:sldChg chg="del">
        <pc:chgData name="James Pengelly" userId="d269fecd-a8a2-4e5a-93ae-88bdaab21f51" providerId="ADAL" clId="{63770638-1902-49A3-BBFF-F3821BB0AE5E}" dt="2023-08-24T13:56:13.787" v="1" actId="47"/>
        <pc:sldMkLst>
          <pc:docMk/>
          <pc:sldMk cId="3733370379" sldId="281"/>
        </pc:sldMkLst>
      </pc:sldChg>
      <pc:sldChg chg="del">
        <pc:chgData name="James Pengelly" userId="d269fecd-a8a2-4e5a-93ae-88bdaab21f51" providerId="ADAL" clId="{63770638-1902-49A3-BBFF-F3821BB0AE5E}" dt="2023-08-24T13:56:13.787" v="1" actId="47"/>
        <pc:sldMkLst>
          <pc:docMk/>
          <pc:sldMk cId="3442409454" sldId="282"/>
        </pc:sldMkLst>
      </pc:sldChg>
      <pc:sldChg chg="del">
        <pc:chgData name="James Pengelly" userId="d269fecd-a8a2-4e5a-93ae-88bdaab21f51" providerId="ADAL" clId="{63770638-1902-49A3-BBFF-F3821BB0AE5E}" dt="2023-08-24T13:56:13.787" v="1" actId="47"/>
        <pc:sldMkLst>
          <pc:docMk/>
          <pc:sldMk cId="991642544" sldId="283"/>
        </pc:sldMkLst>
      </pc:sldChg>
      <pc:sldChg chg="del">
        <pc:chgData name="James Pengelly" userId="d269fecd-a8a2-4e5a-93ae-88bdaab21f51" providerId="ADAL" clId="{63770638-1902-49A3-BBFF-F3821BB0AE5E}" dt="2023-08-24T13:56:13.787" v="1" actId="47"/>
        <pc:sldMkLst>
          <pc:docMk/>
          <pc:sldMk cId="3247045521" sldId="284"/>
        </pc:sldMkLst>
      </pc:sldChg>
      <pc:sldChg chg="del">
        <pc:chgData name="James Pengelly" userId="d269fecd-a8a2-4e5a-93ae-88bdaab21f51" providerId="ADAL" clId="{63770638-1902-49A3-BBFF-F3821BB0AE5E}" dt="2023-08-24T13:56:13.787" v="1" actId="47"/>
        <pc:sldMkLst>
          <pc:docMk/>
          <pc:sldMk cId="3516634555" sldId="285"/>
        </pc:sldMkLst>
      </pc:sldChg>
      <pc:sldChg chg="del">
        <pc:chgData name="James Pengelly" userId="d269fecd-a8a2-4e5a-93ae-88bdaab21f51" providerId="ADAL" clId="{63770638-1902-49A3-BBFF-F3821BB0AE5E}" dt="2023-08-24T13:56:00.729" v="0" actId="47"/>
        <pc:sldMkLst>
          <pc:docMk/>
          <pc:sldMk cId="1363320255" sldId="286"/>
        </pc:sldMkLst>
      </pc:sldChg>
      <pc:sldChg chg="del">
        <pc:chgData name="James Pengelly" userId="d269fecd-a8a2-4e5a-93ae-88bdaab21f51" providerId="ADAL" clId="{63770638-1902-49A3-BBFF-F3821BB0AE5E}" dt="2023-08-24T13:56:00.729" v="0" actId="47"/>
        <pc:sldMkLst>
          <pc:docMk/>
          <pc:sldMk cId="2461687384" sldId="287"/>
        </pc:sldMkLst>
      </pc:sldChg>
      <pc:sldChg chg="del">
        <pc:chgData name="James Pengelly" userId="d269fecd-a8a2-4e5a-93ae-88bdaab21f51" providerId="ADAL" clId="{63770638-1902-49A3-BBFF-F3821BB0AE5E}" dt="2023-08-24T13:56:00.729" v="0" actId="47"/>
        <pc:sldMkLst>
          <pc:docMk/>
          <pc:sldMk cId="3936536747" sldId="288"/>
        </pc:sldMkLst>
      </pc:sldChg>
      <pc:sldChg chg="del">
        <pc:chgData name="James Pengelly" userId="d269fecd-a8a2-4e5a-93ae-88bdaab21f51" providerId="ADAL" clId="{63770638-1902-49A3-BBFF-F3821BB0AE5E}" dt="2023-08-24T13:56:00.729" v="0" actId="47"/>
        <pc:sldMkLst>
          <pc:docMk/>
          <pc:sldMk cId="3641545773" sldId="289"/>
        </pc:sldMkLst>
      </pc:sldChg>
      <pc:sldChg chg="del">
        <pc:chgData name="James Pengelly" userId="d269fecd-a8a2-4e5a-93ae-88bdaab21f51" providerId="ADAL" clId="{63770638-1902-49A3-BBFF-F3821BB0AE5E}" dt="2023-08-24T13:56:00.729" v="0" actId="47"/>
        <pc:sldMkLst>
          <pc:docMk/>
          <pc:sldMk cId="221518503" sldId="290"/>
        </pc:sldMkLst>
      </pc:sldChg>
      <pc:sldChg chg="del">
        <pc:chgData name="James Pengelly" userId="d269fecd-a8a2-4e5a-93ae-88bdaab21f51" providerId="ADAL" clId="{63770638-1902-49A3-BBFF-F3821BB0AE5E}" dt="2023-08-24T13:56:00.729" v="0" actId="47"/>
        <pc:sldMkLst>
          <pc:docMk/>
          <pc:sldMk cId="1003357565" sldId="291"/>
        </pc:sldMkLst>
      </pc:sldChg>
      <pc:sldChg chg="del">
        <pc:chgData name="James Pengelly" userId="d269fecd-a8a2-4e5a-93ae-88bdaab21f51" providerId="ADAL" clId="{63770638-1902-49A3-BBFF-F3821BB0AE5E}" dt="2023-08-24T13:56:00.729" v="0" actId="47"/>
        <pc:sldMkLst>
          <pc:docMk/>
          <pc:sldMk cId="1713016230" sldId="292"/>
        </pc:sldMkLst>
      </pc:sldChg>
      <pc:sldChg chg="del">
        <pc:chgData name="James Pengelly" userId="d269fecd-a8a2-4e5a-93ae-88bdaab21f51" providerId="ADAL" clId="{63770638-1902-49A3-BBFF-F3821BB0AE5E}" dt="2023-08-24T13:56:00.729" v="0" actId="47"/>
        <pc:sldMkLst>
          <pc:docMk/>
          <pc:sldMk cId="812696670" sldId="293"/>
        </pc:sldMkLst>
      </pc:sldChg>
      <pc:sldChg chg="del">
        <pc:chgData name="James Pengelly" userId="d269fecd-a8a2-4e5a-93ae-88bdaab21f51" providerId="ADAL" clId="{63770638-1902-49A3-BBFF-F3821BB0AE5E}" dt="2023-08-24T13:56:00.729" v="0" actId="47"/>
        <pc:sldMkLst>
          <pc:docMk/>
          <pc:sldMk cId="1340576365" sldId="294"/>
        </pc:sldMkLst>
      </pc:sldChg>
      <pc:sldChg chg="del">
        <pc:chgData name="James Pengelly" userId="d269fecd-a8a2-4e5a-93ae-88bdaab21f51" providerId="ADAL" clId="{63770638-1902-49A3-BBFF-F3821BB0AE5E}" dt="2023-08-24T13:56:00.729" v="0" actId="47"/>
        <pc:sldMkLst>
          <pc:docMk/>
          <pc:sldMk cId="1850288332" sldId="295"/>
        </pc:sldMkLst>
      </pc:sldChg>
      <pc:sldChg chg="del">
        <pc:chgData name="James Pengelly" userId="d269fecd-a8a2-4e5a-93ae-88bdaab21f51" providerId="ADAL" clId="{63770638-1902-49A3-BBFF-F3821BB0AE5E}" dt="2023-08-24T13:56:00.729" v="0" actId="47"/>
        <pc:sldMkLst>
          <pc:docMk/>
          <pc:sldMk cId="2381183512" sldId="296"/>
        </pc:sldMkLst>
      </pc:sldChg>
      <pc:sldChg chg="del">
        <pc:chgData name="James Pengelly" userId="d269fecd-a8a2-4e5a-93ae-88bdaab21f51" providerId="ADAL" clId="{63770638-1902-49A3-BBFF-F3821BB0AE5E}" dt="2023-08-24T13:56:00.729" v="0" actId="47"/>
        <pc:sldMkLst>
          <pc:docMk/>
          <pc:sldMk cId="2376504653" sldId="297"/>
        </pc:sldMkLst>
      </pc:sldChg>
      <pc:sldChg chg="del">
        <pc:chgData name="James Pengelly" userId="d269fecd-a8a2-4e5a-93ae-88bdaab21f51" providerId="ADAL" clId="{63770638-1902-49A3-BBFF-F3821BB0AE5E}" dt="2023-08-24T13:56:00.729" v="0" actId="47"/>
        <pc:sldMkLst>
          <pc:docMk/>
          <pc:sldMk cId="1138553672" sldId="298"/>
        </pc:sldMkLst>
      </pc:sldChg>
      <pc:sldChg chg="del">
        <pc:chgData name="James Pengelly" userId="d269fecd-a8a2-4e5a-93ae-88bdaab21f51" providerId="ADAL" clId="{63770638-1902-49A3-BBFF-F3821BB0AE5E}" dt="2023-08-24T13:56:00.729" v="0" actId="47"/>
        <pc:sldMkLst>
          <pc:docMk/>
          <pc:sldMk cId="2434760376" sldId="299"/>
        </pc:sldMkLst>
      </pc:sldChg>
      <pc:sldChg chg="del">
        <pc:chgData name="James Pengelly" userId="d269fecd-a8a2-4e5a-93ae-88bdaab21f51" providerId="ADAL" clId="{63770638-1902-49A3-BBFF-F3821BB0AE5E}" dt="2023-08-24T13:56:00.729" v="0" actId="47"/>
        <pc:sldMkLst>
          <pc:docMk/>
          <pc:sldMk cId="2689101175" sldId="300"/>
        </pc:sldMkLst>
      </pc:sldChg>
      <pc:sldChg chg="del">
        <pc:chgData name="James Pengelly" userId="d269fecd-a8a2-4e5a-93ae-88bdaab21f51" providerId="ADAL" clId="{63770638-1902-49A3-BBFF-F3821BB0AE5E}" dt="2023-08-24T13:56:00.729" v="0" actId="47"/>
        <pc:sldMkLst>
          <pc:docMk/>
          <pc:sldMk cId="3804762140" sldId="301"/>
        </pc:sldMkLst>
      </pc:sldChg>
      <pc:sldChg chg="del">
        <pc:chgData name="James Pengelly" userId="d269fecd-a8a2-4e5a-93ae-88bdaab21f51" providerId="ADAL" clId="{63770638-1902-49A3-BBFF-F3821BB0AE5E}" dt="2023-08-24T13:56:00.729" v="0" actId="47"/>
        <pc:sldMkLst>
          <pc:docMk/>
          <pc:sldMk cId="1115052603" sldId="302"/>
        </pc:sldMkLst>
      </pc:sldChg>
      <pc:sldChg chg="del">
        <pc:chgData name="James Pengelly" userId="d269fecd-a8a2-4e5a-93ae-88bdaab21f51" providerId="ADAL" clId="{63770638-1902-49A3-BBFF-F3821BB0AE5E}" dt="2023-08-24T13:56:00.729" v="0" actId="47"/>
        <pc:sldMkLst>
          <pc:docMk/>
          <pc:sldMk cId="2684385073" sldId="303"/>
        </pc:sldMkLst>
      </pc:sldChg>
      <pc:sldChg chg="del">
        <pc:chgData name="James Pengelly" userId="d269fecd-a8a2-4e5a-93ae-88bdaab21f51" providerId="ADAL" clId="{63770638-1902-49A3-BBFF-F3821BB0AE5E}" dt="2023-08-24T13:56:00.729" v="0" actId="47"/>
        <pc:sldMkLst>
          <pc:docMk/>
          <pc:sldMk cId="969576491" sldId="305"/>
        </pc:sldMkLst>
      </pc:sldChg>
      <pc:sldChg chg="del">
        <pc:chgData name="James Pengelly" userId="d269fecd-a8a2-4e5a-93ae-88bdaab21f51" providerId="ADAL" clId="{63770638-1902-49A3-BBFF-F3821BB0AE5E}" dt="2023-08-24T13:56:00.729" v="0" actId="47"/>
        <pc:sldMkLst>
          <pc:docMk/>
          <pc:sldMk cId="684225142" sldId="306"/>
        </pc:sldMkLst>
      </pc:sldChg>
      <pc:sldChg chg="del">
        <pc:chgData name="James Pengelly" userId="d269fecd-a8a2-4e5a-93ae-88bdaab21f51" providerId="ADAL" clId="{63770638-1902-49A3-BBFF-F3821BB0AE5E}" dt="2023-08-24T13:56:00.729" v="0" actId="47"/>
        <pc:sldMkLst>
          <pc:docMk/>
          <pc:sldMk cId="2553477551" sldId="307"/>
        </pc:sldMkLst>
      </pc:sldChg>
      <pc:sldChg chg="del">
        <pc:chgData name="James Pengelly" userId="d269fecd-a8a2-4e5a-93ae-88bdaab21f51" providerId="ADAL" clId="{63770638-1902-49A3-BBFF-F3821BB0AE5E}" dt="2023-08-24T13:56:13.787" v="1" actId="47"/>
        <pc:sldMkLst>
          <pc:docMk/>
          <pc:sldMk cId="2007699143" sldId="309"/>
        </pc:sldMkLst>
      </pc:sldChg>
      <pc:sldChg chg="del">
        <pc:chgData name="James Pengelly" userId="d269fecd-a8a2-4e5a-93ae-88bdaab21f51" providerId="ADAL" clId="{63770638-1902-49A3-BBFF-F3821BB0AE5E}" dt="2023-08-24T13:56:13.787" v="1" actId="47"/>
        <pc:sldMkLst>
          <pc:docMk/>
          <pc:sldMk cId="4281608181" sldId="310"/>
        </pc:sldMkLst>
      </pc:sldChg>
      <pc:sldChg chg="del">
        <pc:chgData name="James Pengelly" userId="d269fecd-a8a2-4e5a-93ae-88bdaab21f51" providerId="ADAL" clId="{63770638-1902-49A3-BBFF-F3821BB0AE5E}" dt="2023-08-24T13:56:13.787" v="1" actId="47"/>
        <pc:sldMkLst>
          <pc:docMk/>
          <pc:sldMk cId="1732311369" sldId="311"/>
        </pc:sldMkLst>
      </pc:sldChg>
      <pc:sldChg chg="del">
        <pc:chgData name="James Pengelly" userId="d269fecd-a8a2-4e5a-93ae-88bdaab21f51" providerId="ADAL" clId="{63770638-1902-49A3-BBFF-F3821BB0AE5E}" dt="2023-08-24T13:56:13.787" v="1" actId="47"/>
        <pc:sldMkLst>
          <pc:docMk/>
          <pc:sldMk cId="706290566" sldId="312"/>
        </pc:sldMkLst>
      </pc:sldChg>
      <pc:sldChg chg="del">
        <pc:chgData name="James Pengelly" userId="d269fecd-a8a2-4e5a-93ae-88bdaab21f51" providerId="ADAL" clId="{63770638-1902-49A3-BBFF-F3821BB0AE5E}" dt="2023-08-24T13:56:13.787" v="1" actId="47"/>
        <pc:sldMkLst>
          <pc:docMk/>
          <pc:sldMk cId="1050497775" sldId="313"/>
        </pc:sldMkLst>
      </pc:sldChg>
      <pc:sldChg chg="del">
        <pc:chgData name="James Pengelly" userId="d269fecd-a8a2-4e5a-93ae-88bdaab21f51" providerId="ADAL" clId="{63770638-1902-49A3-BBFF-F3821BB0AE5E}" dt="2023-08-24T13:56:13.787" v="1" actId="47"/>
        <pc:sldMkLst>
          <pc:docMk/>
          <pc:sldMk cId="302017435" sldId="314"/>
        </pc:sldMkLst>
      </pc:sldChg>
      <pc:sldChg chg="del">
        <pc:chgData name="James Pengelly" userId="d269fecd-a8a2-4e5a-93ae-88bdaab21f51" providerId="ADAL" clId="{63770638-1902-49A3-BBFF-F3821BB0AE5E}" dt="2023-08-24T13:56:13.787" v="1" actId="47"/>
        <pc:sldMkLst>
          <pc:docMk/>
          <pc:sldMk cId="3206953828" sldId="315"/>
        </pc:sldMkLst>
      </pc:sldChg>
      <pc:sldChg chg="del">
        <pc:chgData name="James Pengelly" userId="d269fecd-a8a2-4e5a-93ae-88bdaab21f51" providerId="ADAL" clId="{63770638-1902-49A3-BBFF-F3821BB0AE5E}" dt="2023-08-24T13:56:13.787" v="1" actId="47"/>
        <pc:sldMkLst>
          <pc:docMk/>
          <pc:sldMk cId="461759407" sldId="316"/>
        </pc:sldMkLst>
      </pc:sldChg>
      <pc:sldChg chg="del">
        <pc:chgData name="James Pengelly" userId="d269fecd-a8a2-4e5a-93ae-88bdaab21f51" providerId="ADAL" clId="{63770638-1902-49A3-BBFF-F3821BB0AE5E}" dt="2023-08-24T13:56:00.729" v="0" actId="47"/>
        <pc:sldMkLst>
          <pc:docMk/>
          <pc:sldMk cId="1296373743" sldId="318"/>
        </pc:sldMkLst>
      </pc:sldChg>
      <pc:sldChg chg="del">
        <pc:chgData name="James Pengelly" userId="d269fecd-a8a2-4e5a-93ae-88bdaab21f51" providerId="ADAL" clId="{63770638-1902-49A3-BBFF-F3821BB0AE5E}" dt="2023-08-24T13:56:00.729" v="0" actId="47"/>
        <pc:sldMkLst>
          <pc:docMk/>
          <pc:sldMk cId="744962618" sldId="319"/>
        </pc:sldMkLst>
      </pc:sldChg>
      <pc:sldChg chg="del">
        <pc:chgData name="James Pengelly" userId="d269fecd-a8a2-4e5a-93ae-88bdaab21f51" providerId="ADAL" clId="{63770638-1902-49A3-BBFF-F3821BB0AE5E}" dt="2023-08-24T13:56:00.729" v="0" actId="47"/>
        <pc:sldMkLst>
          <pc:docMk/>
          <pc:sldMk cId="1610607834" sldId="320"/>
        </pc:sldMkLst>
      </pc:sldChg>
      <pc:sldChg chg="del">
        <pc:chgData name="James Pengelly" userId="d269fecd-a8a2-4e5a-93ae-88bdaab21f51" providerId="ADAL" clId="{63770638-1902-49A3-BBFF-F3821BB0AE5E}" dt="2023-08-24T13:56:00.729" v="0" actId="47"/>
        <pc:sldMkLst>
          <pc:docMk/>
          <pc:sldMk cId="3963402502" sldId="321"/>
        </pc:sldMkLst>
      </pc:sldChg>
      <pc:sldChg chg="del">
        <pc:chgData name="James Pengelly" userId="d269fecd-a8a2-4e5a-93ae-88bdaab21f51" providerId="ADAL" clId="{63770638-1902-49A3-BBFF-F3821BB0AE5E}" dt="2023-08-24T13:56:00.729" v="0" actId="47"/>
        <pc:sldMkLst>
          <pc:docMk/>
          <pc:sldMk cId="3505850654" sldId="322"/>
        </pc:sldMkLst>
      </pc:sldChg>
      <pc:sldChg chg="del">
        <pc:chgData name="James Pengelly" userId="d269fecd-a8a2-4e5a-93ae-88bdaab21f51" providerId="ADAL" clId="{63770638-1902-49A3-BBFF-F3821BB0AE5E}" dt="2023-08-24T13:56:00.729" v="0" actId="47"/>
        <pc:sldMkLst>
          <pc:docMk/>
          <pc:sldMk cId="3804464651" sldId="323"/>
        </pc:sldMkLst>
      </pc:sldChg>
      <pc:sldChg chg="del">
        <pc:chgData name="James Pengelly" userId="d269fecd-a8a2-4e5a-93ae-88bdaab21f51" providerId="ADAL" clId="{63770638-1902-49A3-BBFF-F3821BB0AE5E}" dt="2023-08-24T13:56:00.729" v="0" actId="47"/>
        <pc:sldMkLst>
          <pc:docMk/>
          <pc:sldMk cId="3764382782" sldId="324"/>
        </pc:sldMkLst>
      </pc:sldChg>
      <pc:sldChg chg="del">
        <pc:chgData name="James Pengelly" userId="d269fecd-a8a2-4e5a-93ae-88bdaab21f51" providerId="ADAL" clId="{63770638-1902-49A3-BBFF-F3821BB0AE5E}" dt="2023-08-24T13:56:00.729" v="0" actId="47"/>
        <pc:sldMkLst>
          <pc:docMk/>
          <pc:sldMk cId="3978815442" sldId="325"/>
        </pc:sldMkLst>
      </pc:sldChg>
      <pc:sldChg chg="del">
        <pc:chgData name="James Pengelly" userId="d269fecd-a8a2-4e5a-93ae-88bdaab21f51" providerId="ADAL" clId="{63770638-1902-49A3-BBFF-F3821BB0AE5E}" dt="2023-08-24T13:56:00.729" v="0" actId="47"/>
        <pc:sldMkLst>
          <pc:docMk/>
          <pc:sldMk cId="4128920781" sldId="326"/>
        </pc:sldMkLst>
      </pc:sldChg>
      <pc:sldChg chg="del">
        <pc:chgData name="James Pengelly" userId="d269fecd-a8a2-4e5a-93ae-88bdaab21f51" providerId="ADAL" clId="{63770638-1902-49A3-BBFF-F3821BB0AE5E}" dt="2023-08-24T13:56:00.729" v="0" actId="47"/>
        <pc:sldMkLst>
          <pc:docMk/>
          <pc:sldMk cId="3609049697" sldId="328"/>
        </pc:sldMkLst>
      </pc:sldChg>
      <pc:sldChg chg="del">
        <pc:chgData name="James Pengelly" userId="d269fecd-a8a2-4e5a-93ae-88bdaab21f51" providerId="ADAL" clId="{63770638-1902-49A3-BBFF-F3821BB0AE5E}" dt="2023-08-24T13:56:00.729" v="0" actId="47"/>
        <pc:sldMkLst>
          <pc:docMk/>
          <pc:sldMk cId="4044510429" sldId="329"/>
        </pc:sldMkLst>
      </pc:sldChg>
      <pc:sldChg chg="del">
        <pc:chgData name="James Pengelly" userId="d269fecd-a8a2-4e5a-93ae-88bdaab21f51" providerId="ADAL" clId="{63770638-1902-49A3-BBFF-F3821BB0AE5E}" dt="2023-08-24T13:56:00.729" v="0" actId="47"/>
        <pc:sldMkLst>
          <pc:docMk/>
          <pc:sldMk cId="3719625191" sldId="330"/>
        </pc:sldMkLst>
      </pc:sldChg>
      <pc:sldChg chg="del">
        <pc:chgData name="James Pengelly" userId="d269fecd-a8a2-4e5a-93ae-88bdaab21f51" providerId="ADAL" clId="{63770638-1902-49A3-BBFF-F3821BB0AE5E}" dt="2023-08-24T13:56:00.729" v="0" actId="47"/>
        <pc:sldMkLst>
          <pc:docMk/>
          <pc:sldMk cId="2040865147" sldId="332"/>
        </pc:sldMkLst>
      </pc:sldChg>
      <pc:sldChg chg="del">
        <pc:chgData name="James Pengelly" userId="d269fecd-a8a2-4e5a-93ae-88bdaab21f51" providerId="ADAL" clId="{63770638-1902-49A3-BBFF-F3821BB0AE5E}" dt="2023-08-24T13:56:00.729" v="0" actId="47"/>
        <pc:sldMkLst>
          <pc:docMk/>
          <pc:sldMk cId="388135180" sldId="335"/>
        </pc:sldMkLst>
      </pc:sldChg>
      <pc:sldChg chg="del">
        <pc:chgData name="James Pengelly" userId="d269fecd-a8a2-4e5a-93ae-88bdaab21f51" providerId="ADAL" clId="{63770638-1902-49A3-BBFF-F3821BB0AE5E}" dt="2023-08-24T13:56:00.729" v="0" actId="47"/>
        <pc:sldMkLst>
          <pc:docMk/>
          <pc:sldMk cId="53542421" sldId="336"/>
        </pc:sldMkLst>
      </pc:sldChg>
      <pc:sldChg chg="del">
        <pc:chgData name="James Pengelly" userId="d269fecd-a8a2-4e5a-93ae-88bdaab21f51" providerId="ADAL" clId="{63770638-1902-49A3-BBFF-F3821BB0AE5E}" dt="2023-08-24T13:56:00.729" v="0" actId="47"/>
        <pc:sldMkLst>
          <pc:docMk/>
          <pc:sldMk cId="83370898" sldId="337"/>
        </pc:sldMkLst>
      </pc:sldChg>
      <pc:sldChg chg="del">
        <pc:chgData name="James Pengelly" userId="d269fecd-a8a2-4e5a-93ae-88bdaab21f51" providerId="ADAL" clId="{63770638-1902-49A3-BBFF-F3821BB0AE5E}" dt="2023-08-24T13:56:00.729" v="0" actId="47"/>
        <pc:sldMkLst>
          <pc:docMk/>
          <pc:sldMk cId="616534455" sldId="339"/>
        </pc:sldMkLst>
      </pc:sldChg>
      <pc:sldChg chg="del">
        <pc:chgData name="James Pengelly" userId="d269fecd-a8a2-4e5a-93ae-88bdaab21f51" providerId="ADAL" clId="{63770638-1902-49A3-BBFF-F3821BB0AE5E}" dt="2023-08-24T13:56:00.729" v="0" actId="47"/>
        <pc:sldMkLst>
          <pc:docMk/>
          <pc:sldMk cId="4278748134" sldId="340"/>
        </pc:sldMkLst>
      </pc:sldChg>
      <pc:sldChg chg="del">
        <pc:chgData name="James Pengelly" userId="d269fecd-a8a2-4e5a-93ae-88bdaab21f51" providerId="ADAL" clId="{63770638-1902-49A3-BBFF-F3821BB0AE5E}" dt="2023-08-24T13:56:00.729" v="0" actId="47"/>
        <pc:sldMkLst>
          <pc:docMk/>
          <pc:sldMk cId="1240060841" sldId="341"/>
        </pc:sldMkLst>
      </pc:sldChg>
      <pc:sldChg chg="del">
        <pc:chgData name="James Pengelly" userId="d269fecd-a8a2-4e5a-93ae-88bdaab21f51" providerId="ADAL" clId="{63770638-1902-49A3-BBFF-F3821BB0AE5E}" dt="2023-08-24T13:56:00.729" v="0" actId="47"/>
        <pc:sldMkLst>
          <pc:docMk/>
          <pc:sldMk cId="4101100443" sldId="342"/>
        </pc:sldMkLst>
      </pc:sldChg>
      <pc:sldChg chg="del">
        <pc:chgData name="James Pengelly" userId="d269fecd-a8a2-4e5a-93ae-88bdaab21f51" providerId="ADAL" clId="{63770638-1902-49A3-BBFF-F3821BB0AE5E}" dt="2023-08-24T13:56:00.729" v="0" actId="47"/>
        <pc:sldMkLst>
          <pc:docMk/>
          <pc:sldMk cId="3008721888" sldId="344"/>
        </pc:sldMkLst>
      </pc:sldChg>
      <pc:sldChg chg="del">
        <pc:chgData name="James Pengelly" userId="d269fecd-a8a2-4e5a-93ae-88bdaab21f51" providerId="ADAL" clId="{63770638-1902-49A3-BBFF-F3821BB0AE5E}" dt="2023-08-24T13:56:00.729" v="0" actId="47"/>
        <pc:sldMkLst>
          <pc:docMk/>
          <pc:sldMk cId="2498661059" sldId="348"/>
        </pc:sldMkLst>
      </pc:sldChg>
      <pc:sldChg chg="del">
        <pc:chgData name="James Pengelly" userId="d269fecd-a8a2-4e5a-93ae-88bdaab21f51" providerId="ADAL" clId="{63770638-1902-49A3-BBFF-F3821BB0AE5E}" dt="2023-08-24T13:56:00.729" v="0" actId="47"/>
        <pc:sldMkLst>
          <pc:docMk/>
          <pc:sldMk cId="3173009956" sldId="349"/>
        </pc:sldMkLst>
      </pc:sldChg>
      <pc:sldChg chg="del">
        <pc:chgData name="James Pengelly" userId="d269fecd-a8a2-4e5a-93ae-88bdaab21f51" providerId="ADAL" clId="{63770638-1902-49A3-BBFF-F3821BB0AE5E}" dt="2023-08-24T13:56:00.729" v="0" actId="47"/>
        <pc:sldMkLst>
          <pc:docMk/>
          <pc:sldMk cId="1492353232" sldId="351"/>
        </pc:sldMkLst>
      </pc:sldChg>
      <pc:sldChg chg="del">
        <pc:chgData name="James Pengelly" userId="d269fecd-a8a2-4e5a-93ae-88bdaab21f51" providerId="ADAL" clId="{63770638-1902-49A3-BBFF-F3821BB0AE5E}" dt="2023-08-24T13:56:00.729" v="0" actId="47"/>
        <pc:sldMkLst>
          <pc:docMk/>
          <pc:sldMk cId="1033267871" sldId="353"/>
        </pc:sldMkLst>
      </pc:sldChg>
      <pc:sldChg chg="del">
        <pc:chgData name="James Pengelly" userId="d269fecd-a8a2-4e5a-93ae-88bdaab21f51" providerId="ADAL" clId="{63770638-1902-49A3-BBFF-F3821BB0AE5E}" dt="2023-08-24T13:56:00.729" v="0" actId="47"/>
        <pc:sldMkLst>
          <pc:docMk/>
          <pc:sldMk cId="2628053539" sldId="354"/>
        </pc:sldMkLst>
      </pc:sldChg>
      <pc:sldChg chg="del">
        <pc:chgData name="James Pengelly" userId="d269fecd-a8a2-4e5a-93ae-88bdaab21f51" providerId="ADAL" clId="{63770638-1902-49A3-BBFF-F3821BB0AE5E}" dt="2023-08-24T13:56:00.729" v="0" actId="47"/>
        <pc:sldMkLst>
          <pc:docMk/>
          <pc:sldMk cId="4050608242" sldId="355"/>
        </pc:sldMkLst>
      </pc:sldChg>
      <pc:sldChg chg="modNotesTx">
        <pc:chgData name="James Pengelly" userId="d269fecd-a8a2-4e5a-93ae-88bdaab21f51" providerId="ADAL" clId="{63770638-1902-49A3-BBFF-F3821BB0AE5E}" dt="2023-09-06T15:17:42.158" v="726"/>
        <pc:sldMkLst>
          <pc:docMk/>
          <pc:sldMk cId="916358898" sldId="357"/>
        </pc:sldMkLst>
      </pc:sldChg>
      <pc:sldChg chg="modNotesTx">
        <pc:chgData name="James Pengelly" userId="d269fecd-a8a2-4e5a-93ae-88bdaab21f51" providerId="ADAL" clId="{63770638-1902-49A3-BBFF-F3821BB0AE5E}" dt="2023-09-06T15:18:17.089" v="734"/>
        <pc:sldMkLst>
          <pc:docMk/>
          <pc:sldMk cId="2672439797" sldId="359"/>
        </pc:sldMkLst>
      </pc:sldChg>
      <pc:sldChg chg="modNotesTx">
        <pc:chgData name="James Pengelly" userId="d269fecd-a8a2-4e5a-93ae-88bdaab21f51" providerId="ADAL" clId="{63770638-1902-49A3-BBFF-F3821BB0AE5E}" dt="2023-09-06T15:20:31.040" v="750"/>
        <pc:sldMkLst>
          <pc:docMk/>
          <pc:sldMk cId="2827498227" sldId="361"/>
        </pc:sldMkLst>
      </pc:sldChg>
      <pc:sldChg chg="modNotesTx">
        <pc:chgData name="James Pengelly" userId="d269fecd-a8a2-4e5a-93ae-88bdaab21f51" providerId="ADAL" clId="{63770638-1902-49A3-BBFF-F3821BB0AE5E}" dt="2023-09-06T15:20:54.600" v="755"/>
        <pc:sldMkLst>
          <pc:docMk/>
          <pc:sldMk cId="1572451248" sldId="362"/>
        </pc:sldMkLst>
      </pc:sldChg>
      <pc:sldChg chg="modNotesTx">
        <pc:chgData name="James Pengelly" userId="d269fecd-a8a2-4e5a-93ae-88bdaab21f51" providerId="ADAL" clId="{63770638-1902-49A3-BBFF-F3821BB0AE5E}" dt="2023-09-06T15:21:04.475" v="756"/>
        <pc:sldMkLst>
          <pc:docMk/>
          <pc:sldMk cId="1291327909" sldId="363"/>
        </pc:sldMkLst>
      </pc:sldChg>
      <pc:sldChg chg="del">
        <pc:chgData name="James Pengelly" userId="d269fecd-a8a2-4e5a-93ae-88bdaab21f51" providerId="ADAL" clId="{63770638-1902-49A3-BBFF-F3821BB0AE5E}" dt="2023-08-24T13:56:13.787" v="1" actId="47"/>
        <pc:sldMkLst>
          <pc:docMk/>
          <pc:sldMk cId="1201177167" sldId="364"/>
        </pc:sldMkLst>
      </pc:sldChg>
      <pc:sldChg chg="del">
        <pc:chgData name="James Pengelly" userId="d269fecd-a8a2-4e5a-93ae-88bdaab21f51" providerId="ADAL" clId="{63770638-1902-49A3-BBFF-F3821BB0AE5E}" dt="2023-08-24T13:56:00.729" v="0" actId="47"/>
        <pc:sldMkLst>
          <pc:docMk/>
          <pc:sldMk cId="2289605612" sldId="368"/>
        </pc:sldMkLst>
      </pc:sldChg>
      <pc:sldChg chg="modNotesTx">
        <pc:chgData name="James Pengelly" userId="d269fecd-a8a2-4e5a-93ae-88bdaab21f51" providerId="ADAL" clId="{63770638-1902-49A3-BBFF-F3821BB0AE5E}" dt="2023-09-06T15:18:31.914" v="736"/>
        <pc:sldMkLst>
          <pc:docMk/>
          <pc:sldMk cId="1501366186" sldId="369"/>
        </pc:sldMkLst>
      </pc:sldChg>
      <pc:sldChg chg="modNotesTx">
        <pc:chgData name="James Pengelly" userId="d269fecd-a8a2-4e5a-93ae-88bdaab21f51" providerId="ADAL" clId="{63770638-1902-49A3-BBFF-F3821BB0AE5E}" dt="2023-09-06T15:18:40.532" v="737"/>
        <pc:sldMkLst>
          <pc:docMk/>
          <pc:sldMk cId="1148689023" sldId="371"/>
        </pc:sldMkLst>
      </pc:sldChg>
      <pc:sldChg chg="modNotesTx">
        <pc:chgData name="James Pengelly" userId="d269fecd-a8a2-4e5a-93ae-88bdaab21f51" providerId="ADAL" clId="{63770638-1902-49A3-BBFF-F3821BB0AE5E}" dt="2023-09-06T15:18:24.063" v="735"/>
        <pc:sldMkLst>
          <pc:docMk/>
          <pc:sldMk cId="3907955957" sldId="374"/>
        </pc:sldMkLst>
      </pc:sldChg>
      <pc:sldChg chg="modNotesTx">
        <pc:chgData name="James Pengelly" userId="d269fecd-a8a2-4e5a-93ae-88bdaab21f51" providerId="ADAL" clId="{63770638-1902-49A3-BBFF-F3821BB0AE5E}" dt="2023-09-06T15:19:56.602" v="747"/>
        <pc:sldMkLst>
          <pc:docMk/>
          <pc:sldMk cId="109215933" sldId="377"/>
        </pc:sldMkLst>
      </pc:sldChg>
      <pc:sldChg chg="modNotesTx">
        <pc:chgData name="James Pengelly" userId="d269fecd-a8a2-4e5a-93ae-88bdaab21f51" providerId="ADAL" clId="{63770638-1902-49A3-BBFF-F3821BB0AE5E}" dt="2023-09-06T15:19:26.610" v="744"/>
        <pc:sldMkLst>
          <pc:docMk/>
          <pc:sldMk cId="3890781229" sldId="379"/>
        </pc:sldMkLst>
      </pc:sldChg>
      <pc:sldChg chg="modNotesTx">
        <pc:chgData name="James Pengelly" userId="d269fecd-a8a2-4e5a-93ae-88bdaab21f51" providerId="ADAL" clId="{63770638-1902-49A3-BBFF-F3821BB0AE5E}" dt="2023-09-06T15:20:09.039" v="748"/>
        <pc:sldMkLst>
          <pc:docMk/>
          <pc:sldMk cId="282604571" sldId="380"/>
        </pc:sldMkLst>
      </pc:sldChg>
      <pc:sldChg chg="modNotesTx">
        <pc:chgData name="James Pengelly" userId="d269fecd-a8a2-4e5a-93ae-88bdaab21f51" providerId="ADAL" clId="{63770638-1902-49A3-BBFF-F3821BB0AE5E}" dt="2023-09-06T15:17:58.739" v="732"/>
        <pc:sldMkLst>
          <pc:docMk/>
          <pc:sldMk cId="1010180652" sldId="384"/>
        </pc:sldMkLst>
      </pc:sldChg>
      <pc:sldChg chg="modNotesTx">
        <pc:chgData name="James Pengelly" userId="d269fecd-a8a2-4e5a-93ae-88bdaab21f51" providerId="ADAL" clId="{63770638-1902-49A3-BBFF-F3821BB0AE5E}" dt="2023-09-06T15:19:18.641" v="743"/>
        <pc:sldMkLst>
          <pc:docMk/>
          <pc:sldMk cId="1665857579" sldId="390"/>
        </pc:sldMkLst>
      </pc:sldChg>
      <pc:sldChg chg="modNotesTx">
        <pc:chgData name="James Pengelly" userId="d269fecd-a8a2-4e5a-93ae-88bdaab21f51" providerId="ADAL" clId="{63770638-1902-49A3-BBFF-F3821BB0AE5E}" dt="2023-09-06T15:19:37.102" v="745"/>
        <pc:sldMkLst>
          <pc:docMk/>
          <pc:sldMk cId="2824444913" sldId="393"/>
        </pc:sldMkLst>
      </pc:sldChg>
      <pc:sldChg chg="modNotesTx">
        <pc:chgData name="James Pengelly" userId="d269fecd-a8a2-4e5a-93ae-88bdaab21f51" providerId="ADAL" clId="{63770638-1902-49A3-BBFF-F3821BB0AE5E}" dt="2023-09-06T15:20:38.586" v="751"/>
        <pc:sldMkLst>
          <pc:docMk/>
          <pc:sldMk cId="1829934662" sldId="394"/>
        </pc:sldMkLst>
      </pc:sldChg>
      <pc:sldChg chg="modNotesTx">
        <pc:chgData name="James Pengelly" userId="d269fecd-a8a2-4e5a-93ae-88bdaab21f51" providerId="ADAL" clId="{63770638-1902-49A3-BBFF-F3821BB0AE5E}" dt="2023-09-06T15:21:12.066" v="757"/>
        <pc:sldMkLst>
          <pc:docMk/>
          <pc:sldMk cId="1339298764" sldId="395"/>
        </pc:sldMkLst>
      </pc:sldChg>
      <pc:sldChg chg="modNotesTx">
        <pc:chgData name="James Pengelly" userId="d269fecd-a8a2-4e5a-93ae-88bdaab21f51" providerId="ADAL" clId="{63770638-1902-49A3-BBFF-F3821BB0AE5E}" dt="2023-09-06T15:25:26.658" v="758"/>
        <pc:sldMkLst>
          <pc:docMk/>
          <pc:sldMk cId="1016084178" sldId="396"/>
        </pc:sldMkLst>
      </pc:sldChg>
      <pc:sldChg chg="modNotesTx">
        <pc:chgData name="James Pengelly" userId="d269fecd-a8a2-4e5a-93ae-88bdaab21f51" providerId="ADAL" clId="{63770638-1902-49A3-BBFF-F3821BB0AE5E}" dt="2023-09-06T15:25:44.528" v="759"/>
        <pc:sldMkLst>
          <pc:docMk/>
          <pc:sldMk cId="4214344726" sldId="397"/>
        </pc:sldMkLst>
      </pc:sldChg>
      <pc:sldChg chg="modNotesTx">
        <pc:chgData name="James Pengelly" userId="d269fecd-a8a2-4e5a-93ae-88bdaab21f51" providerId="ADAL" clId="{63770638-1902-49A3-BBFF-F3821BB0AE5E}" dt="2023-09-06T15:18:58.851" v="741"/>
        <pc:sldMkLst>
          <pc:docMk/>
          <pc:sldMk cId="3450668804" sldId="398"/>
        </pc:sldMkLst>
      </pc:sldChg>
      <pc:sldChg chg="del">
        <pc:chgData name="James Pengelly" userId="d269fecd-a8a2-4e5a-93ae-88bdaab21f51" providerId="ADAL" clId="{63770638-1902-49A3-BBFF-F3821BB0AE5E}" dt="2023-08-24T13:56:00.729" v="0" actId="47"/>
        <pc:sldMkLst>
          <pc:docMk/>
          <pc:sldMk cId="2762218996" sldId="399"/>
        </pc:sldMkLst>
      </pc:sldChg>
      <pc:sldChg chg="del">
        <pc:chgData name="James Pengelly" userId="d269fecd-a8a2-4e5a-93ae-88bdaab21f51" providerId="ADAL" clId="{63770638-1902-49A3-BBFF-F3821BB0AE5E}" dt="2023-08-24T13:56:00.729" v="0" actId="47"/>
        <pc:sldMkLst>
          <pc:docMk/>
          <pc:sldMk cId="2590891385" sldId="400"/>
        </pc:sldMkLst>
      </pc:sldChg>
      <pc:sldChg chg="modNotesTx">
        <pc:chgData name="James Pengelly" userId="d269fecd-a8a2-4e5a-93ae-88bdaab21f51" providerId="ADAL" clId="{63770638-1902-49A3-BBFF-F3821BB0AE5E}" dt="2023-09-06T15:18:09.346" v="733"/>
        <pc:sldMkLst>
          <pc:docMk/>
          <pc:sldMk cId="3953387796" sldId="401"/>
        </pc:sldMkLst>
      </pc:sldChg>
      <pc:sldChg chg="modNotesTx">
        <pc:chgData name="James Pengelly" userId="d269fecd-a8a2-4e5a-93ae-88bdaab21f51" providerId="ADAL" clId="{63770638-1902-49A3-BBFF-F3821BB0AE5E}" dt="2023-09-06T15:19:48.886" v="746"/>
        <pc:sldMkLst>
          <pc:docMk/>
          <pc:sldMk cId="2727043731" sldId="402"/>
        </pc:sldMkLst>
      </pc:sldChg>
      <pc:sldChg chg="del">
        <pc:chgData name="James Pengelly" userId="d269fecd-a8a2-4e5a-93ae-88bdaab21f51" providerId="ADAL" clId="{63770638-1902-49A3-BBFF-F3821BB0AE5E}" dt="2023-08-24T13:56:13.787" v="1" actId="47"/>
        <pc:sldMkLst>
          <pc:docMk/>
          <pc:sldMk cId="3781024619" sldId="403"/>
        </pc:sldMkLst>
      </pc:sldChg>
      <pc:sldChg chg="del">
        <pc:chgData name="James Pengelly" userId="d269fecd-a8a2-4e5a-93ae-88bdaab21f51" providerId="ADAL" clId="{63770638-1902-49A3-BBFF-F3821BB0AE5E}" dt="2023-08-24T13:56:13.787" v="1" actId="47"/>
        <pc:sldMkLst>
          <pc:docMk/>
          <pc:sldMk cId="76376853" sldId="404"/>
        </pc:sldMkLst>
      </pc:sldChg>
      <pc:sldChg chg="del">
        <pc:chgData name="James Pengelly" userId="d269fecd-a8a2-4e5a-93ae-88bdaab21f51" providerId="ADAL" clId="{63770638-1902-49A3-BBFF-F3821BB0AE5E}" dt="2023-08-24T13:56:13.787" v="1" actId="47"/>
        <pc:sldMkLst>
          <pc:docMk/>
          <pc:sldMk cId="3447527312" sldId="405"/>
        </pc:sldMkLst>
      </pc:sldChg>
      <pc:sldChg chg="del">
        <pc:chgData name="James Pengelly" userId="d269fecd-a8a2-4e5a-93ae-88bdaab21f51" providerId="ADAL" clId="{63770638-1902-49A3-BBFF-F3821BB0AE5E}" dt="2023-08-24T13:56:13.787" v="1" actId="47"/>
        <pc:sldMkLst>
          <pc:docMk/>
          <pc:sldMk cId="3461596423" sldId="406"/>
        </pc:sldMkLst>
      </pc:sldChg>
      <pc:sldChg chg="del">
        <pc:chgData name="James Pengelly" userId="d269fecd-a8a2-4e5a-93ae-88bdaab21f51" providerId="ADAL" clId="{63770638-1902-49A3-BBFF-F3821BB0AE5E}" dt="2023-08-24T13:56:13.787" v="1" actId="47"/>
        <pc:sldMkLst>
          <pc:docMk/>
          <pc:sldMk cId="4273903402" sldId="408"/>
        </pc:sldMkLst>
      </pc:sldChg>
      <pc:sldChg chg="del">
        <pc:chgData name="James Pengelly" userId="d269fecd-a8a2-4e5a-93ae-88bdaab21f51" providerId="ADAL" clId="{63770638-1902-49A3-BBFF-F3821BB0AE5E}" dt="2023-08-24T13:56:13.787" v="1" actId="47"/>
        <pc:sldMkLst>
          <pc:docMk/>
          <pc:sldMk cId="1848990747" sldId="409"/>
        </pc:sldMkLst>
      </pc:sldChg>
      <pc:sldChg chg="del">
        <pc:chgData name="James Pengelly" userId="d269fecd-a8a2-4e5a-93ae-88bdaab21f51" providerId="ADAL" clId="{63770638-1902-49A3-BBFF-F3821BB0AE5E}" dt="2023-08-24T13:56:13.787" v="1" actId="47"/>
        <pc:sldMkLst>
          <pc:docMk/>
          <pc:sldMk cId="1126499771" sldId="411"/>
        </pc:sldMkLst>
      </pc:sldChg>
      <pc:sldChg chg="del">
        <pc:chgData name="James Pengelly" userId="d269fecd-a8a2-4e5a-93ae-88bdaab21f51" providerId="ADAL" clId="{63770638-1902-49A3-BBFF-F3821BB0AE5E}" dt="2023-08-24T13:56:13.787" v="1" actId="47"/>
        <pc:sldMkLst>
          <pc:docMk/>
          <pc:sldMk cId="2212437411" sldId="412"/>
        </pc:sldMkLst>
      </pc:sldChg>
      <pc:sldChg chg="del">
        <pc:chgData name="James Pengelly" userId="d269fecd-a8a2-4e5a-93ae-88bdaab21f51" providerId="ADAL" clId="{63770638-1902-49A3-BBFF-F3821BB0AE5E}" dt="2023-08-24T13:56:13.787" v="1" actId="47"/>
        <pc:sldMkLst>
          <pc:docMk/>
          <pc:sldMk cId="2156432247" sldId="413"/>
        </pc:sldMkLst>
      </pc:sldChg>
      <pc:sldChg chg="del">
        <pc:chgData name="James Pengelly" userId="d269fecd-a8a2-4e5a-93ae-88bdaab21f51" providerId="ADAL" clId="{63770638-1902-49A3-BBFF-F3821BB0AE5E}" dt="2023-08-24T13:56:13.787" v="1" actId="47"/>
        <pc:sldMkLst>
          <pc:docMk/>
          <pc:sldMk cId="263362339" sldId="415"/>
        </pc:sldMkLst>
      </pc:sldChg>
      <pc:sldChg chg="del">
        <pc:chgData name="James Pengelly" userId="d269fecd-a8a2-4e5a-93ae-88bdaab21f51" providerId="ADAL" clId="{63770638-1902-49A3-BBFF-F3821BB0AE5E}" dt="2023-08-24T13:56:13.787" v="1" actId="47"/>
        <pc:sldMkLst>
          <pc:docMk/>
          <pc:sldMk cId="519644668" sldId="418"/>
        </pc:sldMkLst>
      </pc:sldChg>
      <pc:sldChg chg="del">
        <pc:chgData name="James Pengelly" userId="d269fecd-a8a2-4e5a-93ae-88bdaab21f51" providerId="ADAL" clId="{63770638-1902-49A3-BBFF-F3821BB0AE5E}" dt="2023-08-24T13:56:13.787" v="1" actId="47"/>
        <pc:sldMkLst>
          <pc:docMk/>
          <pc:sldMk cId="3631135714" sldId="419"/>
        </pc:sldMkLst>
      </pc:sldChg>
      <pc:sldChg chg="del">
        <pc:chgData name="James Pengelly" userId="d269fecd-a8a2-4e5a-93ae-88bdaab21f51" providerId="ADAL" clId="{63770638-1902-49A3-BBFF-F3821BB0AE5E}" dt="2023-08-24T13:56:13.787" v="1" actId="47"/>
        <pc:sldMkLst>
          <pc:docMk/>
          <pc:sldMk cId="2961224881" sldId="420"/>
        </pc:sldMkLst>
      </pc:sldChg>
      <pc:sldChg chg="del">
        <pc:chgData name="James Pengelly" userId="d269fecd-a8a2-4e5a-93ae-88bdaab21f51" providerId="ADAL" clId="{63770638-1902-49A3-BBFF-F3821BB0AE5E}" dt="2023-08-24T13:56:13.787" v="1" actId="47"/>
        <pc:sldMkLst>
          <pc:docMk/>
          <pc:sldMk cId="1221700180" sldId="421"/>
        </pc:sldMkLst>
      </pc:sldChg>
      <pc:sldChg chg="del">
        <pc:chgData name="James Pengelly" userId="d269fecd-a8a2-4e5a-93ae-88bdaab21f51" providerId="ADAL" clId="{63770638-1902-49A3-BBFF-F3821BB0AE5E}" dt="2023-08-24T13:56:13.787" v="1" actId="47"/>
        <pc:sldMkLst>
          <pc:docMk/>
          <pc:sldMk cId="747938625" sldId="422"/>
        </pc:sldMkLst>
      </pc:sldChg>
      <pc:sldChg chg="del">
        <pc:chgData name="James Pengelly" userId="d269fecd-a8a2-4e5a-93ae-88bdaab21f51" providerId="ADAL" clId="{63770638-1902-49A3-BBFF-F3821BB0AE5E}" dt="2023-08-24T13:56:13.787" v="1" actId="47"/>
        <pc:sldMkLst>
          <pc:docMk/>
          <pc:sldMk cId="3663672702" sldId="423"/>
        </pc:sldMkLst>
      </pc:sldChg>
      <pc:sldChg chg="del">
        <pc:chgData name="James Pengelly" userId="d269fecd-a8a2-4e5a-93ae-88bdaab21f51" providerId="ADAL" clId="{63770638-1902-49A3-BBFF-F3821BB0AE5E}" dt="2023-08-24T13:56:13.787" v="1" actId="47"/>
        <pc:sldMkLst>
          <pc:docMk/>
          <pc:sldMk cId="1703881002" sldId="424"/>
        </pc:sldMkLst>
      </pc:sldChg>
      <pc:sldChg chg="del">
        <pc:chgData name="James Pengelly" userId="d269fecd-a8a2-4e5a-93ae-88bdaab21f51" providerId="ADAL" clId="{63770638-1902-49A3-BBFF-F3821BB0AE5E}" dt="2023-08-24T13:56:13.787" v="1" actId="47"/>
        <pc:sldMkLst>
          <pc:docMk/>
          <pc:sldMk cId="2422481433" sldId="426"/>
        </pc:sldMkLst>
      </pc:sldChg>
      <pc:sldChg chg="del">
        <pc:chgData name="James Pengelly" userId="d269fecd-a8a2-4e5a-93ae-88bdaab21f51" providerId="ADAL" clId="{63770638-1902-49A3-BBFF-F3821BB0AE5E}" dt="2023-08-24T13:56:13.787" v="1" actId="47"/>
        <pc:sldMkLst>
          <pc:docMk/>
          <pc:sldMk cId="1349580473" sldId="429"/>
        </pc:sldMkLst>
      </pc:sldChg>
      <pc:sldChg chg="del">
        <pc:chgData name="James Pengelly" userId="d269fecd-a8a2-4e5a-93ae-88bdaab21f51" providerId="ADAL" clId="{63770638-1902-49A3-BBFF-F3821BB0AE5E}" dt="2023-08-24T13:56:13.787" v="1" actId="47"/>
        <pc:sldMkLst>
          <pc:docMk/>
          <pc:sldMk cId="2265083478" sldId="430"/>
        </pc:sldMkLst>
      </pc:sldChg>
      <pc:sldChg chg="del">
        <pc:chgData name="James Pengelly" userId="d269fecd-a8a2-4e5a-93ae-88bdaab21f51" providerId="ADAL" clId="{63770638-1902-49A3-BBFF-F3821BB0AE5E}" dt="2023-08-24T13:56:13.787" v="1" actId="47"/>
        <pc:sldMkLst>
          <pc:docMk/>
          <pc:sldMk cId="2863113325" sldId="431"/>
        </pc:sldMkLst>
      </pc:sldChg>
      <pc:sldChg chg="del">
        <pc:chgData name="James Pengelly" userId="d269fecd-a8a2-4e5a-93ae-88bdaab21f51" providerId="ADAL" clId="{63770638-1902-49A3-BBFF-F3821BB0AE5E}" dt="2023-08-24T13:56:13.787" v="1" actId="47"/>
        <pc:sldMkLst>
          <pc:docMk/>
          <pc:sldMk cId="3556797560" sldId="432"/>
        </pc:sldMkLst>
      </pc:sldChg>
      <pc:sldChg chg="del">
        <pc:chgData name="James Pengelly" userId="d269fecd-a8a2-4e5a-93ae-88bdaab21f51" providerId="ADAL" clId="{63770638-1902-49A3-BBFF-F3821BB0AE5E}" dt="2023-08-24T13:56:13.787" v="1" actId="47"/>
        <pc:sldMkLst>
          <pc:docMk/>
          <pc:sldMk cId="2981302178" sldId="433"/>
        </pc:sldMkLst>
      </pc:sldChg>
      <pc:sldChg chg="del">
        <pc:chgData name="James Pengelly" userId="d269fecd-a8a2-4e5a-93ae-88bdaab21f51" providerId="ADAL" clId="{63770638-1902-49A3-BBFF-F3821BB0AE5E}" dt="2023-08-24T13:56:13.787" v="1" actId="47"/>
        <pc:sldMkLst>
          <pc:docMk/>
          <pc:sldMk cId="733584931" sldId="434"/>
        </pc:sldMkLst>
      </pc:sldChg>
      <pc:sldChg chg="del">
        <pc:chgData name="James Pengelly" userId="d269fecd-a8a2-4e5a-93ae-88bdaab21f51" providerId="ADAL" clId="{63770638-1902-49A3-BBFF-F3821BB0AE5E}" dt="2023-08-24T13:56:13.787" v="1" actId="47"/>
        <pc:sldMkLst>
          <pc:docMk/>
          <pc:sldMk cId="1695507307" sldId="435"/>
        </pc:sldMkLst>
      </pc:sldChg>
      <pc:sldChg chg="del">
        <pc:chgData name="James Pengelly" userId="d269fecd-a8a2-4e5a-93ae-88bdaab21f51" providerId="ADAL" clId="{63770638-1902-49A3-BBFF-F3821BB0AE5E}" dt="2023-08-24T13:56:13.787" v="1" actId="47"/>
        <pc:sldMkLst>
          <pc:docMk/>
          <pc:sldMk cId="2233051909" sldId="436"/>
        </pc:sldMkLst>
      </pc:sldChg>
      <pc:sldChg chg="del">
        <pc:chgData name="James Pengelly" userId="d269fecd-a8a2-4e5a-93ae-88bdaab21f51" providerId="ADAL" clId="{63770638-1902-49A3-BBFF-F3821BB0AE5E}" dt="2023-08-24T13:56:13.787" v="1" actId="47"/>
        <pc:sldMkLst>
          <pc:docMk/>
          <pc:sldMk cId="1342897180" sldId="437"/>
        </pc:sldMkLst>
      </pc:sldChg>
      <pc:sldChg chg="del">
        <pc:chgData name="James Pengelly" userId="d269fecd-a8a2-4e5a-93ae-88bdaab21f51" providerId="ADAL" clId="{63770638-1902-49A3-BBFF-F3821BB0AE5E}" dt="2023-08-24T13:56:13.787" v="1" actId="47"/>
        <pc:sldMkLst>
          <pc:docMk/>
          <pc:sldMk cId="3580490817" sldId="438"/>
        </pc:sldMkLst>
      </pc:sldChg>
      <pc:sldChg chg="del">
        <pc:chgData name="James Pengelly" userId="d269fecd-a8a2-4e5a-93ae-88bdaab21f51" providerId="ADAL" clId="{63770638-1902-49A3-BBFF-F3821BB0AE5E}" dt="2023-08-24T13:56:13.787" v="1" actId="47"/>
        <pc:sldMkLst>
          <pc:docMk/>
          <pc:sldMk cId="3852504957" sldId="439"/>
        </pc:sldMkLst>
      </pc:sldChg>
      <pc:sldChg chg="del">
        <pc:chgData name="James Pengelly" userId="d269fecd-a8a2-4e5a-93ae-88bdaab21f51" providerId="ADAL" clId="{63770638-1902-49A3-BBFF-F3821BB0AE5E}" dt="2023-08-24T13:56:13.787" v="1" actId="47"/>
        <pc:sldMkLst>
          <pc:docMk/>
          <pc:sldMk cId="3380087145" sldId="440"/>
        </pc:sldMkLst>
      </pc:sldChg>
      <pc:sldChg chg="del">
        <pc:chgData name="James Pengelly" userId="d269fecd-a8a2-4e5a-93ae-88bdaab21f51" providerId="ADAL" clId="{63770638-1902-49A3-BBFF-F3821BB0AE5E}" dt="2023-08-24T13:56:13.787" v="1" actId="47"/>
        <pc:sldMkLst>
          <pc:docMk/>
          <pc:sldMk cId="698315745" sldId="441"/>
        </pc:sldMkLst>
      </pc:sldChg>
      <pc:sldChg chg="del">
        <pc:chgData name="James Pengelly" userId="d269fecd-a8a2-4e5a-93ae-88bdaab21f51" providerId="ADAL" clId="{63770638-1902-49A3-BBFF-F3821BB0AE5E}" dt="2023-08-24T13:56:13.787" v="1" actId="47"/>
        <pc:sldMkLst>
          <pc:docMk/>
          <pc:sldMk cId="3816258168" sldId="442"/>
        </pc:sldMkLst>
      </pc:sldChg>
      <pc:sldChg chg="del">
        <pc:chgData name="James Pengelly" userId="d269fecd-a8a2-4e5a-93ae-88bdaab21f51" providerId="ADAL" clId="{63770638-1902-49A3-BBFF-F3821BB0AE5E}" dt="2023-08-24T13:56:13.787" v="1" actId="47"/>
        <pc:sldMkLst>
          <pc:docMk/>
          <pc:sldMk cId="1753989791" sldId="444"/>
        </pc:sldMkLst>
      </pc:sldChg>
      <pc:sldChg chg="del">
        <pc:chgData name="James Pengelly" userId="d269fecd-a8a2-4e5a-93ae-88bdaab21f51" providerId="ADAL" clId="{63770638-1902-49A3-BBFF-F3821BB0AE5E}" dt="2023-08-24T13:56:13.787" v="1" actId="47"/>
        <pc:sldMkLst>
          <pc:docMk/>
          <pc:sldMk cId="1660465454" sldId="445"/>
        </pc:sldMkLst>
      </pc:sldChg>
      <pc:sldChg chg="del">
        <pc:chgData name="James Pengelly" userId="d269fecd-a8a2-4e5a-93ae-88bdaab21f51" providerId="ADAL" clId="{63770638-1902-49A3-BBFF-F3821BB0AE5E}" dt="2023-08-24T13:56:13.787" v="1" actId="47"/>
        <pc:sldMkLst>
          <pc:docMk/>
          <pc:sldMk cId="565982352" sldId="447"/>
        </pc:sldMkLst>
      </pc:sldChg>
      <pc:sldChg chg="del">
        <pc:chgData name="James Pengelly" userId="d269fecd-a8a2-4e5a-93ae-88bdaab21f51" providerId="ADAL" clId="{63770638-1902-49A3-BBFF-F3821BB0AE5E}" dt="2023-08-24T13:56:13.787" v="1" actId="47"/>
        <pc:sldMkLst>
          <pc:docMk/>
          <pc:sldMk cId="1357474779" sldId="448"/>
        </pc:sldMkLst>
      </pc:sldChg>
      <pc:sldChg chg="del">
        <pc:chgData name="James Pengelly" userId="d269fecd-a8a2-4e5a-93ae-88bdaab21f51" providerId="ADAL" clId="{63770638-1902-49A3-BBFF-F3821BB0AE5E}" dt="2023-08-24T13:56:13.787" v="1" actId="47"/>
        <pc:sldMkLst>
          <pc:docMk/>
          <pc:sldMk cId="2067507612" sldId="449"/>
        </pc:sldMkLst>
      </pc:sldChg>
      <pc:sldChg chg="del">
        <pc:chgData name="James Pengelly" userId="d269fecd-a8a2-4e5a-93ae-88bdaab21f51" providerId="ADAL" clId="{63770638-1902-49A3-BBFF-F3821BB0AE5E}" dt="2023-08-24T13:56:13.787" v="1" actId="47"/>
        <pc:sldMkLst>
          <pc:docMk/>
          <pc:sldMk cId="2390412907" sldId="450"/>
        </pc:sldMkLst>
      </pc:sldChg>
      <pc:sldChg chg="del">
        <pc:chgData name="James Pengelly" userId="d269fecd-a8a2-4e5a-93ae-88bdaab21f51" providerId="ADAL" clId="{63770638-1902-49A3-BBFF-F3821BB0AE5E}" dt="2023-08-24T13:56:13.787" v="1" actId="47"/>
        <pc:sldMkLst>
          <pc:docMk/>
          <pc:sldMk cId="2183265962" sldId="451"/>
        </pc:sldMkLst>
      </pc:sldChg>
      <pc:sldChg chg="del">
        <pc:chgData name="James Pengelly" userId="d269fecd-a8a2-4e5a-93ae-88bdaab21f51" providerId="ADAL" clId="{63770638-1902-49A3-BBFF-F3821BB0AE5E}" dt="2023-08-24T13:56:13.787" v="1" actId="47"/>
        <pc:sldMkLst>
          <pc:docMk/>
          <pc:sldMk cId="2783724496" sldId="452"/>
        </pc:sldMkLst>
      </pc:sldChg>
      <pc:sldChg chg="del">
        <pc:chgData name="James Pengelly" userId="d269fecd-a8a2-4e5a-93ae-88bdaab21f51" providerId="ADAL" clId="{63770638-1902-49A3-BBFF-F3821BB0AE5E}" dt="2023-08-24T13:56:13.787" v="1" actId="47"/>
        <pc:sldMkLst>
          <pc:docMk/>
          <pc:sldMk cId="2334895818" sldId="453"/>
        </pc:sldMkLst>
      </pc:sldChg>
      <pc:sldChg chg="del">
        <pc:chgData name="James Pengelly" userId="d269fecd-a8a2-4e5a-93ae-88bdaab21f51" providerId="ADAL" clId="{63770638-1902-49A3-BBFF-F3821BB0AE5E}" dt="2023-08-24T13:56:13.787" v="1" actId="47"/>
        <pc:sldMkLst>
          <pc:docMk/>
          <pc:sldMk cId="1506105089" sldId="454"/>
        </pc:sldMkLst>
      </pc:sldChg>
      <pc:sldChg chg="del">
        <pc:chgData name="James Pengelly" userId="d269fecd-a8a2-4e5a-93ae-88bdaab21f51" providerId="ADAL" clId="{63770638-1902-49A3-BBFF-F3821BB0AE5E}" dt="2023-08-24T13:56:13.787" v="1" actId="47"/>
        <pc:sldMkLst>
          <pc:docMk/>
          <pc:sldMk cId="1780367112" sldId="455"/>
        </pc:sldMkLst>
      </pc:sldChg>
      <pc:sldChg chg="del">
        <pc:chgData name="James Pengelly" userId="d269fecd-a8a2-4e5a-93ae-88bdaab21f51" providerId="ADAL" clId="{63770638-1902-49A3-BBFF-F3821BB0AE5E}" dt="2023-08-24T13:56:13.787" v="1" actId="47"/>
        <pc:sldMkLst>
          <pc:docMk/>
          <pc:sldMk cId="2878365943" sldId="461"/>
        </pc:sldMkLst>
      </pc:sldChg>
      <pc:sldChg chg="del">
        <pc:chgData name="James Pengelly" userId="d269fecd-a8a2-4e5a-93ae-88bdaab21f51" providerId="ADAL" clId="{63770638-1902-49A3-BBFF-F3821BB0AE5E}" dt="2023-08-24T13:56:13.787" v="1" actId="47"/>
        <pc:sldMkLst>
          <pc:docMk/>
          <pc:sldMk cId="1809496739" sldId="463"/>
        </pc:sldMkLst>
      </pc:sldChg>
      <pc:sldChg chg="del">
        <pc:chgData name="James Pengelly" userId="d269fecd-a8a2-4e5a-93ae-88bdaab21f51" providerId="ADAL" clId="{63770638-1902-49A3-BBFF-F3821BB0AE5E}" dt="2023-08-24T13:56:13.787" v="1" actId="47"/>
        <pc:sldMkLst>
          <pc:docMk/>
          <pc:sldMk cId="3183680570" sldId="464"/>
        </pc:sldMkLst>
      </pc:sldChg>
      <pc:sldChg chg="del">
        <pc:chgData name="James Pengelly" userId="d269fecd-a8a2-4e5a-93ae-88bdaab21f51" providerId="ADAL" clId="{63770638-1902-49A3-BBFF-F3821BB0AE5E}" dt="2023-08-24T13:56:13.787" v="1" actId="47"/>
        <pc:sldMkLst>
          <pc:docMk/>
          <pc:sldMk cId="3408326376" sldId="465"/>
        </pc:sldMkLst>
      </pc:sldChg>
      <pc:sldChg chg="del">
        <pc:chgData name="James Pengelly" userId="d269fecd-a8a2-4e5a-93ae-88bdaab21f51" providerId="ADAL" clId="{63770638-1902-49A3-BBFF-F3821BB0AE5E}" dt="2023-08-24T13:56:13.787" v="1" actId="47"/>
        <pc:sldMkLst>
          <pc:docMk/>
          <pc:sldMk cId="3761177557" sldId="468"/>
        </pc:sldMkLst>
      </pc:sldChg>
      <pc:sldChg chg="del">
        <pc:chgData name="James Pengelly" userId="d269fecd-a8a2-4e5a-93ae-88bdaab21f51" providerId="ADAL" clId="{63770638-1902-49A3-BBFF-F3821BB0AE5E}" dt="2023-08-24T13:56:13.787" v="1" actId="47"/>
        <pc:sldMkLst>
          <pc:docMk/>
          <pc:sldMk cId="1450753478" sldId="469"/>
        </pc:sldMkLst>
      </pc:sldChg>
      <pc:sldChg chg="del">
        <pc:chgData name="James Pengelly" userId="d269fecd-a8a2-4e5a-93ae-88bdaab21f51" providerId="ADAL" clId="{63770638-1902-49A3-BBFF-F3821BB0AE5E}" dt="2023-08-24T13:56:13.787" v="1" actId="47"/>
        <pc:sldMkLst>
          <pc:docMk/>
          <pc:sldMk cId="597277254" sldId="470"/>
        </pc:sldMkLst>
      </pc:sldChg>
      <pc:sldChg chg="del">
        <pc:chgData name="James Pengelly" userId="d269fecd-a8a2-4e5a-93ae-88bdaab21f51" providerId="ADAL" clId="{63770638-1902-49A3-BBFF-F3821BB0AE5E}" dt="2023-08-24T13:56:13.787" v="1" actId="47"/>
        <pc:sldMkLst>
          <pc:docMk/>
          <pc:sldMk cId="3444267560" sldId="471"/>
        </pc:sldMkLst>
      </pc:sldChg>
      <pc:sldChg chg="del">
        <pc:chgData name="James Pengelly" userId="d269fecd-a8a2-4e5a-93ae-88bdaab21f51" providerId="ADAL" clId="{63770638-1902-49A3-BBFF-F3821BB0AE5E}" dt="2023-08-24T13:56:13.787" v="1" actId="47"/>
        <pc:sldMkLst>
          <pc:docMk/>
          <pc:sldMk cId="177810587" sldId="472"/>
        </pc:sldMkLst>
      </pc:sldChg>
      <pc:sldChg chg="del">
        <pc:chgData name="James Pengelly" userId="d269fecd-a8a2-4e5a-93ae-88bdaab21f51" providerId="ADAL" clId="{63770638-1902-49A3-BBFF-F3821BB0AE5E}" dt="2023-08-24T13:56:13.787" v="1" actId="47"/>
        <pc:sldMkLst>
          <pc:docMk/>
          <pc:sldMk cId="3928027250" sldId="473"/>
        </pc:sldMkLst>
      </pc:sldChg>
      <pc:sldChg chg="del">
        <pc:chgData name="James Pengelly" userId="d269fecd-a8a2-4e5a-93ae-88bdaab21f51" providerId="ADAL" clId="{63770638-1902-49A3-BBFF-F3821BB0AE5E}" dt="2023-08-24T13:56:13.787" v="1" actId="47"/>
        <pc:sldMkLst>
          <pc:docMk/>
          <pc:sldMk cId="1208367764" sldId="474"/>
        </pc:sldMkLst>
      </pc:sldChg>
      <pc:sldChg chg="del">
        <pc:chgData name="James Pengelly" userId="d269fecd-a8a2-4e5a-93ae-88bdaab21f51" providerId="ADAL" clId="{63770638-1902-49A3-BBFF-F3821BB0AE5E}" dt="2023-08-24T13:56:13.787" v="1" actId="47"/>
        <pc:sldMkLst>
          <pc:docMk/>
          <pc:sldMk cId="1846318869" sldId="475"/>
        </pc:sldMkLst>
      </pc:sldChg>
      <pc:sldChg chg="del">
        <pc:chgData name="James Pengelly" userId="d269fecd-a8a2-4e5a-93ae-88bdaab21f51" providerId="ADAL" clId="{63770638-1902-49A3-BBFF-F3821BB0AE5E}" dt="2023-08-24T13:56:13.787" v="1" actId="47"/>
        <pc:sldMkLst>
          <pc:docMk/>
          <pc:sldMk cId="1050364708" sldId="476"/>
        </pc:sldMkLst>
      </pc:sldChg>
      <pc:sldChg chg="del">
        <pc:chgData name="James Pengelly" userId="d269fecd-a8a2-4e5a-93ae-88bdaab21f51" providerId="ADAL" clId="{63770638-1902-49A3-BBFF-F3821BB0AE5E}" dt="2023-08-24T13:56:13.787" v="1" actId="47"/>
        <pc:sldMkLst>
          <pc:docMk/>
          <pc:sldMk cId="1189368309" sldId="477"/>
        </pc:sldMkLst>
      </pc:sldChg>
      <pc:sldChg chg="del">
        <pc:chgData name="James Pengelly" userId="d269fecd-a8a2-4e5a-93ae-88bdaab21f51" providerId="ADAL" clId="{63770638-1902-49A3-BBFF-F3821BB0AE5E}" dt="2023-08-24T13:56:13.787" v="1" actId="47"/>
        <pc:sldMkLst>
          <pc:docMk/>
          <pc:sldMk cId="3022556364" sldId="478"/>
        </pc:sldMkLst>
      </pc:sldChg>
      <pc:sldChg chg="del">
        <pc:chgData name="James Pengelly" userId="d269fecd-a8a2-4e5a-93ae-88bdaab21f51" providerId="ADAL" clId="{63770638-1902-49A3-BBFF-F3821BB0AE5E}" dt="2023-08-24T13:56:13.787" v="1" actId="47"/>
        <pc:sldMkLst>
          <pc:docMk/>
          <pc:sldMk cId="3131689005" sldId="523"/>
        </pc:sldMkLst>
      </pc:sldChg>
      <pc:sldChg chg="del">
        <pc:chgData name="James Pengelly" userId="d269fecd-a8a2-4e5a-93ae-88bdaab21f51" providerId="ADAL" clId="{63770638-1902-49A3-BBFF-F3821BB0AE5E}" dt="2023-08-24T13:56:13.787" v="1" actId="47"/>
        <pc:sldMkLst>
          <pc:docMk/>
          <pc:sldMk cId="2811473902" sldId="564"/>
        </pc:sldMkLst>
      </pc:sldChg>
      <pc:sldChg chg="del">
        <pc:chgData name="James Pengelly" userId="d269fecd-a8a2-4e5a-93ae-88bdaab21f51" providerId="ADAL" clId="{63770638-1902-49A3-BBFF-F3821BB0AE5E}" dt="2023-08-24T13:56:13.787" v="1" actId="47"/>
        <pc:sldMkLst>
          <pc:docMk/>
          <pc:sldMk cId="396875299" sldId="620"/>
        </pc:sldMkLst>
      </pc:sldChg>
      <pc:sldChg chg="del">
        <pc:chgData name="James Pengelly" userId="d269fecd-a8a2-4e5a-93ae-88bdaab21f51" providerId="ADAL" clId="{63770638-1902-49A3-BBFF-F3821BB0AE5E}" dt="2023-08-24T13:56:13.787" v="1" actId="47"/>
        <pc:sldMkLst>
          <pc:docMk/>
          <pc:sldMk cId="3049657586" sldId="915"/>
        </pc:sldMkLst>
      </pc:sldChg>
      <pc:sldChg chg="del">
        <pc:chgData name="James Pengelly" userId="d269fecd-a8a2-4e5a-93ae-88bdaab21f51" providerId="ADAL" clId="{63770638-1902-49A3-BBFF-F3821BB0AE5E}" dt="2023-08-24T13:56:13.787" v="1" actId="47"/>
        <pc:sldMkLst>
          <pc:docMk/>
          <pc:sldMk cId="1551599212" sldId="916"/>
        </pc:sldMkLst>
      </pc:sldChg>
      <pc:sldChg chg="del">
        <pc:chgData name="James Pengelly" userId="d269fecd-a8a2-4e5a-93ae-88bdaab21f51" providerId="ADAL" clId="{63770638-1902-49A3-BBFF-F3821BB0AE5E}" dt="2023-08-24T13:56:13.787" v="1" actId="47"/>
        <pc:sldMkLst>
          <pc:docMk/>
          <pc:sldMk cId="2931648276" sldId="917"/>
        </pc:sldMkLst>
      </pc:sldChg>
      <pc:sldChg chg="del">
        <pc:chgData name="James Pengelly" userId="d269fecd-a8a2-4e5a-93ae-88bdaab21f51" providerId="ADAL" clId="{63770638-1902-49A3-BBFF-F3821BB0AE5E}" dt="2023-08-24T13:56:13.787" v="1" actId="47"/>
        <pc:sldMkLst>
          <pc:docMk/>
          <pc:sldMk cId="3463918722" sldId="918"/>
        </pc:sldMkLst>
      </pc:sldChg>
      <pc:sldChg chg="del">
        <pc:chgData name="James Pengelly" userId="d269fecd-a8a2-4e5a-93ae-88bdaab21f51" providerId="ADAL" clId="{63770638-1902-49A3-BBFF-F3821BB0AE5E}" dt="2023-08-24T13:56:13.787" v="1" actId="47"/>
        <pc:sldMkLst>
          <pc:docMk/>
          <pc:sldMk cId="1855871270" sldId="919"/>
        </pc:sldMkLst>
      </pc:sldChg>
      <pc:sldChg chg="del">
        <pc:chgData name="James Pengelly" userId="d269fecd-a8a2-4e5a-93ae-88bdaab21f51" providerId="ADAL" clId="{63770638-1902-49A3-BBFF-F3821BB0AE5E}" dt="2023-08-24T13:56:13.787" v="1" actId="47"/>
        <pc:sldMkLst>
          <pc:docMk/>
          <pc:sldMk cId="564391330" sldId="920"/>
        </pc:sldMkLst>
      </pc:sldChg>
      <pc:sldChg chg="del">
        <pc:chgData name="James Pengelly" userId="d269fecd-a8a2-4e5a-93ae-88bdaab21f51" providerId="ADAL" clId="{63770638-1902-49A3-BBFF-F3821BB0AE5E}" dt="2023-08-24T13:56:13.787" v="1" actId="47"/>
        <pc:sldMkLst>
          <pc:docMk/>
          <pc:sldMk cId="2984159356" sldId="921"/>
        </pc:sldMkLst>
      </pc:sldChg>
      <pc:sldChg chg="del">
        <pc:chgData name="James Pengelly" userId="d269fecd-a8a2-4e5a-93ae-88bdaab21f51" providerId="ADAL" clId="{63770638-1902-49A3-BBFF-F3821BB0AE5E}" dt="2023-08-24T13:56:13.787" v="1" actId="47"/>
        <pc:sldMkLst>
          <pc:docMk/>
          <pc:sldMk cId="3406951735" sldId="922"/>
        </pc:sldMkLst>
      </pc:sldChg>
      <pc:sldChg chg="del">
        <pc:chgData name="James Pengelly" userId="d269fecd-a8a2-4e5a-93ae-88bdaab21f51" providerId="ADAL" clId="{63770638-1902-49A3-BBFF-F3821BB0AE5E}" dt="2023-08-24T13:56:13.787" v="1" actId="47"/>
        <pc:sldMkLst>
          <pc:docMk/>
          <pc:sldMk cId="2607486583" sldId="923"/>
        </pc:sldMkLst>
      </pc:sldChg>
      <pc:sldChg chg="del">
        <pc:chgData name="James Pengelly" userId="d269fecd-a8a2-4e5a-93ae-88bdaab21f51" providerId="ADAL" clId="{63770638-1902-49A3-BBFF-F3821BB0AE5E}" dt="2023-08-24T13:56:13.787" v="1" actId="47"/>
        <pc:sldMkLst>
          <pc:docMk/>
          <pc:sldMk cId="4092808222" sldId="924"/>
        </pc:sldMkLst>
      </pc:sldChg>
      <pc:sldChg chg="del">
        <pc:chgData name="James Pengelly" userId="d269fecd-a8a2-4e5a-93ae-88bdaab21f51" providerId="ADAL" clId="{63770638-1902-49A3-BBFF-F3821BB0AE5E}" dt="2023-08-24T13:56:13.787" v="1" actId="47"/>
        <pc:sldMkLst>
          <pc:docMk/>
          <pc:sldMk cId="2193365181" sldId="925"/>
        </pc:sldMkLst>
      </pc:sldChg>
      <pc:sldChg chg="del">
        <pc:chgData name="James Pengelly" userId="d269fecd-a8a2-4e5a-93ae-88bdaab21f51" providerId="ADAL" clId="{63770638-1902-49A3-BBFF-F3821BB0AE5E}" dt="2023-08-24T13:56:13.787" v="1" actId="47"/>
        <pc:sldMkLst>
          <pc:docMk/>
          <pc:sldMk cId="4138720517" sldId="926"/>
        </pc:sldMkLst>
      </pc:sldChg>
      <pc:sldChg chg="del">
        <pc:chgData name="James Pengelly" userId="d269fecd-a8a2-4e5a-93ae-88bdaab21f51" providerId="ADAL" clId="{63770638-1902-49A3-BBFF-F3821BB0AE5E}" dt="2023-08-24T13:56:13.787" v="1" actId="47"/>
        <pc:sldMkLst>
          <pc:docMk/>
          <pc:sldMk cId="858939526" sldId="927"/>
        </pc:sldMkLst>
      </pc:sldChg>
      <pc:sldChg chg="del">
        <pc:chgData name="James Pengelly" userId="d269fecd-a8a2-4e5a-93ae-88bdaab21f51" providerId="ADAL" clId="{63770638-1902-49A3-BBFF-F3821BB0AE5E}" dt="2023-08-24T13:56:13.787" v="1" actId="47"/>
        <pc:sldMkLst>
          <pc:docMk/>
          <pc:sldMk cId="566436964" sldId="928"/>
        </pc:sldMkLst>
      </pc:sldChg>
      <pc:sldChg chg="del">
        <pc:chgData name="James Pengelly" userId="d269fecd-a8a2-4e5a-93ae-88bdaab21f51" providerId="ADAL" clId="{63770638-1902-49A3-BBFF-F3821BB0AE5E}" dt="2023-08-24T13:56:13.787" v="1" actId="47"/>
        <pc:sldMkLst>
          <pc:docMk/>
          <pc:sldMk cId="2713682525" sldId="929"/>
        </pc:sldMkLst>
      </pc:sldChg>
      <pc:sldChg chg="del">
        <pc:chgData name="James Pengelly" userId="d269fecd-a8a2-4e5a-93ae-88bdaab21f51" providerId="ADAL" clId="{63770638-1902-49A3-BBFF-F3821BB0AE5E}" dt="2023-08-24T13:56:13.787" v="1" actId="47"/>
        <pc:sldMkLst>
          <pc:docMk/>
          <pc:sldMk cId="885992107" sldId="930"/>
        </pc:sldMkLst>
      </pc:sldChg>
      <pc:sldChg chg="del">
        <pc:chgData name="James Pengelly" userId="d269fecd-a8a2-4e5a-93ae-88bdaab21f51" providerId="ADAL" clId="{63770638-1902-49A3-BBFF-F3821BB0AE5E}" dt="2023-08-24T13:56:00.729" v="0" actId="47"/>
        <pc:sldMkLst>
          <pc:docMk/>
          <pc:sldMk cId="997338478" sldId="931"/>
        </pc:sldMkLst>
      </pc:sldChg>
      <pc:sldChg chg="del">
        <pc:chgData name="James Pengelly" userId="d269fecd-a8a2-4e5a-93ae-88bdaab21f51" providerId="ADAL" clId="{63770638-1902-49A3-BBFF-F3821BB0AE5E}" dt="2023-08-24T13:56:00.729" v="0" actId="47"/>
        <pc:sldMkLst>
          <pc:docMk/>
          <pc:sldMk cId="2104262924" sldId="932"/>
        </pc:sldMkLst>
      </pc:sldChg>
      <pc:sldChg chg="del">
        <pc:chgData name="James Pengelly" userId="d269fecd-a8a2-4e5a-93ae-88bdaab21f51" providerId="ADAL" clId="{63770638-1902-49A3-BBFF-F3821BB0AE5E}" dt="2023-08-24T13:56:00.729" v="0" actId="47"/>
        <pc:sldMkLst>
          <pc:docMk/>
          <pc:sldMk cId="494846069" sldId="933"/>
        </pc:sldMkLst>
      </pc:sldChg>
      <pc:sldChg chg="modNotesTx">
        <pc:chgData name="James Pengelly" userId="d269fecd-a8a2-4e5a-93ae-88bdaab21f51" providerId="ADAL" clId="{63770638-1902-49A3-BBFF-F3821BB0AE5E}" dt="2023-09-06T15:26:01.097" v="763"/>
        <pc:sldMkLst>
          <pc:docMk/>
          <pc:sldMk cId="3261149061" sldId="934"/>
        </pc:sldMkLst>
      </pc:sldChg>
      <pc:sldChg chg="del">
        <pc:chgData name="James Pengelly" userId="d269fecd-a8a2-4e5a-93ae-88bdaab21f51" providerId="ADAL" clId="{63770638-1902-49A3-BBFF-F3821BB0AE5E}" dt="2023-08-24T13:56:13.787" v="1" actId="47"/>
        <pc:sldMkLst>
          <pc:docMk/>
          <pc:sldMk cId="500033866" sldId="935"/>
        </pc:sldMkLst>
      </pc:sldChg>
      <pc:sldChg chg="modSp new mod">
        <pc:chgData name="James Pengelly" userId="d269fecd-a8a2-4e5a-93ae-88bdaab21f51" providerId="ADAL" clId="{63770638-1902-49A3-BBFF-F3821BB0AE5E}" dt="2023-09-06T11:01:47.644" v="16" actId="20577"/>
        <pc:sldMkLst>
          <pc:docMk/>
          <pc:sldMk cId="2175765792" sldId="935"/>
        </pc:sldMkLst>
        <pc:spChg chg="mod">
          <ac:chgData name="James Pengelly" userId="d269fecd-a8a2-4e5a-93ae-88bdaab21f51" providerId="ADAL" clId="{63770638-1902-49A3-BBFF-F3821BB0AE5E}" dt="2023-09-06T11:01:41.706" v="12" actId="20577"/>
          <ac:spMkLst>
            <pc:docMk/>
            <pc:sldMk cId="2175765792" sldId="935"/>
            <ac:spMk id="2" creationId="{C963F3AD-D4A2-CD6D-CFE9-F168586EB98A}"/>
          </ac:spMkLst>
        </pc:spChg>
        <pc:spChg chg="mod">
          <ac:chgData name="James Pengelly" userId="d269fecd-a8a2-4e5a-93ae-88bdaab21f51" providerId="ADAL" clId="{63770638-1902-49A3-BBFF-F3821BB0AE5E}" dt="2023-09-06T11:01:47.644" v="16" actId="20577"/>
          <ac:spMkLst>
            <pc:docMk/>
            <pc:sldMk cId="2175765792" sldId="935"/>
            <ac:spMk id="3" creationId="{290448F9-9919-1F5C-0244-3255B4FC4574}"/>
          </ac:spMkLst>
        </pc:spChg>
      </pc:sldChg>
      <pc:sldChg chg="modSp new mod">
        <pc:chgData name="James Pengelly" userId="d269fecd-a8a2-4e5a-93ae-88bdaab21f51" providerId="ADAL" clId="{63770638-1902-49A3-BBFF-F3821BB0AE5E}" dt="2023-09-06T12:34:38.394" v="279" actId="20577"/>
        <pc:sldMkLst>
          <pc:docMk/>
          <pc:sldMk cId="200215051" sldId="936"/>
        </pc:sldMkLst>
        <pc:spChg chg="mod">
          <ac:chgData name="James Pengelly" userId="d269fecd-a8a2-4e5a-93ae-88bdaab21f51" providerId="ADAL" clId="{63770638-1902-49A3-BBFF-F3821BB0AE5E}" dt="2023-09-06T12:34:38.394" v="279" actId="20577"/>
          <ac:spMkLst>
            <pc:docMk/>
            <pc:sldMk cId="200215051" sldId="936"/>
            <ac:spMk id="2" creationId="{BC3567FE-D12F-22F5-52E2-FA76FBC9F265}"/>
          </ac:spMkLst>
        </pc:spChg>
        <pc:spChg chg="mod">
          <ac:chgData name="James Pengelly" userId="d269fecd-a8a2-4e5a-93ae-88bdaab21f51" providerId="ADAL" clId="{63770638-1902-49A3-BBFF-F3821BB0AE5E}" dt="2023-09-06T11:26:35.404" v="55" actId="20577"/>
          <ac:spMkLst>
            <pc:docMk/>
            <pc:sldMk cId="200215051" sldId="936"/>
            <ac:spMk id="3" creationId="{8BD9C9F2-8D2A-813B-6A4C-BDD20FED4569}"/>
          </ac:spMkLst>
        </pc:spChg>
      </pc:sldChg>
      <pc:sldChg chg="del">
        <pc:chgData name="James Pengelly" userId="d269fecd-a8a2-4e5a-93ae-88bdaab21f51" providerId="ADAL" clId="{63770638-1902-49A3-BBFF-F3821BB0AE5E}" dt="2023-08-24T13:56:13.787" v="1" actId="47"/>
        <pc:sldMkLst>
          <pc:docMk/>
          <pc:sldMk cId="2656603284" sldId="936"/>
        </pc:sldMkLst>
      </pc:sldChg>
      <pc:sldChg chg="modSp new mod">
        <pc:chgData name="James Pengelly" userId="d269fecd-a8a2-4e5a-93ae-88bdaab21f51" providerId="ADAL" clId="{63770638-1902-49A3-BBFF-F3821BB0AE5E}" dt="2023-09-06T12:37:51.924" v="598" actId="27636"/>
        <pc:sldMkLst>
          <pc:docMk/>
          <pc:sldMk cId="352947007" sldId="937"/>
        </pc:sldMkLst>
        <pc:spChg chg="mod">
          <ac:chgData name="James Pengelly" userId="d269fecd-a8a2-4e5a-93ae-88bdaab21f51" providerId="ADAL" clId="{63770638-1902-49A3-BBFF-F3821BB0AE5E}" dt="2023-09-06T12:37:51.924" v="598" actId="27636"/>
          <ac:spMkLst>
            <pc:docMk/>
            <pc:sldMk cId="352947007" sldId="937"/>
            <ac:spMk id="2" creationId="{24961ACC-2369-A3C3-4649-BEB854907A29}"/>
          </ac:spMkLst>
        </pc:spChg>
        <pc:spChg chg="mod">
          <ac:chgData name="James Pengelly" userId="d269fecd-a8a2-4e5a-93ae-88bdaab21f51" providerId="ADAL" clId="{63770638-1902-49A3-BBFF-F3821BB0AE5E}" dt="2023-09-06T11:26:45.636" v="75" actId="20577"/>
          <ac:spMkLst>
            <pc:docMk/>
            <pc:sldMk cId="352947007" sldId="937"/>
            <ac:spMk id="3" creationId="{2826D57A-AC34-F51C-21A5-F49B166B4655}"/>
          </ac:spMkLst>
        </pc:spChg>
      </pc:sldChg>
      <pc:sldChg chg="del">
        <pc:chgData name="James Pengelly" userId="d269fecd-a8a2-4e5a-93ae-88bdaab21f51" providerId="ADAL" clId="{63770638-1902-49A3-BBFF-F3821BB0AE5E}" dt="2023-08-24T13:56:13.787" v="1" actId="47"/>
        <pc:sldMkLst>
          <pc:docMk/>
          <pc:sldMk cId="1298247145" sldId="937"/>
        </pc:sldMkLst>
      </pc:sldChg>
      <pc:sldChg chg="modSp new mod">
        <pc:chgData name="James Pengelly" userId="d269fecd-a8a2-4e5a-93ae-88bdaab21f51" providerId="ADAL" clId="{63770638-1902-49A3-BBFF-F3821BB0AE5E}" dt="2023-09-06T12:39:44.617" v="723" actId="20577"/>
        <pc:sldMkLst>
          <pc:docMk/>
          <pc:sldMk cId="123347900" sldId="938"/>
        </pc:sldMkLst>
        <pc:spChg chg="mod">
          <ac:chgData name="James Pengelly" userId="d269fecd-a8a2-4e5a-93ae-88bdaab21f51" providerId="ADAL" clId="{63770638-1902-49A3-BBFF-F3821BB0AE5E}" dt="2023-09-06T12:39:44.617" v="723" actId="20577"/>
          <ac:spMkLst>
            <pc:docMk/>
            <pc:sldMk cId="123347900" sldId="938"/>
            <ac:spMk id="2" creationId="{2CE1F244-AD46-5E1F-A302-CE2247BCEF5C}"/>
          </ac:spMkLst>
        </pc:spChg>
        <pc:spChg chg="mod">
          <ac:chgData name="James Pengelly" userId="d269fecd-a8a2-4e5a-93ae-88bdaab21f51" providerId="ADAL" clId="{63770638-1902-49A3-BBFF-F3821BB0AE5E}" dt="2023-09-06T11:26:56.285" v="99" actId="20577"/>
          <ac:spMkLst>
            <pc:docMk/>
            <pc:sldMk cId="123347900" sldId="938"/>
            <ac:spMk id="3" creationId="{57DBB647-765F-71BF-3403-AA720A433785}"/>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first three lessons have presented a general overview of concepts and threats. The next few lessons will switch focus to security architecture and operations.</a:t>
            </a:r>
          </a:p>
          <a:p>
            <a:endParaRPr lang="en-US" dirty="0"/>
          </a:p>
          <a:p>
            <a:r>
              <a:rPr lang="en-US" dirty="0"/>
              <a:t>This lesson covers identity and access management (IAM). While this appears in the Security Operations domain in the exam objectives, we're covering it earlier in the course as the access control and authentication concepts underpin many other secure architecture design and security operations.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45501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focuses on the implementation of password, multifactor, and passwordless authentication solutions.</a:t>
            </a:r>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776792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Discuss problems with password-only systems before moving on to stronger authentication mechanisms.</a:t>
            </a:r>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1915393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Students should appreciate that the exam objectives regard complexity and aging as appropriate policies, but make them aware of the updated NIST guidance.</a:t>
            </a:r>
          </a:p>
          <a:p>
            <a:endParaRPr lang="en-US" dirty="0"/>
          </a:p>
          <a:p>
            <a:r>
              <a:rPr lang="en-US" dirty="0"/>
              <a:t>Get students to research password breaches. Explain that these breaches have given threat actors a huge database of hashes and/or plaintext passwords plus emails or usernames to exploit in password spraying attacks.</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2632108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Explain that password managers facilitate the use of longer and more random passphrases than a user could remember. The apps do have vulnerabilities though.</a:t>
            </a:r>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953812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Explain how other factors can be used with a username/password to implement MFA.</a:t>
            </a:r>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2947796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latest exam objectives don't have the same level of detailed subobjectives for authentication factors. However, the metrics are listed in the acronyms list so we have included them here.</a:t>
            </a:r>
          </a:p>
          <a:p>
            <a:endParaRPr lang="en-US" dirty="0"/>
          </a:p>
          <a:p>
            <a:r>
              <a:rPr lang="en-US" dirty="0"/>
              <a:t>You might want to note the use of CAPTCHA here too. This isn't a content example, but it is in the acronyms list and included as a glossary term. CAPTCHA is designed to ensure that a human user is making the request or submitting a password, rather than a bot or script.</a:t>
            </a:r>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3574909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Hopefully students have a good grasp of cryptography from the previous lesson. You might want to remind them of why the properties of a key pair make it suitable for signing operations.</a:t>
            </a:r>
          </a:p>
          <a:p>
            <a:endParaRPr lang="en-US" dirty="0"/>
          </a:p>
          <a:p>
            <a:r>
              <a:rPr lang="en-US" dirty="0"/>
              <a:t>Multifactor authentication is a strong solution but can also be an expensive one. Along with hardware and software costs, there may be additional support costs when authentication fails and a valid user cannot access the network.</a:t>
            </a:r>
          </a:p>
          <a:p>
            <a:endParaRPr lang="en-US" dirty="0"/>
          </a:p>
          <a:p>
            <a:r>
              <a:rPr lang="en-US" dirty="0"/>
              <a:t>FIDO/U2F is not a subobjective, but it is worth mentioning in terms of general awareness of token key methods and the journey toward passwordless/FIDO2/</a:t>
            </a:r>
            <a:r>
              <a:rPr lang="en-US" dirty="0" err="1"/>
              <a:t>WebAuthn</a:t>
            </a:r>
            <a:r>
              <a:rPr lang="en-US" dirty="0"/>
              <a:t>.</a:t>
            </a:r>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3541832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term "two-step verification" is not on the objectives document, but students should understand the difference between these mechanisms and hardware token keys.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16911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MFA retains use of a password along with a token and/or biometric authenticator as an additional factor. Passwordless depends on use of an authenticator only.</a:t>
            </a:r>
          </a:p>
          <a:p>
            <a:endParaRPr lang="en-US" dirty="0"/>
          </a:p>
          <a:p>
            <a:r>
              <a:rPr lang="en-US" dirty="0"/>
              <a:t>As it's not on the exam objectives, we haven't mentioned Client to Authenticator Protocol (CTAP) or CTAP2. You might want to point out that the framework needs a secure way for a web browser to exchange data with an authenticator.</a:t>
            </a:r>
          </a:p>
          <a:p>
            <a:endParaRPr lang="en-US" dirty="0"/>
          </a:p>
          <a:p>
            <a:r>
              <a:rPr lang="en-US" dirty="0"/>
              <a:t>Make sure students understand the difference between attestation and authentication. Attestation involves proving that the device platform has a secure root of trust and can report its properties truthfully.</a:t>
            </a:r>
          </a:p>
        </p:txBody>
      </p:sp>
      <p:sp>
        <p:nvSpPr>
          <p:cNvPr id="4" name="Slide Number Placeholder 3"/>
          <p:cNvSpPr>
            <a:spLocks noGrp="1"/>
          </p:cNvSpPr>
          <p:nvPr>
            <p:ph type="sldNum" sz="quarter" idx="5"/>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2821616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279819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looks at policies that ensure least privilege and govern the account provisioning process.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3904828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Real-world implementations of access control do not exactly conform to these models. Discuss some examples and ask students how they would categorize them. Emphasize the difference between discretionary and nondiscretionary/rule-based access control.</a:t>
            </a:r>
          </a:p>
          <a:p>
            <a:endParaRPr lang="en-US" dirty="0"/>
          </a:p>
          <a:p>
            <a:r>
              <a:rPr lang="en-US" dirty="0"/>
              <a:t>The key difference is where decision-making lies. With DAC, it lies with the resource owner. In MAC, it lies with the system owner (that is, the controls are enforced system wide and cannot be countermanded or excepted by users "within" the system).</a:t>
            </a:r>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3800977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understand that roles and groups are not identical. Groups can be used to map to roles, but there are also explicitly role-based permissions systems.</a:t>
            </a:r>
          </a:p>
          <a:p>
            <a:endParaRPr lang="en-US" dirty="0"/>
          </a:p>
          <a:p>
            <a:r>
              <a:rPr lang="en-US" dirty="0"/>
              <a:t>You can direct students to Azure and/or AWS overviews of their IAM role-based permissions systems for more detail.</a:t>
            </a:r>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16815171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Rule-based access control is also not necessarily dependent on the identity of the user (a firewall ACL, for instance). </a:t>
            </a:r>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1370258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Check that students are familiar with the concept of default administrator/root permissions. Allowing these "standing permissions" has been the cause of many security breaches.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732138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We will be returning to cover the topics of security governance, policies, and procedures later in the course.</a:t>
            </a:r>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480277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Explain that while all accounts can receive permission privileges, a privileged account is most easily associated with administrator-/root-/system owner-level permissions. Note, however, that any level of administrative permissions that could be used to affect the security model is a privileged account. </a:t>
            </a:r>
          </a:p>
          <a:p>
            <a:endParaRPr lang="en-US" dirty="0"/>
          </a:p>
          <a:p>
            <a:r>
              <a:rPr lang="en-US" dirty="0"/>
              <a:t>We'll discuss data privacy later, but you might also raise the notion that a privileged account could also be one with access to top secret or private data.</a:t>
            </a:r>
          </a:p>
          <a:p>
            <a:endParaRPr lang="en-US" dirty="0"/>
          </a:p>
          <a:p>
            <a:r>
              <a:rPr lang="en-US" dirty="0"/>
              <a:t>Make sure students also understand that services and applications can also have privileged access.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4056733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looks at how identities and authorizations can be managed using directories, SSO, and federation.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6381720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exam objectives do not mention local authentication specifically, although PAM is in the acronyms list and students will need to know what LSASS is. Check that students understand that a login can have the scope of a local machine's password database or use a network directory.</a:t>
            </a:r>
          </a:p>
        </p:txBody>
      </p:sp>
      <p:sp>
        <p:nvSpPr>
          <p:cNvPr id="4" name="Slide Number Placeholder 3"/>
          <p:cNvSpPr>
            <a:spLocks noGrp="1"/>
          </p:cNvSpPr>
          <p:nvPr>
            <p:ph type="sldNum" sz="quarter" idx="5"/>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37966583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Directory services are critical to the function of most enterprise networks. They are used over the Internet (IM user directories, for instance). The main concerns are with the confidentiality of the information (read access), the integrity of the information (write access), and the DoS (preventing network access by knocking out the directory server).</a:t>
            </a:r>
          </a:p>
        </p:txBody>
      </p:sp>
      <p:sp>
        <p:nvSpPr>
          <p:cNvPr id="4" name="Slide Number Placeholder 3"/>
          <p:cNvSpPr>
            <a:spLocks noGrp="1"/>
          </p:cNvSpPr>
          <p:nvPr>
            <p:ph type="sldNum" sz="quarter" idx="5"/>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456412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Kerberos is no longer explicitly included in the exam objectives, so you may prefer to skip it in class. It does illustrate how SSO works, however.</a:t>
            </a:r>
          </a:p>
          <a:p>
            <a:endParaRPr lang="en-US" dirty="0"/>
          </a:p>
          <a:p>
            <a:r>
              <a:rPr lang="en-US" dirty="0"/>
              <a:t>Kerberos can be difficult to follow, with multiple use of secret and session keys from different sources. If you don't go through all the steps, stress the main point that Kerberos provides single sign-on through the use of tickets or tokens.</a:t>
            </a:r>
          </a:p>
          <a:p>
            <a:endParaRPr lang="en-US" dirty="0"/>
          </a:p>
          <a:p>
            <a:r>
              <a:rPr lang="en-US" dirty="0"/>
              <a:t>The server can decrypt the request because it holds a copy of the user's password hash. This shows that the user has entered the correct password and that the system time is valid.</a:t>
            </a:r>
          </a:p>
        </p:txBody>
      </p:sp>
      <p:sp>
        <p:nvSpPr>
          <p:cNvPr id="4" name="Slide Number Placeholder 3"/>
          <p:cNvSpPr>
            <a:spLocks noGrp="1"/>
          </p:cNvSpPr>
          <p:nvPr>
            <p:ph type="sldNum" sz="quarter" idx="5"/>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1977478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client does not know the application server's password and vice versa. Only the KDC knows both passwords.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35747110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that students understand the concepts of federation and trusts and that SAML and OAuth are means of exchanging authorizations in a federated network.</a:t>
            </a:r>
          </a:p>
        </p:txBody>
      </p:sp>
      <p:sp>
        <p:nvSpPr>
          <p:cNvPr id="4" name="Slide Number Placeholder 3"/>
          <p:cNvSpPr>
            <a:spLocks noGrp="1"/>
          </p:cNvSpPr>
          <p:nvPr>
            <p:ph type="sldNum" sz="quarter" idx="5"/>
          </p:nvPr>
        </p:nvSpPr>
        <p:spPr/>
        <p:txBody>
          <a:bodyPr/>
          <a:lstStyle/>
          <a:p>
            <a:fld id="{B7CF8A19-3A9E-4ABC-B336-2FDDE321C72D}" type="slidenum">
              <a:rPr lang="en-US" smtClean="0"/>
              <a:pPr/>
              <a:t>30</a:t>
            </a:fld>
            <a:endParaRPr lang="en-US"/>
          </a:p>
        </p:txBody>
      </p:sp>
    </p:spTree>
    <p:extLst>
      <p:ext uri="{BB962C8B-B14F-4D97-AF65-F5344CB8AC3E}">
        <p14:creationId xmlns:p14="http://schemas.microsoft.com/office/powerpoint/2010/main" val="6976102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While SAML is complex, make sure students understand that it allows services to be separated from identity providers and not have to authenticate users directly. The service provider does not authenticate the user; it obtains an assertion from the identity provider that it has authenticated the user.</a:t>
            </a:r>
          </a:p>
          <a:p>
            <a:endParaRPr lang="en-US" dirty="0"/>
          </a:p>
          <a:p>
            <a:r>
              <a:rPr lang="en-US" dirty="0"/>
              <a:t>Students should also be able to recognize the general format of SAML claims.</a:t>
            </a:r>
          </a:p>
        </p:txBody>
      </p:sp>
      <p:sp>
        <p:nvSpPr>
          <p:cNvPr id="4" name="Slide Number Placeholder 3"/>
          <p:cNvSpPr>
            <a:spLocks noGrp="1"/>
          </p:cNvSpPr>
          <p:nvPr>
            <p:ph type="sldNum" sz="quarter" idx="5"/>
          </p:nvPr>
        </p:nvSpPr>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31065500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Stress that an OAuth client is not the user. It is a website or mobile app interacting with an OAuth IdP or resource server.</a:t>
            </a:r>
          </a:p>
        </p:txBody>
      </p:sp>
      <p:sp>
        <p:nvSpPr>
          <p:cNvPr id="4" name="Slide Number Placeholder 3"/>
          <p:cNvSpPr>
            <a:spLocks noGrp="1"/>
          </p:cNvSpPr>
          <p:nvPr>
            <p:ph type="sldNum" sz="quarter" idx="5"/>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13389540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Check that students are confident about the content that has been covered. If there is time, revisit any content examples that they have questions about. If you have used all the available time for this lesson block, note the issues and schedule time for a review later in the course.</a:t>
            </a:r>
          </a:p>
          <a:p>
            <a:endParaRPr lang="en-US" dirty="0"/>
          </a:p>
          <a:p>
            <a:r>
              <a:rPr lang="en-US" dirty="0"/>
              <a:t>Optionally, discuss with students what authentication technologies are used in their workplaces. Do students have any experience with advantages or disadvantages of smart cards or biometric technologies? </a:t>
            </a:r>
            <a:r>
              <a:rPr lang="en-US"/>
              <a:t>Is there single sign-on across local networks and cloud services, and if so, how is this implemented?</a:t>
            </a:r>
          </a:p>
        </p:txBody>
      </p:sp>
      <p:sp>
        <p:nvSpPr>
          <p:cNvPr id="4" name="Slide Number Placeholder 3"/>
          <p:cNvSpPr>
            <a:spLocks noGrp="1"/>
          </p:cNvSpPr>
          <p:nvPr>
            <p:ph type="sldNum" sz="quarter" idx="5"/>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1432026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48D4A-C563-4C62-04B4-25887FB617FE}"/>
              </a:ext>
            </a:extLst>
          </p:cNvPr>
          <p:cNvSpPr>
            <a:spLocks noGrp="1"/>
          </p:cNvSpPr>
          <p:nvPr>
            <p:ph type="ctrTitle"/>
          </p:nvPr>
        </p:nvSpPr>
        <p:spPr/>
        <p:txBody>
          <a:bodyPr/>
          <a:lstStyle/>
          <a:p>
            <a:r>
              <a:rPr lang="en-US" noProof="0" dirty="0"/>
              <a:t>Implement Identity and Access Management</a:t>
            </a:r>
          </a:p>
        </p:txBody>
      </p:sp>
      <p:sp>
        <p:nvSpPr>
          <p:cNvPr id="3" name="Subtitle 2">
            <a:extLst>
              <a:ext uri="{FF2B5EF4-FFF2-40B4-BE49-F238E27FC236}">
                <a16:creationId xmlns:a16="http://schemas.microsoft.com/office/drawing/2014/main" id="{485B30ED-4978-4AEA-8A5E-85ADA7AB4F63}"/>
              </a:ext>
            </a:extLst>
          </p:cNvPr>
          <p:cNvSpPr>
            <a:spLocks noGrp="1"/>
          </p:cNvSpPr>
          <p:nvPr>
            <p:ph type="subTitle" idx="1"/>
          </p:nvPr>
        </p:nvSpPr>
        <p:spPr/>
        <p:txBody>
          <a:bodyPr/>
          <a:lstStyle/>
          <a:p>
            <a:r>
              <a:rPr lang="en-US" noProof="0" dirty="0"/>
              <a:t>Lesson 4</a:t>
            </a:r>
          </a:p>
        </p:txBody>
      </p:sp>
      <p:sp>
        <p:nvSpPr>
          <p:cNvPr id="4" name="Text Placeholder 3">
            <a:extLst>
              <a:ext uri="{FF2B5EF4-FFF2-40B4-BE49-F238E27FC236}">
                <a16:creationId xmlns:a16="http://schemas.microsoft.com/office/drawing/2014/main" id="{4BE2DBB1-2406-85BA-9E08-7C92EF09A37C}"/>
              </a:ext>
            </a:extLst>
          </p:cNvPr>
          <p:cNvSpPr>
            <a:spLocks noGrp="1"/>
          </p:cNvSpPr>
          <p:nvPr>
            <p:ph type="body" sz="quarter" idx="12"/>
          </p:nvPr>
        </p:nvSpPr>
        <p:spPr/>
        <p:txBody>
          <a:bodyPr/>
          <a:lstStyle/>
          <a:p>
            <a:r>
              <a:rPr lang="en-US" noProof="0" dirty="0"/>
              <a:t>CompTIA Security+ Exam SY0-701</a:t>
            </a:r>
          </a:p>
        </p:txBody>
      </p:sp>
      <p:sp>
        <p:nvSpPr>
          <p:cNvPr id="5" name="Slide Number Placeholder 4">
            <a:extLst>
              <a:ext uri="{FF2B5EF4-FFF2-40B4-BE49-F238E27FC236}">
                <a16:creationId xmlns:a16="http://schemas.microsoft.com/office/drawing/2014/main" id="{C2F355C0-D03F-CFA2-1F25-B89F4235B783}"/>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1040517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3F3AD-D4A2-CD6D-CFE9-F168586EB98A}"/>
              </a:ext>
            </a:extLst>
          </p:cNvPr>
          <p:cNvSpPr>
            <a:spLocks noGrp="1"/>
          </p:cNvSpPr>
          <p:nvPr>
            <p:ph type="title"/>
          </p:nvPr>
        </p:nvSpPr>
        <p:spPr/>
        <p:txBody>
          <a:bodyPr/>
          <a:lstStyle/>
          <a:p>
            <a:r>
              <a:rPr lang="en-GB" dirty="0"/>
              <a:t>Objectives</a:t>
            </a:r>
            <a:endParaRPr lang="en-US" dirty="0"/>
          </a:p>
        </p:txBody>
      </p:sp>
      <p:sp>
        <p:nvSpPr>
          <p:cNvPr id="3" name="Content Placeholder 2">
            <a:extLst>
              <a:ext uri="{FF2B5EF4-FFF2-40B4-BE49-F238E27FC236}">
                <a16:creationId xmlns:a16="http://schemas.microsoft.com/office/drawing/2014/main" id="{290448F9-9919-1F5C-0244-3255B4FC4574}"/>
              </a:ext>
            </a:extLst>
          </p:cNvPr>
          <p:cNvSpPr>
            <a:spLocks noGrp="1"/>
          </p:cNvSpPr>
          <p:nvPr>
            <p:ph idx="1"/>
          </p:nvPr>
        </p:nvSpPr>
        <p:spPr/>
        <p:txBody>
          <a:bodyPr/>
          <a:lstStyle/>
          <a:p>
            <a:r>
              <a:rPr lang="en-US" dirty="0"/>
              <a:t>Implement password-based and </a:t>
            </a:r>
            <a:r>
              <a:rPr lang="en-US"/>
              <a:t>multifactor authentication</a:t>
            </a:r>
            <a:endParaRPr lang="en-US" dirty="0"/>
          </a:p>
          <a:p>
            <a:r>
              <a:rPr lang="en-US" dirty="0"/>
              <a:t>Implement account policies and </a:t>
            </a:r>
            <a:r>
              <a:rPr lang="en-US"/>
              <a:t>authorization solutions</a:t>
            </a:r>
            <a:endParaRPr lang="en-US" dirty="0"/>
          </a:p>
          <a:p>
            <a:r>
              <a:rPr lang="en-US" dirty="0"/>
              <a:t>Implement single sign-on and federated identity solutions</a:t>
            </a:r>
          </a:p>
        </p:txBody>
      </p:sp>
      <p:sp>
        <p:nvSpPr>
          <p:cNvPr id="4" name="Slide Number Placeholder 3">
            <a:extLst>
              <a:ext uri="{FF2B5EF4-FFF2-40B4-BE49-F238E27FC236}">
                <a16:creationId xmlns:a16="http://schemas.microsoft.com/office/drawing/2014/main" id="{651810AA-9D30-3DAC-6C2A-334D30F6B5B9}"/>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75765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Authentication</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4A</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4</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1017836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3E3F9-9A96-32AF-FC1F-378FA9753928}"/>
              </a:ext>
            </a:extLst>
          </p:cNvPr>
          <p:cNvSpPr>
            <a:spLocks noGrp="1"/>
          </p:cNvSpPr>
          <p:nvPr>
            <p:ph type="title"/>
          </p:nvPr>
        </p:nvSpPr>
        <p:spPr/>
        <p:txBody>
          <a:bodyPr/>
          <a:lstStyle/>
          <a:p>
            <a:r>
              <a:rPr lang="en-US" noProof="0" dirty="0"/>
              <a:t>Authentication Design​</a:t>
            </a:r>
          </a:p>
        </p:txBody>
      </p:sp>
      <p:sp>
        <p:nvSpPr>
          <p:cNvPr id="3" name="Content Placeholder 2">
            <a:extLst>
              <a:ext uri="{FF2B5EF4-FFF2-40B4-BE49-F238E27FC236}">
                <a16:creationId xmlns:a16="http://schemas.microsoft.com/office/drawing/2014/main" id="{A019E012-667C-DFFB-EC8D-09FB44EDF6A3}"/>
              </a:ext>
            </a:extLst>
          </p:cNvPr>
          <p:cNvSpPr>
            <a:spLocks noGrp="1"/>
          </p:cNvSpPr>
          <p:nvPr>
            <p:ph idx="1"/>
          </p:nvPr>
        </p:nvSpPr>
        <p:spPr/>
        <p:txBody>
          <a:bodyPr>
            <a:normAutofit fontScale="77500" lnSpcReduction="20000"/>
          </a:bodyPr>
          <a:lstStyle/>
          <a:p>
            <a:r>
              <a:rPr lang="en-US" noProof="0" dirty="0"/>
              <a:t>Meet requirements for confidentiality, integrity, and availability​</a:t>
            </a:r>
          </a:p>
          <a:p>
            <a:pPr lvl="1"/>
            <a:r>
              <a:rPr lang="en-US" noProof="0" dirty="0"/>
              <a:t>Keeps credentials secure​ (confidentiality</a:t>
            </a:r>
          </a:p>
          <a:p>
            <a:pPr lvl="1"/>
            <a:r>
              <a:rPr lang="en-US" noProof="0" dirty="0"/>
              <a:t>Threat actors cannot bypass or subvert the authentication mechanism​ (integrity​)</a:t>
            </a:r>
          </a:p>
          <a:p>
            <a:pPr lvl="1"/>
            <a:r>
              <a:rPr lang="en-US" noProof="0" dirty="0"/>
              <a:t>Mechanism does not cause undue delay or support issues​ (availability​)</a:t>
            </a:r>
          </a:p>
          <a:p>
            <a:r>
              <a:rPr lang="en-US" noProof="0" dirty="0"/>
              <a:t>Something you know​: knowledge factor​</a:t>
            </a:r>
          </a:p>
          <a:p>
            <a:pPr lvl="1"/>
            <a:r>
              <a:rPr lang="en-US" noProof="0" dirty="0"/>
              <a:t>Password​</a:t>
            </a:r>
          </a:p>
          <a:p>
            <a:pPr lvl="1"/>
            <a:r>
              <a:rPr lang="en-US" noProof="0" dirty="0"/>
              <a:t>Personal identification number (PIN)​</a:t>
            </a:r>
          </a:p>
        </p:txBody>
      </p:sp>
      <p:pic>
        <p:nvPicPr>
          <p:cNvPr id="1026" name="Picture 2">
            <a:extLst>
              <a:ext uri="{FF2B5EF4-FFF2-40B4-BE49-F238E27FC236}">
                <a16:creationId xmlns:a16="http://schemas.microsoft.com/office/drawing/2014/main" id="{F4E73241-2878-E68A-4B7C-2D64E1AF7327}"/>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a:xfrm>
            <a:off x="4637088" y="1130529"/>
            <a:ext cx="4379912" cy="3277730"/>
          </a:xfrm>
        </p:spPr>
      </p:pic>
      <p:sp>
        <p:nvSpPr>
          <p:cNvPr id="5" name="Slide Number Placeholder 4">
            <a:extLst>
              <a:ext uri="{FF2B5EF4-FFF2-40B4-BE49-F238E27FC236}">
                <a16:creationId xmlns:a16="http://schemas.microsoft.com/office/drawing/2014/main" id="{B11DA15D-C3B7-A09A-4882-A270745B1DFC}"/>
              </a:ext>
            </a:extLst>
          </p:cNvPr>
          <p:cNvSpPr>
            <a:spLocks noGrp="1"/>
          </p:cNvSpPr>
          <p:nvPr>
            <p:ph type="sldNum" sz="quarter" idx="13"/>
          </p:nvPr>
        </p:nvSpPr>
        <p:spPr/>
        <p:txBody>
          <a:bodyPr/>
          <a:lstStyle/>
          <a:p>
            <a:fld id="{B7CF8A19-3A9E-4ABC-B336-2FDDE321C72D}" type="slidenum">
              <a:rPr lang="en-US" smtClean="0"/>
              <a:pPr/>
              <a:t>4</a:t>
            </a:fld>
            <a:endParaRPr lang="en-US"/>
          </a:p>
        </p:txBody>
      </p:sp>
      <p:sp>
        <p:nvSpPr>
          <p:cNvPr id="6" name="TextBox 1">
            <a:extLst>
              <a:ext uri="{FF2B5EF4-FFF2-40B4-BE49-F238E27FC236}">
                <a16:creationId xmlns:a16="http://schemas.microsoft.com/office/drawing/2014/main" id="{CB7AA8E2-CCA4-447B-6825-4DD29C88FFA5}"/>
              </a:ext>
            </a:extLst>
          </p:cNvPr>
          <p:cNvSpPr txBox="1"/>
          <p:nvPr/>
        </p:nvSpPr>
        <p:spPr>
          <a:xfrm>
            <a:off x="6479487" y="4408259"/>
            <a:ext cx="2664512"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900" i="1" dirty="0">
                <a:solidFill>
                  <a:srgbClr val="45545F"/>
                </a:solidFill>
              </a:rPr>
              <a:t>Screenshot used with permission from Microsoft.</a:t>
            </a:r>
          </a:p>
        </p:txBody>
      </p:sp>
    </p:spTree>
    <p:extLst>
      <p:ext uri="{BB962C8B-B14F-4D97-AF65-F5344CB8AC3E}">
        <p14:creationId xmlns:p14="http://schemas.microsoft.com/office/powerpoint/2010/main" val="916358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969C7-9262-E331-6C0D-7F0737D84092}"/>
              </a:ext>
            </a:extLst>
          </p:cNvPr>
          <p:cNvSpPr>
            <a:spLocks noGrp="1"/>
          </p:cNvSpPr>
          <p:nvPr>
            <p:ph type="title"/>
          </p:nvPr>
        </p:nvSpPr>
        <p:spPr/>
        <p:txBody>
          <a:bodyPr/>
          <a:lstStyle/>
          <a:p>
            <a:r>
              <a:rPr lang="en-US" noProof="0" dirty="0"/>
              <a:t>Password Concepts</a:t>
            </a:r>
          </a:p>
        </p:txBody>
      </p:sp>
      <p:sp>
        <p:nvSpPr>
          <p:cNvPr id="3" name="Content Placeholder 2">
            <a:extLst>
              <a:ext uri="{FF2B5EF4-FFF2-40B4-BE49-F238E27FC236}">
                <a16:creationId xmlns:a16="http://schemas.microsoft.com/office/drawing/2014/main" id="{4CB5B72F-5466-9238-A88F-FFCEA78BCEA7}"/>
              </a:ext>
            </a:extLst>
          </p:cNvPr>
          <p:cNvSpPr>
            <a:spLocks noGrp="1"/>
          </p:cNvSpPr>
          <p:nvPr>
            <p:ph idx="1"/>
          </p:nvPr>
        </p:nvSpPr>
        <p:spPr/>
        <p:txBody>
          <a:bodyPr>
            <a:normAutofit fontScale="92500" lnSpcReduction="10000"/>
          </a:bodyPr>
          <a:lstStyle/>
          <a:p>
            <a:r>
              <a:rPr lang="en-US" noProof="0" dirty="0"/>
              <a:t>Length​</a:t>
            </a:r>
          </a:p>
          <a:p>
            <a:r>
              <a:rPr lang="en-US" noProof="0" dirty="0"/>
              <a:t>Complexity​</a:t>
            </a:r>
          </a:p>
          <a:p>
            <a:pPr lvl="1"/>
            <a:r>
              <a:rPr lang="en-US" noProof="0" dirty="0"/>
              <a:t>Character combinations​</a:t>
            </a:r>
          </a:p>
          <a:p>
            <a:r>
              <a:rPr lang="en-US" noProof="0" dirty="0"/>
              <a:t>Aging​</a:t>
            </a:r>
          </a:p>
          <a:p>
            <a:r>
              <a:rPr lang="en-US" noProof="0" dirty="0"/>
              <a:t>Reuse​ and history</a:t>
            </a:r>
          </a:p>
          <a:p>
            <a:pPr lvl="1"/>
            <a:r>
              <a:rPr lang="en-US" noProof="0" dirty="0"/>
              <a:t>Expiration</a:t>
            </a:r>
          </a:p>
          <a:p>
            <a:r>
              <a:rPr lang="en-US" noProof="0" dirty="0"/>
              <a:t>NIST guidance​</a:t>
            </a:r>
          </a:p>
          <a:p>
            <a:pPr lvl="1"/>
            <a:r>
              <a:rPr lang="en-US" noProof="0" dirty="0"/>
              <a:t>Password hints​</a:t>
            </a:r>
          </a:p>
          <a:p>
            <a:endParaRPr lang="en-US" noProof="0" dirty="0"/>
          </a:p>
        </p:txBody>
      </p:sp>
      <p:sp>
        <p:nvSpPr>
          <p:cNvPr id="4" name="Slide Number Placeholder 3">
            <a:extLst>
              <a:ext uri="{FF2B5EF4-FFF2-40B4-BE49-F238E27FC236}">
                <a16:creationId xmlns:a16="http://schemas.microsoft.com/office/drawing/2014/main" id="{E37A0A36-1FE3-B4A1-8346-FEFCCAE363B9}"/>
              </a:ext>
            </a:extLst>
          </p:cNvPr>
          <p:cNvSpPr>
            <a:spLocks noGrp="1"/>
          </p:cNvSpPr>
          <p:nvPr>
            <p:ph type="sldNum" sz="quarter" idx="10"/>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1010180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9343F-E9FD-1077-CDDE-892CDAF0B40B}"/>
              </a:ext>
            </a:extLst>
          </p:cNvPr>
          <p:cNvSpPr>
            <a:spLocks noGrp="1"/>
          </p:cNvSpPr>
          <p:nvPr>
            <p:ph type="title"/>
          </p:nvPr>
        </p:nvSpPr>
        <p:spPr/>
        <p:txBody>
          <a:bodyPr/>
          <a:lstStyle/>
          <a:p>
            <a:r>
              <a:rPr lang="en-US" noProof="0" dirty="0"/>
              <a:t>Password Managers</a:t>
            </a:r>
          </a:p>
        </p:txBody>
      </p:sp>
      <p:sp>
        <p:nvSpPr>
          <p:cNvPr id="4" name="Content Placeholder 3">
            <a:extLst>
              <a:ext uri="{FF2B5EF4-FFF2-40B4-BE49-F238E27FC236}">
                <a16:creationId xmlns:a16="http://schemas.microsoft.com/office/drawing/2014/main" id="{ACE10AD9-0585-A7C1-3EA4-788886602ACD}"/>
              </a:ext>
            </a:extLst>
          </p:cNvPr>
          <p:cNvSpPr>
            <a:spLocks noGrp="1"/>
          </p:cNvSpPr>
          <p:nvPr>
            <p:ph idx="12"/>
          </p:nvPr>
        </p:nvSpPr>
        <p:spPr/>
        <p:txBody>
          <a:bodyPr/>
          <a:lstStyle/>
          <a:p>
            <a:r>
              <a:rPr lang="en-US" noProof="0" dirty="0"/>
              <a:t>Vault and master password</a:t>
            </a:r>
          </a:p>
          <a:p>
            <a:pPr lvl="1"/>
            <a:r>
              <a:rPr lang="en-US" noProof="0" dirty="0"/>
              <a:t>Built-in OS/browser password managers</a:t>
            </a:r>
          </a:p>
          <a:p>
            <a:pPr lvl="1"/>
            <a:r>
              <a:rPr lang="en-US" noProof="0" dirty="0"/>
              <a:t>Third-party cloud/plug-in</a:t>
            </a:r>
          </a:p>
          <a:p>
            <a:r>
              <a:rPr lang="en-US" noProof="0" dirty="0"/>
              <a:t>Per-site password generation</a:t>
            </a:r>
          </a:p>
          <a:p>
            <a:r>
              <a:rPr lang="en-US" noProof="0" dirty="0"/>
              <a:t>Secure filling</a:t>
            </a:r>
          </a:p>
        </p:txBody>
      </p:sp>
      <p:sp>
        <p:nvSpPr>
          <p:cNvPr id="5" name="Slide Number Placeholder 4">
            <a:extLst>
              <a:ext uri="{FF2B5EF4-FFF2-40B4-BE49-F238E27FC236}">
                <a16:creationId xmlns:a16="http://schemas.microsoft.com/office/drawing/2014/main" id="{CD346ED0-7158-544C-DB29-58721BD9A90F}"/>
              </a:ext>
            </a:extLst>
          </p:cNvPr>
          <p:cNvSpPr>
            <a:spLocks noGrp="1"/>
          </p:cNvSpPr>
          <p:nvPr>
            <p:ph type="sldNum" sz="quarter" idx="13"/>
          </p:nvPr>
        </p:nvSpPr>
        <p:spPr/>
        <p:txBody>
          <a:bodyPr/>
          <a:lstStyle/>
          <a:p>
            <a:fld id="{B7CF8A19-3A9E-4ABC-B336-2FDDE321C72D}" type="slidenum">
              <a:rPr lang="en-US" smtClean="0"/>
              <a:pPr/>
              <a:t>6</a:t>
            </a:fld>
            <a:endParaRPr lang="en-US"/>
          </a:p>
        </p:txBody>
      </p:sp>
      <p:pic>
        <p:nvPicPr>
          <p:cNvPr id="14338" name="Picture 2">
            <a:extLst>
              <a:ext uri="{FF2B5EF4-FFF2-40B4-BE49-F238E27FC236}">
                <a16:creationId xmlns:a16="http://schemas.microsoft.com/office/drawing/2014/main" id="{94B6BC52-18CA-551F-4451-395E55BD423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9578" y="746125"/>
            <a:ext cx="4227456" cy="404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3387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06E45-3178-A41F-2682-E4B111F9744B}"/>
              </a:ext>
            </a:extLst>
          </p:cNvPr>
          <p:cNvSpPr>
            <a:spLocks noGrp="1"/>
          </p:cNvSpPr>
          <p:nvPr>
            <p:ph type="title"/>
          </p:nvPr>
        </p:nvSpPr>
        <p:spPr/>
        <p:txBody>
          <a:bodyPr/>
          <a:lstStyle/>
          <a:p>
            <a:r>
              <a:rPr lang="en-US" noProof="0" dirty="0"/>
              <a:t>Multifactor Authentication​</a:t>
            </a:r>
          </a:p>
        </p:txBody>
      </p:sp>
      <p:sp>
        <p:nvSpPr>
          <p:cNvPr id="3" name="Content Placeholder 2">
            <a:extLst>
              <a:ext uri="{FF2B5EF4-FFF2-40B4-BE49-F238E27FC236}">
                <a16:creationId xmlns:a16="http://schemas.microsoft.com/office/drawing/2014/main" id="{688A2E00-5BC9-81A5-0901-AA7E45913C38}"/>
              </a:ext>
            </a:extLst>
          </p:cNvPr>
          <p:cNvSpPr>
            <a:spLocks noGrp="1"/>
          </p:cNvSpPr>
          <p:nvPr>
            <p:ph idx="1"/>
          </p:nvPr>
        </p:nvSpPr>
        <p:spPr/>
        <p:txBody>
          <a:bodyPr>
            <a:normAutofit fontScale="77500" lnSpcReduction="20000"/>
          </a:bodyPr>
          <a:lstStyle/>
          <a:p>
            <a:r>
              <a:rPr lang="en-US" noProof="0" dirty="0"/>
              <a:t>Multifactor authentication (MFA)​</a:t>
            </a:r>
          </a:p>
          <a:p>
            <a:pPr lvl="1"/>
            <a:r>
              <a:rPr lang="en-US" noProof="0" dirty="0"/>
              <a:t>Something you KNOW and something you HAVE​</a:t>
            </a:r>
          </a:p>
          <a:p>
            <a:pPr lvl="1"/>
            <a:r>
              <a:rPr lang="en-US" noProof="0" dirty="0"/>
              <a:t>NOT something you KNOW and something else you KNOW</a:t>
            </a:r>
          </a:p>
          <a:p>
            <a:r>
              <a:rPr lang="en-US" noProof="0" dirty="0"/>
              <a:t>Something you have​</a:t>
            </a:r>
          </a:p>
          <a:p>
            <a:pPr lvl="1"/>
            <a:r>
              <a:rPr lang="en-US" noProof="0" dirty="0"/>
              <a:t>Ownership factor​: hardware tokens and fobs​</a:t>
            </a:r>
          </a:p>
          <a:p>
            <a:r>
              <a:rPr lang="en-US" noProof="0" dirty="0"/>
              <a:t>Something you are/do​</a:t>
            </a:r>
          </a:p>
          <a:p>
            <a:pPr lvl="1"/>
            <a:r>
              <a:rPr lang="en-US" noProof="0" dirty="0"/>
              <a:t>Biometric factor​​​: fingerprint and facial scans</a:t>
            </a:r>
          </a:p>
          <a:p>
            <a:r>
              <a:rPr lang="en-US" noProof="0" dirty="0"/>
              <a:t>Somewhere you are​</a:t>
            </a:r>
          </a:p>
          <a:p>
            <a:pPr lvl="1"/>
            <a:r>
              <a:rPr lang="en-US" noProof="0" dirty="0"/>
              <a:t>Geolocation via location services​</a:t>
            </a:r>
          </a:p>
          <a:p>
            <a:pPr lvl="1"/>
            <a:r>
              <a:rPr lang="en-US" noProof="0" dirty="0"/>
              <a:t>IP/network location</a:t>
            </a:r>
          </a:p>
        </p:txBody>
      </p:sp>
      <p:sp>
        <p:nvSpPr>
          <p:cNvPr id="4" name="Slide Number Placeholder 3">
            <a:extLst>
              <a:ext uri="{FF2B5EF4-FFF2-40B4-BE49-F238E27FC236}">
                <a16:creationId xmlns:a16="http://schemas.microsoft.com/office/drawing/2014/main" id="{4F305533-F639-D627-DE55-04B051999790}"/>
              </a:ext>
            </a:extLst>
          </p:cNvPr>
          <p:cNvSpPr>
            <a:spLocks noGrp="1"/>
          </p:cNvSpPr>
          <p:nvPr>
            <p:ph type="sldNum" sz="quarter" idx="10"/>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2672439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A5AE-07AA-3588-F4E8-3A2AAA574349}"/>
              </a:ext>
            </a:extLst>
          </p:cNvPr>
          <p:cNvSpPr>
            <a:spLocks noGrp="1"/>
          </p:cNvSpPr>
          <p:nvPr>
            <p:ph type="title"/>
          </p:nvPr>
        </p:nvSpPr>
        <p:spPr/>
        <p:txBody>
          <a:bodyPr/>
          <a:lstStyle/>
          <a:p>
            <a:r>
              <a:rPr lang="en-US" noProof="0" dirty="0"/>
              <a:t>Biometric Authentication​</a:t>
            </a:r>
          </a:p>
        </p:txBody>
      </p:sp>
      <p:sp>
        <p:nvSpPr>
          <p:cNvPr id="5" name="Slide Number Placeholder 4">
            <a:extLst>
              <a:ext uri="{FF2B5EF4-FFF2-40B4-BE49-F238E27FC236}">
                <a16:creationId xmlns:a16="http://schemas.microsoft.com/office/drawing/2014/main" id="{2CEAEC4C-7EAA-0759-8B11-0CA73A04E4AE}"/>
              </a:ext>
            </a:extLst>
          </p:cNvPr>
          <p:cNvSpPr>
            <a:spLocks noGrp="1"/>
          </p:cNvSpPr>
          <p:nvPr>
            <p:ph type="sldNum" sz="quarter" idx="13"/>
          </p:nvPr>
        </p:nvSpPr>
        <p:spPr/>
        <p:txBody>
          <a:bodyPr/>
          <a:lstStyle/>
          <a:p>
            <a:fld id="{B7CF8A19-3A9E-4ABC-B336-2FDDE321C72D}" type="slidenum">
              <a:rPr lang="en-US" smtClean="0"/>
              <a:pPr/>
              <a:t>8</a:t>
            </a:fld>
            <a:endParaRPr lang="en-US"/>
          </a:p>
        </p:txBody>
      </p:sp>
      <p:sp>
        <p:nvSpPr>
          <p:cNvPr id="6" name="TextBox 1">
            <a:extLst>
              <a:ext uri="{FF2B5EF4-FFF2-40B4-BE49-F238E27FC236}">
                <a16:creationId xmlns:a16="http://schemas.microsoft.com/office/drawing/2014/main" id="{B4E2EE7B-F511-E0FA-1B3F-AC3D04950C32}"/>
              </a:ext>
            </a:extLst>
          </p:cNvPr>
          <p:cNvSpPr txBox="1"/>
          <p:nvPr/>
        </p:nvSpPr>
        <p:spPr>
          <a:xfrm>
            <a:off x="7827328" y="4189582"/>
            <a:ext cx="1102659" cy="5078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900" i="1" dirty="0">
                <a:solidFill>
                  <a:srgbClr val="45545F"/>
                </a:solidFill>
              </a:rPr>
              <a:t>Android is a trademark of Google LLC.</a:t>
            </a:r>
          </a:p>
        </p:txBody>
      </p:sp>
      <p:sp>
        <p:nvSpPr>
          <p:cNvPr id="7" name="Content Placeholder 6">
            <a:extLst>
              <a:ext uri="{FF2B5EF4-FFF2-40B4-BE49-F238E27FC236}">
                <a16:creationId xmlns:a16="http://schemas.microsoft.com/office/drawing/2014/main" id="{B2DBB8F2-9C6A-C1EB-7813-64037C7DFA64}"/>
              </a:ext>
            </a:extLst>
          </p:cNvPr>
          <p:cNvSpPr>
            <a:spLocks noGrp="1"/>
          </p:cNvSpPr>
          <p:nvPr>
            <p:ph idx="1"/>
          </p:nvPr>
        </p:nvSpPr>
        <p:spPr>
          <a:xfrm>
            <a:off x="146049" y="746760"/>
            <a:ext cx="4353949" cy="3538072"/>
          </a:xfrm>
        </p:spPr>
        <p:txBody>
          <a:bodyPr>
            <a:normAutofit fontScale="62500" lnSpcReduction="20000"/>
          </a:bodyPr>
          <a:lstStyle/>
          <a:p>
            <a:r>
              <a:rPr lang="en-US" noProof="0" dirty="0"/>
              <a:t>Enrollment​</a:t>
            </a:r>
          </a:p>
          <a:p>
            <a:pPr lvl="1"/>
            <a:r>
              <a:rPr lang="en-US" noProof="0" dirty="0"/>
              <a:t>Sensor and feature extraction​</a:t>
            </a:r>
          </a:p>
          <a:p>
            <a:pPr lvl="1"/>
            <a:r>
              <a:rPr lang="en-US" noProof="0" dirty="0"/>
              <a:t>Sensor/camera types</a:t>
            </a:r>
          </a:p>
          <a:p>
            <a:r>
              <a:rPr lang="en-US" noProof="0" dirty="0"/>
              <a:t>Efficacy rates and considerations​</a:t>
            </a:r>
          </a:p>
          <a:p>
            <a:pPr lvl="1"/>
            <a:r>
              <a:rPr lang="en-US" noProof="0" dirty="0"/>
              <a:t>False Rejection Rate (FRR) or Type I error​</a:t>
            </a:r>
          </a:p>
          <a:p>
            <a:pPr lvl="1"/>
            <a:r>
              <a:rPr lang="en-US" noProof="0" dirty="0"/>
              <a:t>False Acceptance Rate (FAR) or Type II error​</a:t>
            </a:r>
          </a:p>
          <a:p>
            <a:pPr lvl="1"/>
            <a:r>
              <a:rPr lang="en-US" noProof="0" dirty="0"/>
              <a:t>Throughput, cost, and inaccessibility</a:t>
            </a:r>
          </a:p>
          <a:p>
            <a:r>
              <a:rPr lang="en-US" noProof="0" dirty="0"/>
              <a:t>Fingerprint recognition</a:t>
            </a:r>
          </a:p>
          <a:p>
            <a:r>
              <a:rPr lang="en-US" noProof="0" dirty="0"/>
              <a:t>Facial recognition</a:t>
            </a:r>
            <a:br>
              <a:rPr lang="en-US" noProof="0" dirty="0"/>
            </a:br>
            <a:endParaRPr lang="en-US" dirty="0"/>
          </a:p>
        </p:txBody>
      </p:sp>
      <p:pic>
        <p:nvPicPr>
          <p:cNvPr id="8" name="Picture 2">
            <a:extLst>
              <a:ext uri="{FF2B5EF4-FFF2-40B4-BE49-F238E27FC236}">
                <a16:creationId xmlns:a16="http://schemas.microsoft.com/office/drawing/2014/main" id="{C992CE61-EB3B-8EF9-5857-C44C292B3C1D}"/>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a:xfrm>
            <a:off x="5687959" y="746125"/>
            <a:ext cx="2278169" cy="4046538"/>
          </a:xfrm>
        </p:spPr>
      </p:pic>
    </p:spTree>
    <p:extLst>
      <p:ext uri="{BB962C8B-B14F-4D97-AF65-F5344CB8AC3E}">
        <p14:creationId xmlns:p14="http://schemas.microsoft.com/office/powerpoint/2010/main" val="3907955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ADDB1-141B-8766-1E1D-F64C7914B354}"/>
              </a:ext>
            </a:extLst>
          </p:cNvPr>
          <p:cNvSpPr>
            <a:spLocks noGrp="1"/>
          </p:cNvSpPr>
          <p:nvPr>
            <p:ph type="title"/>
          </p:nvPr>
        </p:nvSpPr>
        <p:spPr/>
        <p:txBody>
          <a:bodyPr/>
          <a:lstStyle/>
          <a:p>
            <a:r>
              <a:rPr lang="en-US" noProof="0" dirty="0"/>
              <a:t>Hard Authentication Tokens</a:t>
            </a:r>
          </a:p>
        </p:txBody>
      </p:sp>
      <p:pic>
        <p:nvPicPr>
          <p:cNvPr id="5122" name="Picture 2">
            <a:extLst>
              <a:ext uri="{FF2B5EF4-FFF2-40B4-BE49-F238E27FC236}">
                <a16:creationId xmlns:a16="http://schemas.microsoft.com/office/drawing/2014/main" id="{25F4C478-A584-F8B6-B5CF-6B8A5074BF6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6050" y="1680766"/>
            <a:ext cx="4354513" cy="2177256"/>
          </a:xfrm>
        </p:spPr>
      </p:pic>
      <p:sp>
        <p:nvSpPr>
          <p:cNvPr id="4" name="Content Placeholder 3">
            <a:extLst>
              <a:ext uri="{FF2B5EF4-FFF2-40B4-BE49-F238E27FC236}">
                <a16:creationId xmlns:a16="http://schemas.microsoft.com/office/drawing/2014/main" id="{B8F14748-9D76-A374-F2B8-0A0B7B9C523E}"/>
              </a:ext>
            </a:extLst>
          </p:cNvPr>
          <p:cNvSpPr>
            <a:spLocks noGrp="1"/>
          </p:cNvSpPr>
          <p:nvPr>
            <p:ph idx="12"/>
          </p:nvPr>
        </p:nvSpPr>
        <p:spPr/>
        <p:txBody>
          <a:bodyPr>
            <a:normAutofit fontScale="85000" lnSpcReduction="20000"/>
          </a:bodyPr>
          <a:lstStyle/>
          <a:p>
            <a:r>
              <a:rPr lang="en-US" noProof="0" dirty="0"/>
              <a:t>Token generation types</a:t>
            </a:r>
          </a:p>
          <a:p>
            <a:pPr lvl="1"/>
            <a:r>
              <a:rPr lang="en-US" noProof="0" dirty="0"/>
              <a:t>Certificate-based (requires PKI)</a:t>
            </a:r>
          </a:p>
          <a:p>
            <a:pPr lvl="1"/>
            <a:r>
              <a:rPr lang="en-US" noProof="0" dirty="0"/>
              <a:t>One-time password (OTP)</a:t>
            </a:r>
          </a:p>
          <a:p>
            <a:pPr lvl="1"/>
            <a:r>
              <a:rPr lang="en-US" dirty="0"/>
              <a:t>Fast Identity Online (FIDO) Universal 2nd Factor (U2F)</a:t>
            </a:r>
          </a:p>
          <a:p>
            <a:r>
              <a:rPr lang="en-US" dirty="0"/>
              <a:t>Authenticator form factors</a:t>
            </a:r>
          </a:p>
          <a:p>
            <a:pPr lvl="1"/>
            <a:r>
              <a:rPr lang="en-US" noProof="0" dirty="0"/>
              <a:t>Smart card</a:t>
            </a:r>
          </a:p>
          <a:p>
            <a:pPr lvl="1"/>
            <a:r>
              <a:rPr lang="en-US" noProof="0" dirty="0"/>
              <a:t>One-time password (OTP)​ fob</a:t>
            </a:r>
          </a:p>
          <a:p>
            <a:pPr lvl="1"/>
            <a:r>
              <a:rPr lang="en-US" dirty="0"/>
              <a:t>Security key</a:t>
            </a:r>
          </a:p>
          <a:p>
            <a:pPr lvl="2"/>
            <a:r>
              <a:rPr lang="en-US" noProof="0" dirty="0"/>
              <a:t>Activation method to show presence</a:t>
            </a:r>
          </a:p>
        </p:txBody>
      </p:sp>
      <p:sp>
        <p:nvSpPr>
          <p:cNvPr id="5" name="Slide Number Placeholder 4">
            <a:extLst>
              <a:ext uri="{FF2B5EF4-FFF2-40B4-BE49-F238E27FC236}">
                <a16:creationId xmlns:a16="http://schemas.microsoft.com/office/drawing/2014/main" id="{B9AC37A2-6FDD-97DC-0B9E-5A6C74F5A859}"/>
              </a:ext>
            </a:extLst>
          </p:cNvPr>
          <p:cNvSpPr>
            <a:spLocks noGrp="1"/>
          </p:cNvSpPr>
          <p:nvPr>
            <p:ph type="sldNum" sz="quarter" idx="13"/>
          </p:nvPr>
        </p:nvSpPr>
        <p:spPr/>
        <p:txBody>
          <a:bodyPr/>
          <a:lstStyle/>
          <a:p>
            <a:fld id="{B7CF8A19-3A9E-4ABC-B336-2FDDE321C72D}" type="slidenum">
              <a:rPr lang="en-US" smtClean="0"/>
              <a:pPr/>
              <a:t>9</a:t>
            </a:fld>
            <a:endParaRPr lang="en-US"/>
          </a:p>
        </p:txBody>
      </p:sp>
      <p:sp>
        <p:nvSpPr>
          <p:cNvPr id="6" name="TextBox 1">
            <a:extLst>
              <a:ext uri="{FF2B5EF4-FFF2-40B4-BE49-F238E27FC236}">
                <a16:creationId xmlns:a16="http://schemas.microsoft.com/office/drawing/2014/main" id="{07CD49B6-22E6-6AC3-4977-A837E0348BEB}"/>
              </a:ext>
            </a:extLst>
          </p:cNvPr>
          <p:cNvSpPr txBox="1"/>
          <p:nvPr/>
        </p:nvSpPr>
        <p:spPr>
          <a:xfrm>
            <a:off x="127000" y="4792980"/>
            <a:ext cx="1261884"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dirty="0">
                <a:solidFill>
                  <a:srgbClr val="45545F"/>
                </a:solidFill>
              </a:rPr>
              <a:t>Image © 123RF.com.</a:t>
            </a:r>
            <a:endParaRPr lang="en-US" sz="900" dirty="0">
              <a:solidFill>
                <a:srgbClr val="45545F"/>
              </a:solidFill>
            </a:endParaRPr>
          </a:p>
        </p:txBody>
      </p:sp>
      <p:pic>
        <p:nvPicPr>
          <p:cNvPr id="7" name="Picture 2">
            <a:extLst>
              <a:ext uri="{FF2B5EF4-FFF2-40B4-BE49-F238E27FC236}">
                <a16:creationId xmlns:a16="http://schemas.microsoft.com/office/drawing/2014/main" id="{C61867FA-7D14-C81B-1D5F-80B72E4D0E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575" y="2420803"/>
            <a:ext cx="4379912" cy="1883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366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A3517-D809-8C4A-F126-F1C23C0A2386}"/>
              </a:ext>
            </a:extLst>
          </p:cNvPr>
          <p:cNvSpPr>
            <a:spLocks noGrp="1"/>
          </p:cNvSpPr>
          <p:nvPr>
            <p:ph type="title"/>
          </p:nvPr>
        </p:nvSpPr>
        <p:spPr/>
        <p:txBody>
          <a:bodyPr/>
          <a:lstStyle/>
          <a:p>
            <a:r>
              <a:rPr lang="en-US" noProof="0" dirty="0"/>
              <a:t>Soft Authentication Tokens</a:t>
            </a:r>
          </a:p>
        </p:txBody>
      </p:sp>
      <p:sp>
        <p:nvSpPr>
          <p:cNvPr id="5" name="Slide Number Placeholder 4">
            <a:extLst>
              <a:ext uri="{FF2B5EF4-FFF2-40B4-BE49-F238E27FC236}">
                <a16:creationId xmlns:a16="http://schemas.microsoft.com/office/drawing/2014/main" id="{CBC570D6-E82A-0767-F0CF-80BF12E4E364}"/>
              </a:ext>
            </a:extLst>
          </p:cNvPr>
          <p:cNvSpPr>
            <a:spLocks noGrp="1"/>
          </p:cNvSpPr>
          <p:nvPr>
            <p:ph type="sldNum" sz="quarter" idx="13"/>
          </p:nvPr>
        </p:nvSpPr>
        <p:spPr/>
        <p:txBody>
          <a:bodyPr/>
          <a:lstStyle/>
          <a:p>
            <a:fld id="{B7CF8A19-3A9E-4ABC-B336-2FDDE321C72D}" type="slidenum">
              <a:rPr lang="en-US" smtClean="0"/>
              <a:pPr/>
              <a:t>10</a:t>
            </a:fld>
            <a:endParaRPr lang="en-US"/>
          </a:p>
        </p:txBody>
      </p:sp>
      <p:sp>
        <p:nvSpPr>
          <p:cNvPr id="6" name="Content Placeholder 5">
            <a:extLst>
              <a:ext uri="{FF2B5EF4-FFF2-40B4-BE49-F238E27FC236}">
                <a16:creationId xmlns:a16="http://schemas.microsoft.com/office/drawing/2014/main" id="{ADA6590B-C1CD-F499-A3B4-FB827EE5E067}"/>
              </a:ext>
            </a:extLst>
          </p:cNvPr>
          <p:cNvSpPr>
            <a:spLocks noGrp="1"/>
          </p:cNvSpPr>
          <p:nvPr>
            <p:ph idx="1"/>
          </p:nvPr>
        </p:nvSpPr>
        <p:spPr/>
        <p:txBody>
          <a:bodyPr>
            <a:normAutofit lnSpcReduction="10000"/>
          </a:bodyPr>
          <a:lstStyle/>
          <a:p>
            <a:r>
              <a:rPr lang="en-US" noProof="0" dirty="0"/>
              <a:t>Transmit a code via an out-of-band channel​</a:t>
            </a:r>
          </a:p>
          <a:p>
            <a:pPr lvl="1"/>
            <a:r>
              <a:rPr lang="en-US" noProof="0" dirty="0"/>
              <a:t>Short message service (SMS)​</a:t>
            </a:r>
          </a:p>
          <a:p>
            <a:pPr lvl="1"/>
            <a:r>
              <a:rPr lang="en-US" noProof="0" dirty="0"/>
              <a:t>Email account​</a:t>
            </a:r>
          </a:p>
          <a:p>
            <a:pPr lvl="1"/>
            <a:r>
              <a:rPr lang="en-US" noProof="0" dirty="0"/>
              <a:t>Phone call​</a:t>
            </a:r>
          </a:p>
          <a:p>
            <a:pPr lvl="1"/>
            <a:r>
              <a:rPr lang="en-US" noProof="0" dirty="0"/>
              <a:t>Push notification​</a:t>
            </a:r>
          </a:p>
          <a:p>
            <a:r>
              <a:rPr lang="en-US" noProof="0" dirty="0"/>
              <a:t>Authenticator app</a:t>
            </a:r>
          </a:p>
          <a:p>
            <a:r>
              <a:rPr lang="en-US" noProof="0" dirty="0"/>
              <a:t>Possibility of interception​​</a:t>
            </a:r>
          </a:p>
          <a:p>
            <a:endParaRPr lang="en-US" dirty="0"/>
          </a:p>
        </p:txBody>
      </p:sp>
      <p:pic>
        <p:nvPicPr>
          <p:cNvPr id="15362" name="Picture 2" descr="A laptop and smartphone with a two step veification mechanism.">
            <a:extLst>
              <a:ext uri="{FF2B5EF4-FFF2-40B4-BE49-F238E27FC236}">
                <a16:creationId xmlns:a16="http://schemas.microsoft.com/office/drawing/2014/main" id="{7093ADAB-5859-68BC-DE14-73873018936D}"/>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028071" y="1576388"/>
            <a:ext cx="5020434" cy="2386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689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DD29-31AA-E39F-CD29-FCB04513FC53}"/>
              </a:ext>
            </a:extLst>
          </p:cNvPr>
          <p:cNvSpPr>
            <a:spLocks noGrp="1"/>
          </p:cNvSpPr>
          <p:nvPr>
            <p:ph type="title"/>
          </p:nvPr>
        </p:nvSpPr>
        <p:spPr/>
        <p:txBody>
          <a:bodyPr/>
          <a:lstStyle/>
          <a:p>
            <a:r>
              <a:rPr lang="en-US" noProof="0" dirty="0"/>
              <a:t>Passwordless Authentication</a:t>
            </a:r>
          </a:p>
        </p:txBody>
      </p:sp>
      <p:sp>
        <p:nvSpPr>
          <p:cNvPr id="3" name="Content Placeholder 2">
            <a:extLst>
              <a:ext uri="{FF2B5EF4-FFF2-40B4-BE49-F238E27FC236}">
                <a16:creationId xmlns:a16="http://schemas.microsoft.com/office/drawing/2014/main" id="{C0D38A76-83E6-9139-600B-AA4AE6CC51F2}"/>
              </a:ext>
            </a:extLst>
          </p:cNvPr>
          <p:cNvSpPr>
            <a:spLocks noGrp="1"/>
          </p:cNvSpPr>
          <p:nvPr>
            <p:ph idx="1"/>
          </p:nvPr>
        </p:nvSpPr>
        <p:spPr/>
        <p:txBody>
          <a:bodyPr/>
          <a:lstStyle/>
          <a:p>
            <a:r>
              <a:rPr lang="en-US" noProof="0" dirty="0"/>
              <a:t>Rely on authenticator rather than password</a:t>
            </a:r>
          </a:p>
          <a:p>
            <a:pPr lvl="1"/>
            <a:r>
              <a:rPr lang="en-US" noProof="0" dirty="0"/>
              <a:t>Accounts identified by public/private key pair, but doesn’t have to use PKI</a:t>
            </a:r>
          </a:p>
          <a:p>
            <a:pPr lvl="1"/>
            <a:r>
              <a:rPr lang="en-US" noProof="0" dirty="0"/>
              <a:t>Private key stored only on authenticator</a:t>
            </a:r>
          </a:p>
          <a:p>
            <a:pPr lvl="1"/>
            <a:r>
              <a:rPr lang="en-US" noProof="0" dirty="0"/>
              <a:t>Authenticator can require biometric or PIN proof of presence (local gesture)</a:t>
            </a:r>
          </a:p>
          <a:p>
            <a:r>
              <a:rPr lang="en-US" noProof="0" dirty="0"/>
              <a:t>Attestation</a:t>
            </a:r>
          </a:p>
          <a:p>
            <a:pPr lvl="1"/>
            <a:r>
              <a:rPr lang="en-US" noProof="0" dirty="0"/>
              <a:t>Verify authenticator as root of trust</a:t>
            </a:r>
          </a:p>
        </p:txBody>
      </p:sp>
      <p:sp>
        <p:nvSpPr>
          <p:cNvPr id="4" name="Slide Number Placeholder 3">
            <a:extLst>
              <a:ext uri="{FF2B5EF4-FFF2-40B4-BE49-F238E27FC236}">
                <a16:creationId xmlns:a16="http://schemas.microsoft.com/office/drawing/2014/main" id="{3F35F281-213F-EF88-9637-D2BDD25EBA00}"/>
              </a:ext>
            </a:extLst>
          </p:cNvPr>
          <p:cNvSpPr>
            <a:spLocks noGrp="1"/>
          </p:cNvSpPr>
          <p:nvPr>
            <p:ph type="sldNum" sz="quarter" idx="10"/>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3450668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D9C9F2-8D2A-813B-6A4C-BDD20FED4569}"/>
              </a:ext>
            </a:extLst>
          </p:cNvPr>
          <p:cNvSpPr>
            <a:spLocks noGrp="1"/>
          </p:cNvSpPr>
          <p:nvPr>
            <p:ph type="title"/>
          </p:nvPr>
        </p:nvSpPr>
        <p:spPr/>
        <p:txBody>
          <a:bodyPr/>
          <a:lstStyle/>
          <a:p>
            <a:r>
              <a:rPr lang="en-GB" dirty="0"/>
              <a:t>Authentication</a:t>
            </a:r>
            <a:endParaRPr lang="en-US" dirty="0"/>
          </a:p>
        </p:txBody>
      </p:sp>
      <p:sp>
        <p:nvSpPr>
          <p:cNvPr id="4" name="Slide Number Placeholder 3">
            <a:extLst>
              <a:ext uri="{FF2B5EF4-FFF2-40B4-BE49-F238E27FC236}">
                <a16:creationId xmlns:a16="http://schemas.microsoft.com/office/drawing/2014/main" id="{99D0642D-62EB-CE05-7609-ACFEBCFA7B1A}"/>
              </a:ext>
            </a:extLst>
          </p:cNvPr>
          <p:cNvSpPr>
            <a:spLocks noGrp="1"/>
          </p:cNvSpPr>
          <p:nvPr>
            <p:ph type="sldNum" sz="quarter" idx="12"/>
          </p:nvPr>
        </p:nvSpPr>
        <p:spPr/>
        <p:txBody>
          <a:bodyPr/>
          <a:lstStyle/>
          <a:p>
            <a:fld id="{B7CF8A19-3A9E-4ABC-B336-2FDDE321C72D}" type="slidenum">
              <a:rPr lang="en-US" smtClean="0"/>
              <a:pPr/>
              <a:t>12</a:t>
            </a:fld>
            <a:endParaRPr lang="en-US"/>
          </a:p>
        </p:txBody>
      </p:sp>
      <p:sp>
        <p:nvSpPr>
          <p:cNvPr id="2" name="Content Placeholder 1">
            <a:extLst>
              <a:ext uri="{FF2B5EF4-FFF2-40B4-BE49-F238E27FC236}">
                <a16:creationId xmlns:a16="http://schemas.microsoft.com/office/drawing/2014/main" id="{BC3567FE-D12F-22F5-52E2-FA76FBC9F265}"/>
              </a:ext>
            </a:extLst>
          </p:cNvPr>
          <p:cNvSpPr>
            <a:spLocks noGrp="1"/>
          </p:cNvSpPr>
          <p:nvPr>
            <p:ph sz="quarter" idx="11"/>
          </p:nvPr>
        </p:nvSpPr>
        <p:spPr/>
        <p:txBody>
          <a:bodyPr>
            <a:normAutofit fontScale="70000" lnSpcReduction="20000"/>
          </a:bodyPr>
          <a:lstStyle/>
          <a:p>
            <a:r>
              <a:rPr lang="en-US" dirty="0"/>
              <a:t>Authentication design​</a:t>
            </a:r>
          </a:p>
          <a:p>
            <a:pPr lvl="1"/>
            <a:r>
              <a:rPr lang="en-US" dirty="0"/>
              <a:t>Something you know/are/have</a:t>
            </a:r>
          </a:p>
          <a:p>
            <a:r>
              <a:rPr lang="en-US" dirty="0"/>
              <a:t>Password concepts and password managers</a:t>
            </a:r>
          </a:p>
          <a:p>
            <a:r>
              <a:rPr lang="en-US" dirty="0"/>
              <a:t>Multifactor authentication​</a:t>
            </a:r>
          </a:p>
          <a:p>
            <a:r>
              <a:rPr lang="en-US" dirty="0"/>
              <a:t>Biometric authentication​</a:t>
            </a:r>
          </a:p>
          <a:p>
            <a:r>
              <a:rPr lang="en-US" dirty="0"/>
              <a:t>Hard authentication tokens</a:t>
            </a:r>
          </a:p>
          <a:p>
            <a:pPr lvl="1"/>
            <a:r>
              <a:rPr lang="en-US" dirty="0"/>
              <a:t>Smart cards, OTP generators, FIDO U2F</a:t>
            </a:r>
          </a:p>
          <a:p>
            <a:r>
              <a:rPr lang="en-US" dirty="0"/>
              <a:t>Soft authentication tokens</a:t>
            </a:r>
          </a:p>
          <a:p>
            <a:pPr lvl="1"/>
            <a:r>
              <a:rPr lang="en-US" dirty="0"/>
              <a:t>Two-step verification</a:t>
            </a:r>
          </a:p>
          <a:p>
            <a:r>
              <a:rPr lang="en-US" dirty="0"/>
              <a:t>Passwordless authentication</a:t>
            </a:r>
          </a:p>
        </p:txBody>
      </p:sp>
    </p:spTree>
    <p:extLst>
      <p:ext uri="{BB962C8B-B14F-4D97-AF65-F5344CB8AC3E}">
        <p14:creationId xmlns:p14="http://schemas.microsoft.com/office/powerpoint/2010/main" val="200215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597188-4907-9B6F-AC62-A009F3BEC0F6}"/>
              </a:ext>
            </a:extLst>
          </p:cNvPr>
          <p:cNvSpPr>
            <a:spLocks noGrp="1"/>
          </p:cNvSpPr>
          <p:nvPr>
            <p:ph type="sldNum" sz="quarter" idx="13"/>
          </p:nvPr>
        </p:nvSpPr>
        <p:spPr/>
        <p:txBody>
          <a:bodyPr/>
          <a:lstStyle/>
          <a:p>
            <a:fld id="{B7CF8A19-3A9E-4ABC-B336-2FDDE321C72D}" type="slidenum">
              <a:rPr lang="en-US" smtClean="0"/>
              <a:pPr/>
              <a:t>13</a:t>
            </a:fld>
            <a:endParaRPr lang="en-US"/>
          </a:p>
        </p:txBody>
      </p:sp>
      <p:sp>
        <p:nvSpPr>
          <p:cNvPr id="5" name="Content Placeholder 4">
            <a:extLst>
              <a:ext uri="{FF2B5EF4-FFF2-40B4-BE49-F238E27FC236}">
                <a16:creationId xmlns:a16="http://schemas.microsoft.com/office/drawing/2014/main" id="{1AA139DB-94E9-03E6-C370-F57DB46B873C}"/>
              </a:ext>
            </a:extLst>
          </p:cNvPr>
          <p:cNvSpPr>
            <a:spLocks noGrp="1"/>
          </p:cNvSpPr>
          <p:nvPr>
            <p:ph sz="quarter" idx="14"/>
          </p:nvPr>
        </p:nvSpPr>
        <p:spPr/>
        <p:txBody>
          <a:bodyPr/>
          <a:lstStyle/>
          <a:p>
            <a:r>
              <a:rPr lang="en-US" dirty="0"/>
              <a:t>Assisted Lab Managing Password Security</a:t>
            </a:r>
          </a:p>
        </p:txBody>
      </p:sp>
    </p:spTree>
    <p:extLst>
      <p:ext uri="{BB962C8B-B14F-4D97-AF65-F5344CB8AC3E}">
        <p14:creationId xmlns:p14="http://schemas.microsoft.com/office/powerpoint/2010/main" val="3760570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Access Management</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4B</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4</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99892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6856-703F-120C-084E-B9BCE6C9550E}"/>
              </a:ext>
            </a:extLst>
          </p:cNvPr>
          <p:cNvSpPr>
            <a:spLocks noGrp="1"/>
          </p:cNvSpPr>
          <p:nvPr>
            <p:ph type="title"/>
          </p:nvPr>
        </p:nvSpPr>
        <p:spPr/>
        <p:txBody>
          <a:bodyPr/>
          <a:lstStyle/>
          <a:p>
            <a:r>
              <a:rPr lang="en-US" noProof="0" dirty="0"/>
              <a:t>Discretionary and Mandatory Access Control​</a:t>
            </a:r>
          </a:p>
        </p:txBody>
      </p:sp>
      <p:sp>
        <p:nvSpPr>
          <p:cNvPr id="3" name="Content Placeholder 2">
            <a:extLst>
              <a:ext uri="{FF2B5EF4-FFF2-40B4-BE49-F238E27FC236}">
                <a16:creationId xmlns:a16="http://schemas.microsoft.com/office/drawing/2014/main" id="{A25699B2-6415-B181-479F-7BD633EFA0F2}"/>
              </a:ext>
            </a:extLst>
          </p:cNvPr>
          <p:cNvSpPr>
            <a:spLocks noGrp="1"/>
          </p:cNvSpPr>
          <p:nvPr>
            <p:ph idx="1"/>
          </p:nvPr>
        </p:nvSpPr>
        <p:spPr/>
        <p:txBody>
          <a:bodyPr>
            <a:normAutofit fontScale="92500"/>
          </a:bodyPr>
          <a:lstStyle/>
          <a:p>
            <a:r>
              <a:rPr lang="en-US" noProof="0" dirty="0"/>
              <a:t>Access control model determines how users receive permissions/rights​</a:t>
            </a:r>
          </a:p>
          <a:p>
            <a:r>
              <a:rPr lang="en-US" noProof="0" dirty="0"/>
              <a:t>Discretionary Access Control (DAC)​</a:t>
            </a:r>
          </a:p>
          <a:p>
            <a:pPr lvl="1"/>
            <a:r>
              <a:rPr lang="en-US" noProof="0" dirty="0"/>
              <a:t>Based on resource ownership​</a:t>
            </a:r>
          </a:p>
          <a:p>
            <a:pPr lvl="1"/>
            <a:r>
              <a:rPr lang="en-US" noProof="0" dirty="0"/>
              <a:t>Access Control Lists (ACLs)​</a:t>
            </a:r>
          </a:p>
          <a:p>
            <a:pPr lvl="1"/>
            <a:r>
              <a:rPr lang="en-US" noProof="0" dirty="0"/>
              <a:t>Vulnerable to compromised privileged user accounts​</a:t>
            </a:r>
          </a:p>
          <a:p>
            <a:r>
              <a:rPr lang="en-US" noProof="0" dirty="0"/>
              <a:t>Mandatory Access Control (MAC)​</a:t>
            </a:r>
          </a:p>
          <a:p>
            <a:pPr lvl="1"/>
            <a:r>
              <a:rPr lang="en-US" noProof="0" dirty="0"/>
              <a:t>Labels and clearance​</a:t>
            </a:r>
          </a:p>
          <a:p>
            <a:pPr lvl="1"/>
            <a:r>
              <a:rPr lang="en-US" noProof="0" dirty="0"/>
              <a:t>System policies to restrict access​</a:t>
            </a:r>
          </a:p>
          <a:p>
            <a:endParaRPr lang="en-US" noProof="0" dirty="0"/>
          </a:p>
        </p:txBody>
      </p:sp>
      <p:sp>
        <p:nvSpPr>
          <p:cNvPr id="4" name="Slide Number Placeholder 3">
            <a:extLst>
              <a:ext uri="{FF2B5EF4-FFF2-40B4-BE49-F238E27FC236}">
                <a16:creationId xmlns:a16="http://schemas.microsoft.com/office/drawing/2014/main" id="{F87CE3BB-E473-301B-4A72-DB3E144A0965}"/>
              </a:ext>
            </a:extLst>
          </p:cNvPr>
          <p:cNvSpPr>
            <a:spLocks noGrp="1"/>
          </p:cNvSpPr>
          <p:nvPr>
            <p:ph type="sldNum" sz="quarter" idx="10"/>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1665857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0F02F-355F-441C-9198-BD54B4F9A4B9}"/>
              </a:ext>
            </a:extLst>
          </p:cNvPr>
          <p:cNvSpPr>
            <a:spLocks noGrp="1"/>
          </p:cNvSpPr>
          <p:nvPr>
            <p:ph type="title"/>
          </p:nvPr>
        </p:nvSpPr>
        <p:spPr/>
        <p:txBody>
          <a:bodyPr/>
          <a:lstStyle/>
          <a:p>
            <a:r>
              <a:rPr lang="en-US" noProof="0" dirty="0"/>
              <a:t>Role-based and Attribute-Based Access Control​</a:t>
            </a:r>
          </a:p>
        </p:txBody>
      </p:sp>
      <p:pic>
        <p:nvPicPr>
          <p:cNvPr id="10242" name="Picture 2">
            <a:extLst>
              <a:ext uri="{FF2B5EF4-FFF2-40B4-BE49-F238E27FC236}">
                <a16:creationId xmlns:a16="http://schemas.microsoft.com/office/drawing/2014/main" id="{3630E7F5-4422-94F9-BF01-75612BCE663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6050" y="1099932"/>
            <a:ext cx="4354513" cy="3338923"/>
          </a:xfrm>
        </p:spPr>
      </p:pic>
      <p:sp>
        <p:nvSpPr>
          <p:cNvPr id="4" name="Content Placeholder 3">
            <a:extLst>
              <a:ext uri="{FF2B5EF4-FFF2-40B4-BE49-F238E27FC236}">
                <a16:creationId xmlns:a16="http://schemas.microsoft.com/office/drawing/2014/main" id="{38D5CFDB-E8B2-7EBA-FBB3-1E12FD6D55F9}"/>
              </a:ext>
            </a:extLst>
          </p:cNvPr>
          <p:cNvSpPr>
            <a:spLocks noGrp="1"/>
          </p:cNvSpPr>
          <p:nvPr>
            <p:ph idx="12"/>
          </p:nvPr>
        </p:nvSpPr>
        <p:spPr/>
        <p:txBody>
          <a:bodyPr>
            <a:normAutofit fontScale="62500" lnSpcReduction="20000"/>
          </a:bodyPr>
          <a:lstStyle/>
          <a:p>
            <a:r>
              <a:rPr lang="en-US" noProof="0" dirty="0"/>
              <a:t>Role-Based Access Control (RBAC)​</a:t>
            </a:r>
          </a:p>
          <a:p>
            <a:pPr lvl="1"/>
            <a:r>
              <a:rPr lang="en-US" noProof="0" dirty="0"/>
              <a:t>Non-discretionary and more centralized control​</a:t>
            </a:r>
          </a:p>
          <a:p>
            <a:pPr lvl="1"/>
            <a:r>
              <a:rPr lang="en-US" noProof="0" dirty="0"/>
              <a:t>Based on defining roles then allocating users to roles​</a:t>
            </a:r>
          </a:p>
          <a:p>
            <a:pPr lvl="1"/>
            <a:r>
              <a:rPr lang="en-US" noProof="0" dirty="0"/>
              <a:t>Users should only inherit role permissions to perform particular tasks​​</a:t>
            </a:r>
          </a:p>
          <a:p>
            <a:r>
              <a:rPr lang="en-US" noProof="0" dirty="0"/>
              <a:t>Security groups</a:t>
            </a:r>
          </a:p>
          <a:p>
            <a:pPr lvl="1"/>
            <a:r>
              <a:rPr lang="en-US" noProof="0" dirty="0"/>
              <a:t>Assign permissions to security groups and assign user accounts to relevant groups​</a:t>
            </a:r>
          </a:p>
          <a:p>
            <a:pPr lvl="1"/>
            <a:r>
              <a:rPr lang="en-US" noProof="0" dirty="0"/>
              <a:t>Groups can be mapped to roles</a:t>
            </a:r>
          </a:p>
          <a:p>
            <a:r>
              <a:rPr lang="en-US" noProof="0" dirty="0"/>
              <a:t>Attribute-Based Access Control (ABAC)​</a:t>
            </a:r>
          </a:p>
          <a:p>
            <a:pPr lvl="1"/>
            <a:r>
              <a:rPr lang="en-US" noProof="0" dirty="0"/>
              <a:t>Access decisions based on a combination of subject and object attributes plus any context-sensitive or system-wide attributes​</a:t>
            </a:r>
          </a:p>
        </p:txBody>
      </p:sp>
      <p:sp>
        <p:nvSpPr>
          <p:cNvPr id="5" name="Slide Number Placeholder 4">
            <a:extLst>
              <a:ext uri="{FF2B5EF4-FFF2-40B4-BE49-F238E27FC236}">
                <a16:creationId xmlns:a16="http://schemas.microsoft.com/office/drawing/2014/main" id="{B5E49BCA-82A5-6C92-8360-61DE2109F5C4}"/>
              </a:ext>
            </a:extLst>
          </p:cNvPr>
          <p:cNvSpPr>
            <a:spLocks noGrp="1"/>
          </p:cNvSpPr>
          <p:nvPr>
            <p:ph type="sldNum" sz="quarter" idx="13"/>
          </p:nvPr>
        </p:nvSpPr>
        <p:spPr/>
        <p:txBody>
          <a:bodyPr/>
          <a:lstStyle/>
          <a:p>
            <a:fld id="{B7CF8A19-3A9E-4ABC-B336-2FDDE321C72D}" type="slidenum">
              <a:rPr lang="en-US" smtClean="0"/>
              <a:pPr/>
              <a:t>16</a:t>
            </a:fld>
            <a:endParaRPr lang="en-US"/>
          </a:p>
        </p:txBody>
      </p:sp>
      <p:sp>
        <p:nvSpPr>
          <p:cNvPr id="6" name="TextBox 1">
            <a:extLst>
              <a:ext uri="{FF2B5EF4-FFF2-40B4-BE49-F238E27FC236}">
                <a16:creationId xmlns:a16="http://schemas.microsoft.com/office/drawing/2014/main" id="{3C2B70C9-4740-B8CA-75A3-8F8FCBCE76D4}"/>
              </a:ext>
            </a:extLst>
          </p:cNvPr>
          <p:cNvSpPr txBox="1"/>
          <p:nvPr/>
        </p:nvSpPr>
        <p:spPr>
          <a:xfrm>
            <a:off x="10230" y="4438855"/>
            <a:ext cx="1292341"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dirty="0">
                <a:solidFill>
                  <a:srgbClr val="45545F"/>
                </a:solidFill>
              </a:rPr>
              <a:t>Images © 123RF.com.</a:t>
            </a:r>
            <a:endParaRPr lang="en-US" sz="900" dirty="0">
              <a:solidFill>
                <a:srgbClr val="45545F"/>
              </a:solidFill>
            </a:endParaRPr>
          </a:p>
        </p:txBody>
      </p:sp>
    </p:spTree>
    <p:extLst>
      <p:ext uri="{BB962C8B-B14F-4D97-AF65-F5344CB8AC3E}">
        <p14:creationId xmlns:p14="http://schemas.microsoft.com/office/powerpoint/2010/main" val="3890781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75D23-2E93-9BCD-C289-277BA456EA9D}"/>
              </a:ext>
            </a:extLst>
          </p:cNvPr>
          <p:cNvSpPr>
            <a:spLocks noGrp="1"/>
          </p:cNvSpPr>
          <p:nvPr>
            <p:ph type="title"/>
          </p:nvPr>
        </p:nvSpPr>
        <p:spPr/>
        <p:txBody>
          <a:bodyPr/>
          <a:lstStyle/>
          <a:p>
            <a:r>
              <a:rPr lang="en-US" noProof="0" dirty="0"/>
              <a:t>Rule-Based Access Control​</a:t>
            </a:r>
          </a:p>
        </p:txBody>
      </p:sp>
      <p:sp>
        <p:nvSpPr>
          <p:cNvPr id="3" name="Content Placeholder 2">
            <a:extLst>
              <a:ext uri="{FF2B5EF4-FFF2-40B4-BE49-F238E27FC236}">
                <a16:creationId xmlns:a16="http://schemas.microsoft.com/office/drawing/2014/main" id="{1206E0EB-94C7-21C7-C44D-3F390D866FED}"/>
              </a:ext>
            </a:extLst>
          </p:cNvPr>
          <p:cNvSpPr>
            <a:spLocks noGrp="1"/>
          </p:cNvSpPr>
          <p:nvPr>
            <p:ph idx="1"/>
          </p:nvPr>
        </p:nvSpPr>
        <p:spPr/>
        <p:txBody>
          <a:bodyPr/>
          <a:lstStyle/>
          <a:p>
            <a:r>
              <a:rPr lang="en-US" noProof="0" dirty="0"/>
              <a:t>Non-discretionary​</a:t>
            </a:r>
          </a:p>
          <a:p>
            <a:pPr lvl="1"/>
            <a:r>
              <a:rPr lang="en-US" noProof="0" dirty="0"/>
              <a:t>System determines rules, not users​</a:t>
            </a:r>
          </a:p>
          <a:p>
            <a:pPr lvl="1"/>
            <a:r>
              <a:rPr lang="en-US" dirty="0"/>
              <a:t>MAC, RBAC, and ABAC</a:t>
            </a:r>
            <a:endParaRPr lang="en-US" noProof="0" dirty="0"/>
          </a:p>
          <a:p>
            <a:r>
              <a:rPr lang="en-US" noProof="0" dirty="0"/>
              <a:t>Conditional access​</a:t>
            </a:r>
          </a:p>
          <a:p>
            <a:pPr lvl="1"/>
            <a:r>
              <a:rPr lang="en-US" noProof="0" dirty="0"/>
              <a:t>Continual authentication​</a:t>
            </a:r>
          </a:p>
          <a:p>
            <a:pPr lvl="1"/>
            <a:r>
              <a:rPr lang="en-US" noProof="0" dirty="0"/>
              <a:t>User account control (UAC)​ and sudo</a:t>
            </a:r>
          </a:p>
          <a:p>
            <a:endParaRPr lang="en-US" noProof="0" dirty="0"/>
          </a:p>
        </p:txBody>
      </p:sp>
      <p:sp>
        <p:nvSpPr>
          <p:cNvPr id="4" name="Slide Number Placeholder 3">
            <a:extLst>
              <a:ext uri="{FF2B5EF4-FFF2-40B4-BE49-F238E27FC236}">
                <a16:creationId xmlns:a16="http://schemas.microsoft.com/office/drawing/2014/main" id="{1461DBC3-689D-E7CE-4AB9-D37B5E7696E1}"/>
              </a:ext>
            </a:extLst>
          </p:cNvPr>
          <p:cNvSpPr>
            <a:spLocks noGrp="1"/>
          </p:cNvSpPr>
          <p:nvPr>
            <p:ph type="sldNum" sz="quarter" idx="10"/>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2824444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7A36-4B08-6872-5853-317FB301BE2D}"/>
              </a:ext>
            </a:extLst>
          </p:cNvPr>
          <p:cNvSpPr>
            <a:spLocks noGrp="1"/>
          </p:cNvSpPr>
          <p:nvPr>
            <p:ph type="title"/>
          </p:nvPr>
        </p:nvSpPr>
        <p:spPr/>
        <p:txBody>
          <a:bodyPr/>
          <a:lstStyle/>
          <a:p>
            <a:r>
              <a:rPr lang="en-US" noProof="0" dirty="0"/>
              <a:t>Least Privilege Permission Assignments</a:t>
            </a:r>
          </a:p>
        </p:txBody>
      </p:sp>
      <p:sp>
        <p:nvSpPr>
          <p:cNvPr id="3" name="Content Placeholder 2">
            <a:extLst>
              <a:ext uri="{FF2B5EF4-FFF2-40B4-BE49-F238E27FC236}">
                <a16:creationId xmlns:a16="http://schemas.microsoft.com/office/drawing/2014/main" id="{CD13E5E3-B972-A39E-3AFC-7D3BAF02822E}"/>
              </a:ext>
            </a:extLst>
          </p:cNvPr>
          <p:cNvSpPr>
            <a:spLocks noGrp="1"/>
          </p:cNvSpPr>
          <p:nvPr>
            <p:ph idx="1"/>
          </p:nvPr>
        </p:nvSpPr>
        <p:spPr/>
        <p:txBody>
          <a:bodyPr/>
          <a:lstStyle/>
          <a:p>
            <a:r>
              <a:rPr lang="en-US" noProof="0" dirty="0"/>
              <a:t>Principle of least privilege</a:t>
            </a:r>
          </a:p>
          <a:p>
            <a:pPr lvl="1"/>
            <a:r>
              <a:rPr lang="en-US" noProof="0" dirty="0"/>
              <a:t>Sufficient permissions only</a:t>
            </a:r>
          </a:p>
          <a:p>
            <a:r>
              <a:rPr lang="en-US" noProof="0" dirty="0"/>
              <a:t>Implications</a:t>
            </a:r>
          </a:p>
          <a:p>
            <a:pPr lvl="1"/>
            <a:r>
              <a:rPr lang="en-US" noProof="0" dirty="0"/>
              <a:t>Insufficient permissions</a:t>
            </a:r>
          </a:p>
          <a:p>
            <a:pPr lvl="1"/>
            <a:r>
              <a:rPr lang="en-US" noProof="0" dirty="0"/>
              <a:t>Authorization creep</a:t>
            </a:r>
          </a:p>
          <a:p>
            <a:pPr lvl="1"/>
            <a:r>
              <a:rPr lang="en-US" noProof="0" dirty="0"/>
              <a:t>Auditing</a:t>
            </a:r>
          </a:p>
        </p:txBody>
      </p:sp>
      <p:pic>
        <p:nvPicPr>
          <p:cNvPr id="1026" name="Picture 2" descr="Screenshot of Advanced Security Settings for LABFILES folder. The Effective Access tab is selected.">
            <a:extLst>
              <a:ext uri="{FF2B5EF4-FFF2-40B4-BE49-F238E27FC236}">
                <a16:creationId xmlns:a16="http://schemas.microsoft.com/office/drawing/2014/main" id="{B5ADC24C-1D9E-DB78-5DD9-2A73A4E6E699}"/>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a:xfrm>
            <a:off x="4637088" y="799290"/>
            <a:ext cx="4379912" cy="3940207"/>
          </a:xfrm>
        </p:spPr>
      </p:pic>
      <p:sp>
        <p:nvSpPr>
          <p:cNvPr id="5" name="Slide Number Placeholder 4">
            <a:extLst>
              <a:ext uri="{FF2B5EF4-FFF2-40B4-BE49-F238E27FC236}">
                <a16:creationId xmlns:a16="http://schemas.microsoft.com/office/drawing/2014/main" id="{880F3D84-224A-EAA8-057C-5B7F169B9E3C}"/>
              </a:ext>
            </a:extLst>
          </p:cNvPr>
          <p:cNvSpPr>
            <a:spLocks noGrp="1"/>
          </p:cNvSpPr>
          <p:nvPr>
            <p:ph type="sldNum" sz="quarter" idx="13"/>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2727043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DBFDC-D7B3-F0D8-506A-ECD2FE8A8884}"/>
              </a:ext>
            </a:extLst>
          </p:cNvPr>
          <p:cNvSpPr>
            <a:spLocks noGrp="1"/>
          </p:cNvSpPr>
          <p:nvPr>
            <p:ph type="title"/>
          </p:nvPr>
        </p:nvSpPr>
        <p:spPr/>
        <p:txBody>
          <a:bodyPr/>
          <a:lstStyle/>
          <a:p>
            <a:r>
              <a:rPr lang="en-US" noProof="0" dirty="0"/>
              <a:t>User Account Provisioning</a:t>
            </a:r>
          </a:p>
        </p:txBody>
      </p:sp>
      <p:sp>
        <p:nvSpPr>
          <p:cNvPr id="3" name="Content Placeholder 2">
            <a:extLst>
              <a:ext uri="{FF2B5EF4-FFF2-40B4-BE49-F238E27FC236}">
                <a16:creationId xmlns:a16="http://schemas.microsoft.com/office/drawing/2014/main" id="{EBE09753-1ED7-7FE7-580F-66C7D665892A}"/>
              </a:ext>
            </a:extLst>
          </p:cNvPr>
          <p:cNvSpPr>
            <a:spLocks noGrp="1"/>
          </p:cNvSpPr>
          <p:nvPr>
            <p:ph idx="1"/>
          </p:nvPr>
        </p:nvSpPr>
        <p:spPr/>
        <p:txBody>
          <a:bodyPr>
            <a:normAutofit fontScale="92500" lnSpcReduction="20000"/>
          </a:bodyPr>
          <a:lstStyle/>
          <a:p>
            <a:r>
              <a:rPr lang="en-US" noProof="0" dirty="0"/>
              <a:t>Provisioning</a:t>
            </a:r>
          </a:p>
          <a:p>
            <a:pPr lvl="1"/>
            <a:r>
              <a:rPr lang="en-US" noProof="0" dirty="0"/>
              <a:t>Identity proofing</a:t>
            </a:r>
          </a:p>
          <a:p>
            <a:pPr lvl="1"/>
            <a:r>
              <a:rPr lang="en-US" noProof="0" dirty="0"/>
              <a:t>Issuing credentials​</a:t>
            </a:r>
          </a:p>
          <a:p>
            <a:pPr lvl="1"/>
            <a:r>
              <a:rPr lang="en-US" noProof="0" dirty="0"/>
              <a:t>Asset allocation ​</a:t>
            </a:r>
          </a:p>
          <a:p>
            <a:pPr lvl="1"/>
            <a:r>
              <a:rPr lang="en-US" dirty="0"/>
              <a:t>Policy awareness and security education</a:t>
            </a:r>
            <a:endParaRPr lang="en-US" noProof="0" dirty="0"/>
          </a:p>
          <a:p>
            <a:pPr lvl="1"/>
            <a:r>
              <a:rPr lang="en-US" noProof="0" dirty="0"/>
              <a:t>Permission assignments and implications</a:t>
            </a:r>
          </a:p>
          <a:p>
            <a:r>
              <a:rPr lang="en-US" noProof="0" dirty="0"/>
              <a:t>Deprovisioning</a:t>
            </a:r>
          </a:p>
          <a:p>
            <a:pPr lvl="1"/>
            <a:r>
              <a:rPr lang="en-US" dirty="0"/>
              <a:t>Employees or contractors leaving company or project, or changing roles</a:t>
            </a:r>
          </a:p>
          <a:p>
            <a:pPr lvl="1"/>
            <a:r>
              <a:rPr lang="en-US" noProof="0" dirty="0"/>
              <a:t>Remove or disable permission assignments</a:t>
            </a:r>
          </a:p>
          <a:p>
            <a:endParaRPr lang="en-US" noProof="0" dirty="0"/>
          </a:p>
        </p:txBody>
      </p:sp>
      <p:sp>
        <p:nvSpPr>
          <p:cNvPr id="4" name="Slide Number Placeholder 3">
            <a:extLst>
              <a:ext uri="{FF2B5EF4-FFF2-40B4-BE49-F238E27FC236}">
                <a16:creationId xmlns:a16="http://schemas.microsoft.com/office/drawing/2014/main" id="{BE2BB9C9-6DCF-251E-CCAB-A8670B587105}"/>
              </a:ext>
            </a:extLst>
          </p:cNvPr>
          <p:cNvSpPr>
            <a:spLocks noGrp="1"/>
          </p:cNvSpPr>
          <p:nvPr>
            <p:ph type="sldNum" sz="quarter" idx="10"/>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109215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9D04B-7E80-3FD8-6EA1-19FEB4D1FEDF}"/>
              </a:ext>
            </a:extLst>
          </p:cNvPr>
          <p:cNvSpPr>
            <a:spLocks noGrp="1"/>
          </p:cNvSpPr>
          <p:nvPr>
            <p:ph type="title"/>
          </p:nvPr>
        </p:nvSpPr>
        <p:spPr/>
        <p:txBody>
          <a:bodyPr/>
          <a:lstStyle/>
          <a:p>
            <a:r>
              <a:rPr lang="en-US" noProof="0" dirty="0"/>
              <a:t>Account Attributes and Access Policies​</a:t>
            </a:r>
          </a:p>
        </p:txBody>
      </p:sp>
      <p:pic>
        <p:nvPicPr>
          <p:cNvPr id="8" name="Picture 2">
            <a:extLst>
              <a:ext uri="{FF2B5EF4-FFF2-40B4-BE49-F238E27FC236}">
                <a16:creationId xmlns:a16="http://schemas.microsoft.com/office/drawing/2014/main" id="{3EFA8DAF-8B94-26DA-99E0-36D4670853B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6050" y="1577846"/>
            <a:ext cx="4354513" cy="2383095"/>
          </a:xfrm>
        </p:spPr>
      </p:pic>
      <p:sp>
        <p:nvSpPr>
          <p:cNvPr id="7" name="Content Placeholder 6">
            <a:extLst>
              <a:ext uri="{FF2B5EF4-FFF2-40B4-BE49-F238E27FC236}">
                <a16:creationId xmlns:a16="http://schemas.microsoft.com/office/drawing/2014/main" id="{6856ED67-79F7-A7B4-41AA-EF8089DF6539}"/>
              </a:ext>
            </a:extLst>
          </p:cNvPr>
          <p:cNvSpPr>
            <a:spLocks noGrp="1"/>
          </p:cNvSpPr>
          <p:nvPr>
            <p:ph idx="12"/>
          </p:nvPr>
        </p:nvSpPr>
        <p:spPr/>
        <p:txBody>
          <a:bodyPr>
            <a:normAutofit fontScale="92500" lnSpcReduction="20000"/>
          </a:bodyPr>
          <a:lstStyle/>
          <a:p>
            <a:r>
              <a:rPr lang="en-US" noProof="0" dirty="0"/>
              <a:t>Account attributes​</a:t>
            </a:r>
          </a:p>
          <a:p>
            <a:pPr lvl="1"/>
            <a:r>
              <a:rPr lang="en-US" noProof="0" dirty="0"/>
              <a:t>Security identifier (SID, account name, credential​)</a:t>
            </a:r>
          </a:p>
          <a:p>
            <a:pPr lvl="1"/>
            <a:r>
              <a:rPr lang="en-US" noProof="0" dirty="0"/>
              <a:t>Extended profile attributes​</a:t>
            </a:r>
          </a:p>
          <a:p>
            <a:pPr lvl="1"/>
            <a:r>
              <a:rPr lang="en-US" noProof="0" dirty="0"/>
              <a:t>Per-app settings and files​</a:t>
            </a:r>
          </a:p>
          <a:p>
            <a:r>
              <a:rPr lang="en-US" noProof="0" dirty="0"/>
              <a:t>Access policies​</a:t>
            </a:r>
          </a:p>
          <a:p>
            <a:pPr lvl="1"/>
            <a:r>
              <a:rPr lang="en-US" noProof="0" dirty="0"/>
              <a:t>File permissions​</a:t>
            </a:r>
          </a:p>
          <a:p>
            <a:pPr lvl="1"/>
            <a:r>
              <a:rPr lang="en-US" noProof="0" dirty="0"/>
              <a:t>Access rights​</a:t>
            </a:r>
          </a:p>
          <a:p>
            <a:pPr lvl="1"/>
            <a:r>
              <a:rPr lang="en-US" noProof="0" dirty="0"/>
              <a:t>Active Directory Group Policy Objects (GPOs)​</a:t>
            </a:r>
          </a:p>
          <a:p>
            <a:endParaRPr lang="en-US" noProof="0" dirty="0"/>
          </a:p>
          <a:p>
            <a:endParaRPr lang="en-US" noProof="0" dirty="0"/>
          </a:p>
          <a:p>
            <a:endParaRPr lang="en-US" dirty="0"/>
          </a:p>
        </p:txBody>
      </p:sp>
      <p:sp>
        <p:nvSpPr>
          <p:cNvPr id="5" name="Slide Number Placeholder 4">
            <a:extLst>
              <a:ext uri="{FF2B5EF4-FFF2-40B4-BE49-F238E27FC236}">
                <a16:creationId xmlns:a16="http://schemas.microsoft.com/office/drawing/2014/main" id="{5AE4FD8C-2181-32C9-6B28-CB8794B70CB5}"/>
              </a:ext>
            </a:extLst>
          </p:cNvPr>
          <p:cNvSpPr>
            <a:spLocks noGrp="1"/>
          </p:cNvSpPr>
          <p:nvPr>
            <p:ph type="sldNum" sz="quarter" idx="13"/>
          </p:nvPr>
        </p:nvSpPr>
        <p:spPr/>
        <p:txBody>
          <a:bodyPr/>
          <a:lstStyle/>
          <a:p>
            <a:fld id="{B7CF8A19-3A9E-4ABC-B336-2FDDE321C72D}" type="slidenum">
              <a:rPr lang="en-US" smtClean="0"/>
              <a:pPr/>
              <a:t>20</a:t>
            </a:fld>
            <a:endParaRPr lang="en-US"/>
          </a:p>
        </p:txBody>
      </p:sp>
      <p:sp>
        <p:nvSpPr>
          <p:cNvPr id="6" name="TextBox 1">
            <a:extLst>
              <a:ext uri="{FF2B5EF4-FFF2-40B4-BE49-F238E27FC236}">
                <a16:creationId xmlns:a16="http://schemas.microsoft.com/office/drawing/2014/main" id="{85B62B9D-4DDE-1D99-F671-D38CA1ADDC91}"/>
              </a:ext>
            </a:extLst>
          </p:cNvPr>
          <p:cNvSpPr txBox="1"/>
          <p:nvPr/>
        </p:nvSpPr>
        <p:spPr>
          <a:xfrm>
            <a:off x="54615" y="4040080"/>
            <a:ext cx="2664512"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i="1" dirty="0">
                <a:solidFill>
                  <a:srgbClr val="45545F"/>
                </a:solidFill>
              </a:rPr>
              <a:t>Screenshot used with permission from Microsoft.</a:t>
            </a:r>
          </a:p>
        </p:txBody>
      </p:sp>
    </p:spTree>
    <p:extLst>
      <p:ext uri="{BB962C8B-B14F-4D97-AF65-F5344CB8AC3E}">
        <p14:creationId xmlns:p14="http://schemas.microsoft.com/office/powerpoint/2010/main" val="428784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85E06-E090-F120-0D9F-57E7563B9302}"/>
              </a:ext>
            </a:extLst>
          </p:cNvPr>
          <p:cNvSpPr>
            <a:spLocks noGrp="1"/>
          </p:cNvSpPr>
          <p:nvPr>
            <p:ph type="title"/>
          </p:nvPr>
        </p:nvSpPr>
        <p:spPr/>
        <p:txBody>
          <a:bodyPr/>
          <a:lstStyle/>
          <a:p>
            <a:r>
              <a:rPr lang="en-US" noProof="0" dirty="0"/>
              <a:t>Account Restrictions​</a:t>
            </a:r>
          </a:p>
        </p:txBody>
      </p:sp>
      <p:sp>
        <p:nvSpPr>
          <p:cNvPr id="3" name="Content Placeholder 2">
            <a:extLst>
              <a:ext uri="{FF2B5EF4-FFF2-40B4-BE49-F238E27FC236}">
                <a16:creationId xmlns:a16="http://schemas.microsoft.com/office/drawing/2014/main" id="{570F4F36-E361-4D15-1C8C-A9A20959610F}"/>
              </a:ext>
            </a:extLst>
          </p:cNvPr>
          <p:cNvSpPr>
            <a:spLocks noGrp="1"/>
          </p:cNvSpPr>
          <p:nvPr>
            <p:ph idx="1"/>
          </p:nvPr>
        </p:nvSpPr>
        <p:spPr/>
        <p:txBody>
          <a:bodyPr>
            <a:normAutofit fontScale="77500" lnSpcReduction="20000"/>
          </a:bodyPr>
          <a:lstStyle/>
          <a:p>
            <a:r>
              <a:rPr lang="en-US" noProof="0" dirty="0"/>
              <a:t>Location-based policies</a:t>
            </a:r>
          </a:p>
          <a:p>
            <a:pPr lvl="1"/>
            <a:r>
              <a:rPr lang="en-US" noProof="0" dirty="0"/>
              <a:t>Network/logical location</a:t>
            </a:r>
          </a:p>
          <a:p>
            <a:pPr lvl="1"/>
            <a:r>
              <a:rPr lang="en-US" noProof="0" dirty="0"/>
              <a:t>Geolocation​</a:t>
            </a:r>
          </a:p>
          <a:p>
            <a:pPr lvl="2"/>
            <a:r>
              <a:rPr lang="en-US" noProof="0" dirty="0"/>
              <a:t>By IP address​</a:t>
            </a:r>
          </a:p>
          <a:p>
            <a:pPr lvl="2"/>
            <a:r>
              <a:rPr lang="en-US" noProof="0" dirty="0"/>
              <a:t>By Location Services​</a:t>
            </a:r>
          </a:p>
          <a:p>
            <a:r>
              <a:rPr lang="en-US" noProof="0" dirty="0"/>
              <a:t>Time-based restrictions​</a:t>
            </a:r>
          </a:p>
          <a:p>
            <a:pPr lvl="1"/>
            <a:r>
              <a:rPr lang="en-US" noProof="0" dirty="0"/>
              <a:t>Logon hours​</a:t>
            </a:r>
          </a:p>
          <a:p>
            <a:pPr lvl="1"/>
            <a:r>
              <a:rPr lang="en-US" noProof="0" dirty="0"/>
              <a:t>Logon duration​</a:t>
            </a:r>
          </a:p>
          <a:p>
            <a:pPr lvl="1"/>
            <a:r>
              <a:rPr lang="en-US" noProof="0" dirty="0"/>
              <a:t>Impossible travel time/risky login​</a:t>
            </a:r>
          </a:p>
          <a:p>
            <a:pPr lvl="1"/>
            <a:r>
              <a:rPr lang="en-US" dirty="0"/>
              <a:t>Temporary permissions</a:t>
            </a:r>
            <a:endParaRPr lang="en-US" noProof="0" dirty="0"/>
          </a:p>
          <a:p>
            <a:endParaRPr lang="en-US" noProof="0" dirty="0"/>
          </a:p>
        </p:txBody>
      </p:sp>
      <p:sp>
        <p:nvSpPr>
          <p:cNvPr id="4" name="Slide Number Placeholder 3">
            <a:extLst>
              <a:ext uri="{FF2B5EF4-FFF2-40B4-BE49-F238E27FC236}">
                <a16:creationId xmlns:a16="http://schemas.microsoft.com/office/drawing/2014/main" id="{EE211667-1B55-4716-111A-2BD20F34491C}"/>
              </a:ext>
            </a:extLst>
          </p:cNvPr>
          <p:cNvSpPr>
            <a:spLocks noGrp="1"/>
          </p:cNvSpPr>
          <p:nvPr>
            <p:ph type="sldNum" sz="quarter" idx="10"/>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993561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54BE4-DFD0-8B4F-315E-3DC7155FB1E7}"/>
              </a:ext>
            </a:extLst>
          </p:cNvPr>
          <p:cNvSpPr>
            <a:spLocks noGrp="1"/>
          </p:cNvSpPr>
          <p:nvPr>
            <p:ph type="title"/>
          </p:nvPr>
        </p:nvSpPr>
        <p:spPr/>
        <p:txBody>
          <a:bodyPr/>
          <a:lstStyle/>
          <a:p>
            <a:r>
              <a:rPr lang="en-US" noProof="0" dirty="0"/>
              <a:t>Privileged Access Management</a:t>
            </a:r>
          </a:p>
        </p:txBody>
      </p:sp>
      <p:sp>
        <p:nvSpPr>
          <p:cNvPr id="3" name="Content Placeholder 2">
            <a:extLst>
              <a:ext uri="{FF2B5EF4-FFF2-40B4-BE49-F238E27FC236}">
                <a16:creationId xmlns:a16="http://schemas.microsoft.com/office/drawing/2014/main" id="{3E412F1D-D94E-916B-DFB7-54553183417A}"/>
              </a:ext>
            </a:extLst>
          </p:cNvPr>
          <p:cNvSpPr>
            <a:spLocks noGrp="1"/>
          </p:cNvSpPr>
          <p:nvPr>
            <p:ph idx="1"/>
          </p:nvPr>
        </p:nvSpPr>
        <p:spPr/>
        <p:txBody>
          <a:bodyPr>
            <a:normAutofit/>
          </a:bodyPr>
          <a:lstStyle/>
          <a:p>
            <a:r>
              <a:rPr lang="en-US" noProof="0" dirty="0"/>
              <a:t>Policies, procedures, and technical controls to prevent the malicious abuse of privileged accounts​</a:t>
            </a:r>
          </a:p>
          <a:p>
            <a:pPr lvl="1"/>
            <a:r>
              <a:rPr lang="en-US" dirty="0"/>
              <a:t>Accounts with system-wide access</a:t>
            </a:r>
          </a:p>
          <a:p>
            <a:pPr lvl="1"/>
            <a:r>
              <a:rPr lang="en-US" dirty="0"/>
              <a:t>Secure administrative workstations</a:t>
            </a:r>
            <a:endParaRPr lang="en-US" noProof="0" dirty="0"/>
          </a:p>
          <a:p>
            <a:r>
              <a:rPr lang="en-US" noProof="0" dirty="0"/>
              <a:t>Policies​ for zero standing privileges for administrators</a:t>
            </a:r>
          </a:p>
          <a:p>
            <a:pPr lvl="1"/>
            <a:r>
              <a:rPr lang="en-US" noProof="0" dirty="0"/>
              <a:t>Temporary elevation</a:t>
            </a:r>
          </a:p>
          <a:p>
            <a:pPr lvl="1"/>
            <a:r>
              <a:rPr lang="en-US" dirty="0"/>
              <a:t>Password vaulting/brokering</a:t>
            </a:r>
            <a:endParaRPr lang="en-US" noProof="0" dirty="0"/>
          </a:p>
          <a:p>
            <a:pPr lvl="1"/>
            <a:r>
              <a:rPr lang="en-US" noProof="0" dirty="0"/>
              <a:t>Ephemeral credentials</a:t>
            </a:r>
          </a:p>
        </p:txBody>
      </p:sp>
      <p:sp>
        <p:nvSpPr>
          <p:cNvPr id="4" name="Slide Number Placeholder 3">
            <a:extLst>
              <a:ext uri="{FF2B5EF4-FFF2-40B4-BE49-F238E27FC236}">
                <a16:creationId xmlns:a16="http://schemas.microsoft.com/office/drawing/2014/main" id="{61AEE579-B098-F437-CCAE-C18131BDB7A7}"/>
              </a:ext>
            </a:extLst>
          </p:cNvPr>
          <p:cNvSpPr>
            <a:spLocks noGrp="1"/>
          </p:cNvSpPr>
          <p:nvPr>
            <p:ph type="sldNum" sz="quarter" idx="10"/>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282604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961ACC-2369-A3C3-4649-BEB854907A29}"/>
              </a:ext>
            </a:extLst>
          </p:cNvPr>
          <p:cNvSpPr>
            <a:spLocks noGrp="1"/>
          </p:cNvSpPr>
          <p:nvPr>
            <p:ph sz="quarter" idx="11"/>
          </p:nvPr>
        </p:nvSpPr>
        <p:spPr>
          <a:xfrm>
            <a:off x="146050" y="748623"/>
            <a:ext cx="8870950" cy="4232451"/>
          </a:xfrm>
        </p:spPr>
        <p:txBody>
          <a:bodyPr>
            <a:normAutofit fontScale="62500" lnSpcReduction="20000"/>
          </a:bodyPr>
          <a:lstStyle/>
          <a:p>
            <a:r>
              <a:rPr lang="en-US" dirty="0"/>
              <a:t>Discretionary and mandatory access control​</a:t>
            </a:r>
          </a:p>
          <a:p>
            <a:r>
              <a:rPr lang="en-US" dirty="0"/>
              <a:t>Role-based and attribute-based access control​</a:t>
            </a:r>
          </a:p>
          <a:p>
            <a:r>
              <a:rPr lang="en-US" dirty="0"/>
              <a:t>Rule-based access control​</a:t>
            </a:r>
          </a:p>
          <a:p>
            <a:r>
              <a:rPr lang="en-US" dirty="0"/>
              <a:t>Least privilege permission assignments</a:t>
            </a:r>
          </a:p>
          <a:p>
            <a:r>
              <a:rPr lang="en-US" dirty="0"/>
              <a:t>User account provisioning</a:t>
            </a:r>
          </a:p>
          <a:p>
            <a:pPr lvl="1"/>
            <a:r>
              <a:rPr lang="en-US" dirty="0"/>
              <a:t>Identity proofing, secure credentials, asset allocation, policy/awareness training, permissions assignments</a:t>
            </a:r>
          </a:p>
          <a:p>
            <a:r>
              <a:rPr lang="en-US" dirty="0"/>
              <a:t>Account attributes and access policies​</a:t>
            </a:r>
          </a:p>
          <a:p>
            <a:r>
              <a:rPr lang="en-US" dirty="0"/>
              <a:t>Account restrictions​</a:t>
            </a:r>
          </a:p>
          <a:p>
            <a:pPr lvl="1"/>
            <a:r>
              <a:rPr lang="en-US" dirty="0"/>
              <a:t>Location- and time-based</a:t>
            </a:r>
          </a:p>
          <a:p>
            <a:r>
              <a:rPr lang="en-US" dirty="0"/>
              <a:t>Privileged access management</a:t>
            </a:r>
          </a:p>
          <a:p>
            <a:pPr lvl="1"/>
            <a:r>
              <a:rPr lang="en-US" dirty="0"/>
              <a:t>Zero standing privileges and ephemeral/vaulted credentials</a:t>
            </a:r>
          </a:p>
        </p:txBody>
      </p:sp>
      <p:sp>
        <p:nvSpPr>
          <p:cNvPr id="3" name="Title 2">
            <a:extLst>
              <a:ext uri="{FF2B5EF4-FFF2-40B4-BE49-F238E27FC236}">
                <a16:creationId xmlns:a16="http://schemas.microsoft.com/office/drawing/2014/main" id="{2826D57A-AC34-F51C-21A5-F49B166B4655}"/>
              </a:ext>
            </a:extLst>
          </p:cNvPr>
          <p:cNvSpPr>
            <a:spLocks noGrp="1"/>
          </p:cNvSpPr>
          <p:nvPr>
            <p:ph type="title"/>
          </p:nvPr>
        </p:nvSpPr>
        <p:spPr/>
        <p:txBody>
          <a:bodyPr/>
          <a:lstStyle/>
          <a:p>
            <a:r>
              <a:rPr lang="en-GB" dirty="0"/>
              <a:t>Access Management</a:t>
            </a:r>
            <a:endParaRPr lang="en-US" dirty="0"/>
          </a:p>
        </p:txBody>
      </p:sp>
      <p:sp>
        <p:nvSpPr>
          <p:cNvPr id="4" name="Slide Number Placeholder 3">
            <a:extLst>
              <a:ext uri="{FF2B5EF4-FFF2-40B4-BE49-F238E27FC236}">
                <a16:creationId xmlns:a16="http://schemas.microsoft.com/office/drawing/2014/main" id="{FFE22137-421E-DA7F-16BB-EAB4240061AC}"/>
              </a:ext>
            </a:extLst>
          </p:cNvPr>
          <p:cNvSpPr>
            <a:spLocks noGrp="1"/>
          </p:cNvSpPr>
          <p:nvPr>
            <p:ph type="sldNum" sz="quarter" idx="12"/>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352947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41C3C7-D7F6-4220-C3E1-4EDF2226D97E}"/>
              </a:ext>
            </a:extLst>
          </p:cNvPr>
          <p:cNvSpPr>
            <a:spLocks noGrp="1"/>
          </p:cNvSpPr>
          <p:nvPr>
            <p:ph type="sldNum" sz="quarter" idx="13"/>
          </p:nvPr>
        </p:nvSpPr>
        <p:spPr/>
        <p:txBody>
          <a:bodyPr/>
          <a:lstStyle/>
          <a:p>
            <a:fld id="{B7CF8A19-3A9E-4ABC-B336-2FDDE321C72D}" type="slidenum">
              <a:rPr lang="en-US" smtClean="0"/>
              <a:pPr/>
              <a:t>24</a:t>
            </a:fld>
            <a:endParaRPr lang="en-US"/>
          </a:p>
        </p:txBody>
      </p:sp>
      <p:sp>
        <p:nvSpPr>
          <p:cNvPr id="5" name="Content Placeholder 4">
            <a:extLst>
              <a:ext uri="{FF2B5EF4-FFF2-40B4-BE49-F238E27FC236}">
                <a16:creationId xmlns:a16="http://schemas.microsoft.com/office/drawing/2014/main" id="{D3459AD1-8CFD-45FC-E863-D06A8D0E568D}"/>
              </a:ext>
            </a:extLst>
          </p:cNvPr>
          <p:cNvSpPr>
            <a:spLocks noGrp="1"/>
          </p:cNvSpPr>
          <p:nvPr>
            <p:ph sz="quarter" idx="14"/>
          </p:nvPr>
        </p:nvSpPr>
        <p:spPr/>
        <p:txBody>
          <a:bodyPr/>
          <a:lstStyle/>
          <a:p>
            <a:r>
              <a:rPr lang="en-US" dirty="0"/>
              <a:t>Assisted Lab: Managing Permissions</a:t>
            </a:r>
          </a:p>
        </p:txBody>
      </p:sp>
    </p:spTree>
    <p:extLst>
      <p:ext uri="{BB962C8B-B14F-4D97-AF65-F5344CB8AC3E}">
        <p14:creationId xmlns:p14="http://schemas.microsoft.com/office/powerpoint/2010/main" val="98681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Identity Management</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4C</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4</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769677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36AF3-1798-7CC8-E22F-47B4ABEA0FE2}"/>
              </a:ext>
            </a:extLst>
          </p:cNvPr>
          <p:cNvSpPr>
            <a:spLocks noGrp="1"/>
          </p:cNvSpPr>
          <p:nvPr>
            <p:ph type="title"/>
          </p:nvPr>
        </p:nvSpPr>
        <p:spPr/>
        <p:txBody>
          <a:bodyPr/>
          <a:lstStyle/>
          <a:p>
            <a:r>
              <a:rPr lang="en-US" noProof="0" dirty="0"/>
              <a:t>Local , Network, and Remote Authentication​</a:t>
            </a:r>
          </a:p>
        </p:txBody>
      </p:sp>
      <p:sp>
        <p:nvSpPr>
          <p:cNvPr id="3" name="Content Placeholder 2">
            <a:extLst>
              <a:ext uri="{FF2B5EF4-FFF2-40B4-BE49-F238E27FC236}">
                <a16:creationId xmlns:a16="http://schemas.microsoft.com/office/drawing/2014/main" id="{0804642B-39E7-E68C-A0E7-9DED2DC15088}"/>
              </a:ext>
            </a:extLst>
          </p:cNvPr>
          <p:cNvSpPr>
            <a:spLocks noGrp="1"/>
          </p:cNvSpPr>
          <p:nvPr>
            <p:ph idx="1"/>
          </p:nvPr>
        </p:nvSpPr>
        <p:spPr/>
        <p:txBody>
          <a:bodyPr>
            <a:normAutofit fontScale="92500" lnSpcReduction="20000"/>
          </a:bodyPr>
          <a:lstStyle/>
          <a:p>
            <a:r>
              <a:rPr lang="en-US" noProof="0" dirty="0"/>
              <a:t>Authentication providers​</a:t>
            </a:r>
          </a:p>
          <a:p>
            <a:pPr lvl="1"/>
            <a:r>
              <a:rPr lang="en-US" noProof="0" dirty="0"/>
              <a:t>Passwords versus password hashes​</a:t>
            </a:r>
          </a:p>
          <a:p>
            <a:r>
              <a:rPr lang="en-US" noProof="0" dirty="0"/>
              <a:t>Windows authentication​</a:t>
            </a:r>
          </a:p>
          <a:p>
            <a:pPr lvl="1"/>
            <a:r>
              <a:rPr lang="en-US" noProof="0" dirty="0"/>
              <a:t>Local sign-in​</a:t>
            </a:r>
          </a:p>
          <a:p>
            <a:pPr lvl="1"/>
            <a:r>
              <a:rPr lang="en-US" noProof="0" dirty="0"/>
              <a:t>Network sign-in (Kerberos and NTLM)​</a:t>
            </a:r>
          </a:p>
          <a:p>
            <a:pPr lvl="1"/>
            <a:r>
              <a:rPr lang="en-US" noProof="0" dirty="0"/>
              <a:t>Remote sign-in​</a:t>
            </a:r>
          </a:p>
          <a:p>
            <a:r>
              <a:rPr lang="en-US" noProof="0" dirty="0"/>
              <a:t>Linux authentication​</a:t>
            </a:r>
          </a:p>
          <a:p>
            <a:pPr lvl="1"/>
            <a:r>
              <a:rPr lang="en-US" noProof="0" dirty="0"/>
              <a:t>/etc/passwd and /etc/shadow​</a:t>
            </a:r>
          </a:p>
          <a:p>
            <a:pPr lvl="1"/>
            <a:r>
              <a:rPr lang="en-US" noProof="0" dirty="0"/>
              <a:t>Pluggable authentication modules (PAMs)​</a:t>
            </a:r>
          </a:p>
        </p:txBody>
      </p:sp>
      <p:sp>
        <p:nvSpPr>
          <p:cNvPr id="4" name="Slide Number Placeholder 3">
            <a:extLst>
              <a:ext uri="{FF2B5EF4-FFF2-40B4-BE49-F238E27FC236}">
                <a16:creationId xmlns:a16="http://schemas.microsoft.com/office/drawing/2014/main" id="{1D1E48EB-E593-CAB0-8D9E-D0AA9C152031}"/>
              </a:ext>
            </a:extLst>
          </p:cNvPr>
          <p:cNvSpPr>
            <a:spLocks noGrp="1"/>
          </p:cNvSpPr>
          <p:nvPr>
            <p:ph type="sldNum" sz="quarter" idx="10"/>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2827498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28CC-6703-1528-AA94-122851BCCC0E}"/>
              </a:ext>
            </a:extLst>
          </p:cNvPr>
          <p:cNvSpPr>
            <a:spLocks noGrp="1"/>
          </p:cNvSpPr>
          <p:nvPr>
            <p:ph type="title"/>
          </p:nvPr>
        </p:nvSpPr>
        <p:spPr/>
        <p:txBody>
          <a:bodyPr/>
          <a:lstStyle/>
          <a:p>
            <a:r>
              <a:rPr lang="en-US" noProof="0" dirty="0"/>
              <a:t>Directory Services​</a:t>
            </a:r>
          </a:p>
        </p:txBody>
      </p:sp>
      <p:sp>
        <p:nvSpPr>
          <p:cNvPr id="3" name="Content Placeholder 2">
            <a:extLst>
              <a:ext uri="{FF2B5EF4-FFF2-40B4-BE49-F238E27FC236}">
                <a16:creationId xmlns:a16="http://schemas.microsoft.com/office/drawing/2014/main" id="{59FC49BF-5014-E3DB-0EDA-C195A3DDB514}"/>
              </a:ext>
            </a:extLst>
          </p:cNvPr>
          <p:cNvSpPr>
            <a:spLocks noGrp="1"/>
          </p:cNvSpPr>
          <p:nvPr>
            <p:ph idx="1"/>
          </p:nvPr>
        </p:nvSpPr>
        <p:spPr/>
        <p:txBody>
          <a:bodyPr/>
          <a:lstStyle/>
          <a:p>
            <a:r>
              <a:rPr lang="en-US" noProof="0" dirty="0"/>
              <a:t>Database of subjects​</a:t>
            </a:r>
          </a:p>
          <a:p>
            <a:pPr lvl="1"/>
            <a:r>
              <a:rPr lang="en-US" noProof="0" dirty="0"/>
              <a:t>Users, computers, security groups/roles, and services​</a:t>
            </a:r>
          </a:p>
          <a:p>
            <a:r>
              <a:rPr lang="en-US" noProof="0" dirty="0"/>
              <a:t>Access Control Lists (authorizations)​</a:t>
            </a:r>
          </a:p>
          <a:p>
            <a:r>
              <a:rPr lang="en-US" noProof="0" dirty="0"/>
              <a:t>X.500 and Lightweight Directory Access Protocol (LDAP)​</a:t>
            </a:r>
          </a:p>
          <a:p>
            <a:pPr lvl="1"/>
            <a:r>
              <a:rPr lang="en-US" noProof="0" dirty="0"/>
              <a:t>Distinguished names​</a:t>
            </a:r>
          </a:p>
          <a:p>
            <a:pPr lvl="1"/>
            <a:r>
              <a:rPr lang="en-US" noProof="0" dirty="0"/>
              <a:t>Attribute=Value pairs​​</a:t>
            </a:r>
          </a:p>
          <a:p>
            <a:endParaRPr lang="en-US" noProof="0" dirty="0"/>
          </a:p>
        </p:txBody>
      </p:sp>
      <p:sp>
        <p:nvSpPr>
          <p:cNvPr id="4" name="Slide Number Placeholder 3">
            <a:extLst>
              <a:ext uri="{FF2B5EF4-FFF2-40B4-BE49-F238E27FC236}">
                <a16:creationId xmlns:a16="http://schemas.microsoft.com/office/drawing/2014/main" id="{0E975C54-8D19-6B0C-B3E1-4771128B8793}"/>
              </a:ext>
            </a:extLst>
          </p:cNvPr>
          <p:cNvSpPr>
            <a:spLocks noGrp="1"/>
          </p:cNvSpPr>
          <p:nvPr>
            <p:ph type="sldNum" sz="quarter" idx="10"/>
          </p:nvPr>
        </p:nvSpPr>
        <p:spPr/>
        <p:txBody>
          <a:bodyPr/>
          <a:lstStyle/>
          <a:p>
            <a:fld id="{B7CF8A19-3A9E-4ABC-B336-2FDDE321C72D}" type="slidenum">
              <a:rPr lang="en-US" smtClean="0"/>
              <a:pPr/>
              <a:t>27</a:t>
            </a:fld>
            <a:endParaRPr lang="en-US"/>
          </a:p>
        </p:txBody>
      </p:sp>
      <p:sp>
        <p:nvSpPr>
          <p:cNvPr id="5" name="Content Placeholder 6">
            <a:extLst>
              <a:ext uri="{FF2B5EF4-FFF2-40B4-BE49-F238E27FC236}">
                <a16:creationId xmlns:a16="http://schemas.microsoft.com/office/drawing/2014/main" id="{65751459-C101-4E6B-18F5-4F7F348BB92E}"/>
              </a:ext>
            </a:extLst>
          </p:cNvPr>
          <p:cNvSpPr txBox="1">
            <a:spLocks/>
          </p:cNvSpPr>
          <p:nvPr/>
        </p:nvSpPr>
        <p:spPr>
          <a:xfrm>
            <a:off x="266977" y="4202586"/>
            <a:ext cx="8629095" cy="388308"/>
          </a:xfrm>
          <a:custGeom>
            <a:avLst/>
            <a:gdLst>
              <a:gd name="connsiteX0" fmla="*/ 0 w 8629095"/>
              <a:gd name="connsiteY0" fmla="*/ 0 h 388308"/>
              <a:gd name="connsiteX1" fmla="*/ 488982 w 8629095"/>
              <a:gd name="connsiteY1" fmla="*/ 0 h 388308"/>
              <a:gd name="connsiteX2" fmla="*/ 805382 w 8629095"/>
              <a:gd name="connsiteY2" fmla="*/ 0 h 388308"/>
              <a:gd name="connsiteX3" fmla="*/ 1466946 w 8629095"/>
              <a:gd name="connsiteY3" fmla="*/ 0 h 388308"/>
              <a:gd name="connsiteX4" fmla="*/ 1955928 w 8629095"/>
              <a:gd name="connsiteY4" fmla="*/ 0 h 388308"/>
              <a:gd name="connsiteX5" fmla="*/ 2531201 w 8629095"/>
              <a:gd name="connsiteY5" fmla="*/ 0 h 388308"/>
              <a:gd name="connsiteX6" fmla="*/ 3020183 w 8629095"/>
              <a:gd name="connsiteY6" fmla="*/ 0 h 388308"/>
              <a:gd name="connsiteX7" fmla="*/ 3336583 w 8629095"/>
              <a:gd name="connsiteY7" fmla="*/ 0 h 388308"/>
              <a:gd name="connsiteX8" fmla="*/ 3998147 w 8629095"/>
              <a:gd name="connsiteY8" fmla="*/ 0 h 388308"/>
              <a:gd name="connsiteX9" fmla="*/ 4659711 w 8629095"/>
              <a:gd name="connsiteY9" fmla="*/ 0 h 388308"/>
              <a:gd name="connsiteX10" fmla="*/ 5407566 w 8629095"/>
              <a:gd name="connsiteY10" fmla="*/ 0 h 388308"/>
              <a:gd name="connsiteX11" fmla="*/ 6069130 w 8629095"/>
              <a:gd name="connsiteY11" fmla="*/ 0 h 388308"/>
              <a:gd name="connsiteX12" fmla="*/ 6471821 w 8629095"/>
              <a:gd name="connsiteY12" fmla="*/ 0 h 388308"/>
              <a:gd name="connsiteX13" fmla="*/ 7133385 w 8629095"/>
              <a:gd name="connsiteY13" fmla="*/ 0 h 388308"/>
              <a:gd name="connsiteX14" fmla="*/ 7794949 w 8629095"/>
              <a:gd name="connsiteY14" fmla="*/ 0 h 388308"/>
              <a:gd name="connsiteX15" fmla="*/ 8629095 w 8629095"/>
              <a:gd name="connsiteY15" fmla="*/ 0 h 388308"/>
              <a:gd name="connsiteX16" fmla="*/ 8629095 w 8629095"/>
              <a:gd name="connsiteY16" fmla="*/ 388308 h 388308"/>
              <a:gd name="connsiteX17" fmla="*/ 8053822 w 8629095"/>
              <a:gd name="connsiteY17" fmla="*/ 388308 h 388308"/>
              <a:gd name="connsiteX18" fmla="*/ 7392258 w 8629095"/>
              <a:gd name="connsiteY18" fmla="*/ 388308 h 388308"/>
              <a:gd name="connsiteX19" fmla="*/ 6816985 w 8629095"/>
              <a:gd name="connsiteY19" fmla="*/ 388308 h 388308"/>
              <a:gd name="connsiteX20" fmla="*/ 6328003 w 8629095"/>
              <a:gd name="connsiteY20" fmla="*/ 388308 h 388308"/>
              <a:gd name="connsiteX21" fmla="*/ 6011603 w 8629095"/>
              <a:gd name="connsiteY21" fmla="*/ 388308 h 388308"/>
              <a:gd name="connsiteX22" fmla="*/ 5522621 w 8629095"/>
              <a:gd name="connsiteY22" fmla="*/ 388308 h 388308"/>
              <a:gd name="connsiteX23" fmla="*/ 4947348 w 8629095"/>
              <a:gd name="connsiteY23" fmla="*/ 388308 h 388308"/>
              <a:gd name="connsiteX24" fmla="*/ 4458366 w 8629095"/>
              <a:gd name="connsiteY24" fmla="*/ 388308 h 388308"/>
              <a:gd name="connsiteX25" fmla="*/ 3710511 w 8629095"/>
              <a:gd name="connsiteY25" fmla="*/ 388308 h 388308"/>
              <a:gd name="connsiteX26" fmla="*/ 3221529 w 8629095"/>
              <a:gd name="connsiteY26" fmla="*/ 388308 h 388308"/>
              <a:gd name="connsiteX27" fmla="*/ 2646256 w 8629095"/>
              <a:gd name="connsiteY27" fmla="*/ 388308 h 388308"/>
              <a:gd name="connsiteX28" fmla="*/ 2243565 w 8629095"/>
              <a:gd name="connsiteY28" fmla="*/ 388308 h 388308"/>
              <a:gd name="connsiteX29" fmla="*/ 1840874 w 8629095"/>
              <a:gd name="connsiteY29" fmla="*/ 388308 h 388308"/>
              <a:gd name="connsiteX30" fmla="*/ 1179310 w 8629095"/>
              <a:gd name="connsiteY30" fmla="*/ 388308 h 388308"/>
              <a:gd name="connsiteX31" fmla="*/ 517746 w 8629095"/>
              <a:gd name="connsiteY31" fmla="*/ 388308 h 388308"/>
              <a:gd name="connsiteX32" fmla="*/ 0 w 8629095"/>
              <a:gd name="connsiteY32" fmla="*/ 388308 h 388308"/>
              <a:gd name="connsiteX33" fmla="*/ 0 w 8629095"/>
              <a:gd name="connsiteY33" fmla="*/ 0 h 38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629095" h="388308" fill="none" extrusionOk="0">
                <a:moveTo>
                  <a:pt x="0" y="0"/>
                </a:moveTo>
                <a:cubicBezTo>
                  <a:pt x="205799" y="-40865"/>
                  <a:pt x="300964" y="25029"/>
                  <a:pt x="488982" y="0"/>
                </a:cubicBezTo>
                <a:cubicBezTo>
                  <a:pt x="677000" y="-25029"/>
                  <a:pt x="715067" y="22742"/>
                  <a:pt x="805382" y="0"/>
                </a:cubicBezTo>
                <a:cubicBezTo>
                  <a:pt x="895697" y="-22742"/>
                  <a:pt x="1175674" y="39000"/>
                  <a:pt x="1466946" y="0"/>
                </a:cubicBezTo>
                <a:cubicBezTo>
                  <a:pt x="1758218" y="-39000"/>
                  <a:pt x="1797769" y="41606"/>
                  <a:pt x="1955928" y="0"/>
                </a:cubicBezTo>
                <a:cubicBezTo>
                  <a:pt x="2114087" y="-41606"/>
                  <a:pt x="2266815" y="47187"/>
                  <a:pt x="2531201" y="0"/>
                </a:cubicBezTo>
                <a:cubicBezTo>
                  <a:pt x="2795587" y="-47187"/>
                  <a:pt x="2781278" y="25202"/>
                  <a:pt x="3020183" y="0"/>
                </a:cubicBezTo>
                <a:cubicBezTo>
                  <a:pt x="3259088" y="-25202"/>
                  <a:pt x="3268023" y="30068"/>
                  <a:pt x="3336583" y="0"/>
                </a:cubicBezTo>
                <a:cubicBezTo>
                  <a:pt x="3405143" y="-30068"/>
                  <a:pt x="3668195" y="11441"/>
                  <a:pt x="3998147" y="0"/>
                </a:cubicBezTo>
                <a:cubicBezTo>
                  <a:pt x="4328099" y="-11441"/>
                  <a:pt x="4345562" y="25726"/>
                  <a:pt x="4659711" y="0"/>
                </a:cubicBezTo>
                <a:cubicBezTo>
                  <a:pt x="4973860" y="-25726"/>
                  <a:pt x="5200749" y="80833"/>
                  <a:pt x="5407566" y="0"/>
                </a:cubicBezTo>
                <a:cubicBezTo>
                  <a:pt x="5614383" y="-80833"/>
                  <a:pt x="5766427" y="16422"/>
                  <a:pt x="6069130" y="0"/>
                </a:cubicBezTo>
                <a:cubicBezTo>
                  <a:pt x="6371833" y="-16422"/>
                  <a:pt x="6282044" y="3513"/>
                  <a:pt x="6471821" y="0"/>
                </a:cubicBezTo>
                <a:cubicBezTo>
                  <a:pt x="6661598" y="-3513"/>
                  <a:pt x="6804023" y="68530"/>
                  <a:pt x="7133385" y="0"/>
                </a:cubicBezTo>
                <a:cubicBezTo>
                  <a:pt x="7462747" y="-68530"/>
                  <a:pt x="7645624" y="32191"/>
                  <a:pt x="7794949" y="0"/>
                </a:cubicBezTo>
                <a:cubicBezTo>
                  <a:pt x="7944274" y="-32191"/>
                  <a:pt x="8308356" y="38611"/>
                  <a:pt x="8629095" y="0"/>
                </a:cubicBezTo>
                <a:cubicBezTo>
                  <a:pt x="8635859" y="128099"/>
                  <a:pt x="8606108" y="247030"/>
                  <a:pt x="8629095" y="388308"/>
                </a:cubicBezTo>
                <a:cubicBezTo>
                  <a:pt x="8453284" y="404718"/>
                  <a:pt x="8206495" y="336002"/>
                  <a:pt x="8053822" y="388308"/>
                </a:cubicBezTo>
                <a:cubicBezTo>
                  <a:pt x="7901149" y="440614"/>
                  <a:pt x="7698979" y="319178"/>
                  <a:pt x="7392258" y="388308"/>
                </a:cubicBezTo>
                <a:cubicBezTo>
                  <a:pt x="7085537" y="457438"/>
                  <a:pt x="6976478" y="380085"/>
                  <a:pt x="6816985" y="388308"/>
                </a:cubicBezTo>
                <a:cubicBezTo>
                  <a:pt x="6657492" y="396531"/>
                  <a:pt x="6486243" y="336448"/>
                  <a:pt x="6328003" y="388308"/>
                </a:cubicBezTo>
                <a:cubicBezTo>
                  <a:pt x="6169763" y="440168"/>
                  <a:pt x="6089631" y="373534"/>
                  <a:pt x="6011603" y="388308"/>
                </a:cubicBezTo>
                <a:cubicBezTo>
                  <a:pt x="5933575" y="403082"/>
                  <a:pt x="5664083" y="343526"/>
                  <a:pt x="5522621" y="388308"/>
                </a:cubicBezTo>
                <a:cubicBezTo>
                  <a:pt x="5381159" y="433090"/>
                  <a:pt x="5116398" y="370176"/>
                  <a:pt x="4947348" y="388308"/>
                </a:cubicBezTo>
                <a:cubicBezTo>
                  <a:pt x="4778298" y="406440"/>
                  <a:pt x="4577668" y="347702"/>
                  <a:pt x="4458366" y="388308"/>
                </a:cubicBezTo>
                <a:cubicBezTo>
                  <a:pt x="4339064" y="428914"/>
                  <a:pt x="3969243" y="349286"/>
                  <a:pt x="3710511" y="388308"/>
                </a:cubicBezTo>
                <a:cubicBezTo>
                  <a:pt x="3451780" y="427330"/>
                  <a:pt x="3396117" y="362001"/>
                  <a:pt x="3221529" y="388308"/>
                </a:cubicBezTo>
                <a:cubicBezTo>
                  <a:pt x="3046941" y="414615"/>
                  <a:pt x="2821004" y="334799"/>
                  <a:pt x="2646256" y="388308"/>
                </a:cubicBezTo>
                <a:cubicBezTo>
                  <a:pt x="2471508" y="441817"/>
                  <a:pt x="2397661" y="352553"/>
                  <a:pt x="2243565" y="388308"/>
                </a:cubicBezTo>
                <a:cubicBezTo>
                  <a:pt x="2089469" y="424063"/>
                  <a:pt x="2029292" y="352453"/>
                  <a:pt x="1840874" y="388308"/>
                </a:cubicBezTo>
                <a:cubicBezTo>
                  <a:pt x="1652456" y="424163"/>
                  <a:pt x="1449273" y="310888"/>
                  <a:pt x="1179310" y="388308"/>
                </a:cubicBezTo>
                <a:cubicBezTo>
                  <a:pt x="909347" y="465728"/>
                  <a:pt x="741317" y="373126"/>
                  <a:pt x="517746" y="388308"/>
                </a:cubicBezTo>
                <a:cubicBezTo>
                  <a:pt x="294175" y="403490"/>
                  <a:pt x="127597" y="328586"/>
                  <a:pt x="0" y="388308"/>
                </a:cubicBezTo>
                <a:cubicBezTo>
                  <a:pt x="-21155" y="235932"/>
                  <a:pt x="19297" y="105238"/>
                  <a:pt x="0" y="0"/>
                </a:cubicBezTo>
                <a:close/>
              </a:path>
              <a:path w="8629095" h="388308" stroke="0" extrusionOk="0">
                <a:moveTo>
                  <a:pt x="0" y="0"/>
                </a:moveTo>
                <a:cubicBezTo>
                  <a:pt x="74491" y="-29062"/>
                  <a:pt x="205496" y="3329"/>
                  <a:pt x="316400" y="0"/>
                </a:cubicBezTo>
                <a:cubicBezTo>
                  <a:pt x="427304" y="-3329"/>
                  <a:pt x="502986" y="2380"/>
                  <a:pt x="632800" y="0"/>
                </a:cubicBezTo>
                <a:cubicBezTo>
                  <a:pt x="762614" y="-2380"/>
                  <a:pt x="891064" y="35532"/>
                  <a:pt x="1035491" y="0"/>
                </a:cubicBezTo>
                <a:cubicBezTo>
                  <a:pt x="1179918" y="-35532"/>
                  <a:pt x="1329329" y="21836"/>
                  <a:pt x="1524473" y="0"/>
                </a:cubicBezTo>
                <a:cubicBezTo>
                  <a:pt x="1719617" y="-21836"/>
                  <a:pt x="1690043" y="33666"/>
                  <a:pt x="1840874" y="0"/>
                </a:cubicBezTo>
                <a:cubicBezTo>
                  <a:pt x="1991705" y="-33666"/>
                  <a:pt x="2088645" y="7803"/>
                  <a:pt x="2157274" y="0"/>
                </a:cubicBezTo>
                <a:cubicBezTo>
                  <a:pt x="2225903" y="-7803"/>
                  <a:pt x="2349853" y="1986"/>
                  <a:pt x="2473674" y="0"/>
                </a:cubicBezTo>
                <a:cubicBezTo>
                  <a:pt x="2597495" y="-1986"/>
                  <a:pt x="2776352" y="15745"/>
                  <a:pt x="2876365" y="0"/>
                </a:cubicBezTo>
                <a:cubicBezTo>
                  <a:pt x="2976378" y="-15745"/>
                  <a:pt x="3265236" y="52881"/>
                  <a:pt x="3365347" y="0"/>
                </a:cubicBezTo>
                <a:cubicBezTo>
                  <a:pt x="3465458" y="-52881"/>
                  <a:pt x="3815669" y="34309"/>
                  <a:pt x="3940620" y="0"/>
                </a:cubicBezTo>
                <a:cubicBezTo>
                  <a:pt x="4065571" y="-34309"/>
                  <a:pt x="4192727" y="29162"/>
                  <a:pt x="4429602" y="0"/>
                </a:cubicBezTo>
                <a:cubicBezTo>
                  <a:pt x="4666477" y="-29162"/>
                  <a:pt x="4827582" y="21513"/>
                  <a:pt x="5004875" y="0"/>
                </a:cubicBezTo>
                <a:cubicBezTo>
                  <a:pt x="5182168" y="-21513"/>
                  <a:pt x="5198268" y="34517"/>
                  <a:pt x="5321275" y="0"/>
                </a:cubicBezTo>
                <a:cubicBezTo>
                  <a:pt x="5444282" y="-34517"/>
                  <a:pt x="5762549" y="27227"/>
                  <a:pt x="5896548" y="0"/>
                </a:cubicBezTo>
                <a:cubicBezTo>
                  <a:pt x="6030547" y="-27227"/>
                  <a:pt x="6115790" y="26748"/>
                  <a:pt x="6212948" y="0"/>
                </a:cubicBezTo>
                <a:cubicBezTo>
                  <a:pt x="6310106" y="-26748"/>
                  <a:pt x="6387678" y="17583"/>
                  <a:pt x="6529349" y="0"/>
                </a:cubicBezTo>
                <a:cubicBezTo>
                  <a:pt x="6671020" y="-17583"/>
                  <a:pt x="6751541" y="34006"/>
                  <a:pt x="6932040" y="0"/>
                </a:cubicBezTo>
                <a:cubicBezTo>
                  <a:pt x="7112539" y="-34006"/>
                  <a:pt x="7427665" y="57316"/>
                  <a:pt x="7679895" y="0"/>
                </a:cubicBezTo>
                <a:cubicBezTo>
                  <a:pt x="7932126" y="-57316"/>
                  <a:pt x="7879697" y="3116"/>
                  <a:pt x="7996295" y="0"/>
                </a:cubicBezTo>
                <a:cubicBezTo>
                  <a:pt x="8112893" y="-3116"/>
                  <a:pt x="8489389" y="39775"/>
                  <a:pt x="8629095" y="0"/>
                </a:cubicBezTo>
                <a:cubicBezTo>
                  <a:pt x="8669320" y="138765"/>
                  <a:pt x="8627002" y="196688"/>
                  <a:pt x="8629095" y="388308"/>
                </a:cubicBezTo>
                <a:cubicBezTo>
                  <a:pt x="8548123" y="399550"/>
                  <a:pt x="8327938" y="347629"/>
                  <a:pt x="8226404" y="388308"/>
                </a:cubicBezTo>
                <a:cubicBezTo>
                  <a:pt x="8124870" y="428987"/>
                  <a:pt x="7798987" y="385152"/>
                  <a:pt x="7564840" y="388308"/>
                </a:cubicBezTo>
                <a:cubicBezTo>
                  <a:pt x="7330693" y="391464"/>
                  <a:pt x="7202457" y="363114"/>
                  <a:pt x="7075858" y="388308"/>
                </a:cubicBezTo>
                <a:cubicBezTo>
                  <a:pt x="6949259" y="413502"/>
                  <a:pt x="6684656" y="346848"/>
                  <a:pt x="6500585" y="388308"/>
                </a:cubicBezTo>
                <a:cubicBezTo>
                  <a:pt x="6316514" y="429768"/>
                  <a:pt x="6267504" y="384706"/>
                  <a:pt x="6184185" y="388308"/>
                </a:cubicBezTo>
                <a:cubicBezTo>
                  <a:pt x="6100866" y="391910"/>
                  <a:pt x="5885680" y="373552"/>
                  <a:pt x="5781494" y="388308"/>
                </a:cubicBezTo>
                <a:cubicBezTo>
                  <a:pt x="5677308" y="403064"/>
                  <a:pt x="5341605" y="333592"/>
                  <a:pt x="5206221" y="388308"/>
                </a:cubicBezTo>
                <a:cubicBezTo>
                  <a:pt x="5070837" y="443024"/>
                  <a:pt x="4953775" y="379941"/>
                  <a:pt x="4803530" y="388308"/>
                </a:cubicBezTo>
                <a:cubicBezTo>
                  <a:pt x="4653285" y="396675"/>
                  <a:pt x="4594983" y="386151"/>
                  <a:pt x="4400838" y="388308"/>
                </a:cubicBezTo>
                <a:cubicBezTo>
                  <a:pt x="4206693" y="390465"/>
                  <a:pt x="3972384" y="324907"/>
                  <a:pt x="3652984" y="388308"/>
                </a:cubicBezTo>
                <a:cubicBezTo>
                  <a:pt x="3333584" y="451709"/>
                  <a:pt x="3308547" y="371418"/>
                  <a:pt x="2991420" y="388308"/>
                </a:cubicBezTo>
                <a:cubicBezTo>
                  <a:pt x="2674293" y="405198"/>
                  <a:pt x="2737341" y="352904"/>
                  <a:pt x="2502438" y="388308"/>
                </a:cubicBezTo>
                <a:cubicBezTo>
                  <a:pt x="2267535" y="423712"/>
                  <a:pt x="2164855" y="373716"/>
                  <a:pt x="2013456" y="388308"/>
                </a:cubicBezTo>
                <a:cubicBezTo>
                  <a:pt x="1862057" y="402900"/>
                  <a:pt x="1763954" y="381842"/>
                  <a:pt x="1697055" y="388308"/>
                </a:cubicBezTo>
                <a:cubicBezTo>
                  <a:pt x="1630156" y="394774"/>
                  <a:pt x="1302213" y="358658"/>
                  <a:pt x="1121782" y="388308"/>
                </a:cubicBezTo>
                <a:cubicBezTo>
                  <a:pt x="941351" y="417958"/>
                  <a:pt x="371115" y="296367"/>
                  <a:pt x="0" y="388308"/>
                </a:cubicBezTo>
                <a:cubicBezTo>
                  <a:pt x="-41363" y="282504"/>
                  <a:pt x="17914" y="145951"/>
                  <a:pt x="0" y="0"/>
                </a:cubicBezTo>
                <a:close/>
              </a:path>
            </a:pathLst>
          </a:custGeom>
          <a:ln>
            <a:solidFill>
              <a:schemeClr val="accent1"/>
            </a:solidFill>
            <a:extLst>
              <a:ext uri="{C807C97D-BFC1-408E-A445-0C87EB9F89A2}">
                <ask:lineSketchStyleProps xmlns:ask="http://schemas.microsoft.com/office/drawing/2018/sketchyshapes" sd="1617156465">
                  <a:prstGeom prst="rect">
                    <a:avLst/>
                  </a:prstGeom>
                  <ask:type>
                    <ask:lineSketchScribble/>
                  </ask:type>
                </ask:lineSketchStyleProps>
              </a:ext>
            </a:extLst>
          </a:ln>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Font typeface="Arial"/>
              <a:buNone/>
            </a:pPr>
            <a:r>
              <a:rPr lang="en-GB" dirty="0">
                <a:solidFill>
                  <a:schemeClr val="accent1"/>
                </a:solidFill>
                <a:latin typeface="Roboto Mono" pitchFamily="2" charset="0"/>
                <a:ea typeface="Roboto Mono" pitchFamily="2" charset="0"/>
              </a:rPr>
              <a:t>CN=WIDGETWEB, OU=Marketing, O=Widget, C=UK, DC=widget, DC=foo</a:t>
            </a:r>
            <a:endParaRPr lang="en-US" dirty="0">
              <a:solidFill>
                <a:schemeClr val="accent1"/>
              </a:solidFill>
            </a:endParaRPr>
          </a:p>
        </p:txBody>
      </p:sp>
    </p:spTree>
    <p:extLst>
      <p:ext uri="{BB962C8B-B14F-4D97-AF65-F5344CB8AC3E}">
        <p14:creationId xmlns:p14="http://schemas.microsoft.com/office/powerpoint/2010/main" val="1829934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53B1B-C90F-B098-F3B7-68E6892C88C7}"/>
              </a:ext>
            </a:extLst>
          </p:cNvPr>
          <p:cNvSpPr>
            <a:spLocks noGrp="1"/>
          </p:cNvSpPr>
          <p:nvPr>
            <p:ph type="title"/>
          </p:nvPr>
        </p:nvSpPr>
        <p:spPr/>
        <p:txBody>
          <a:bodyPr/>
          <a:lstStyle/>
          <a:p>
            <a:r>
              <a:rPr lang="en-US" noProof="0" dirty="0"/>
              <a:t>Single Sign-on Authentication​</a:t>
            </a:r>
          </a:p>
        </p:txBody>
      </p:sp>
      <p:sp>
        <p:nvSpPr>
          <p:cNvPr id="3" name="Content Placeholder 2">
            <a:extLst>
              <a:ext uri="{FF2B5EF4-FFF2-40B4-BE49-F238E27FC236}">
                <a16:creationId xmlns:a16="http://schemas.microsoft.com/office/drawing/2014/main" id="{CE179DE3-2936-DB15-BE47-55120C1F53B3}"/>
              </a:ext>
            </a:extLst>
          </p:cNvPr>
          <p:cNvSpPr>
            <a:spLocks noGrp="1"/>
          </p:cNvSpPr>
          <p:nvPr>
            <p:ph idx="1"/>
          </p:nvPr>
        </p:nvSpPr>
        <p:spPr/>
        <p:txBody>
          <a:bodyPr>
            <a:normAutofit/>
          </a:bodyPr>
          <a:lstStyle/>
          <a:p>
            <a:r>
              <a:rPr lang="en-US" noProof="0" dirty="0"/>
              <a:t>Kerberos</a:t>
            </a:r>
          </a:p>
          <a:p>
            <a:pPr lvl="1"/>
            <a:r>
              <a:rPr lang="en-US" noProof="0" dirty="0"/>
              <a:t>Clients​</a:t>
            </a:r>
          </a:p>
          <a:p>
            <a:pPr lvl="1"/>
            <a:r>
              <a:rPr lang="en-US" noProof="0" dirty="0"/>
              <a:t>Application servers​</a:t>
            </a:r>
          </a:p>
          <a:p>
            <a:pPr lvl="1"/>
            <a:r>
              <a:rPr lang="en-US" noProof="0" dirty="0"/>
              <a:t>Key Distribution Center (KDC)​</a:t>
            </a:r>
          </a:p>
          <a:p>
            <a:r>
              <a:rPr lang="en-US" noProof="0" dirty="0"/>
              <a:t>Authentication Service – Ticket Granting Ticket​</a:t>
            </a:r>
          </a:p>
          <a:p>
            <a:r>
              <a:rPr lang="en-US" noProof="0" dirty="0"/>
              <a:t>Ticket Granting Service – Service Ticket​​</a:t>
            </a:r>
          </a:p>
          <a:p>
            <a:endParaRPr lang="en-US" noProof="0" dirty="0"/>
          </a:p>
        </p:txBody>
      </p:sp>
      <p:sp>
        <p:nvSpPr>
          <p:cNvPr id="4" name="Slide Number Placeholder 3">
            <a:extLst>
              <a:ext uri="{FF2B5EF4-FFF2-40B4-BE49-F238E27FC236}">
                <a16:creationId xmlns:a16="http://schemas.microsoft.com/office/drawing/2014/main" id="{616490F8-FDB6-0433-77EF-B77A2E44D611}"/>
              </a:ext>
            </a:extLst>
          </p:cNvPr>
          <p:cNvSpPr>
            <a:spLocks noGrp="1"/>
          </p:cNvSpPr>
          <p:nvPr>
            <p:ph type="sldNum" sz="quarter" idx="13"/>
          </p:nvPr>
        </p:nvSpPr>
        <p:spPr/>
        <p:txBody>
          <a:bodyPr/>
          <a:lstStyle/>
          <a:p>
            <a:fld id="{B7CF8A19-3A9E-4ABC-B336-2FDDE321C72D}" type="slidenum">
              <a:rPr lang="en-US" smtClean="0"/>
              <a:pPr/>
              <a:t>28</a:t>
            </a:fld>
            <a:endParaRPr lang="en-US"/>
          </a:p>
        </p:txBody>
      </p:sp>
      <p:pic>
        <p:nvPicPr>
          <p:cNvPr id="1026" name="Picture 2" descr="Diagram of the Kerberos Authentication Service.">
            <a:extLst>
              <a:ext uri="{FF2B5EF4-FFF2-40B4-BE49-F238E27FC236}">
                <a16:creationId xmlns:a16="http://schemas.microsoft.com/office/drawing/2014/main" id="{93251D60-9C73-AF4C-53EB-FDA97F420930}"/>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700282"/>
            <a:ext cx="4379912" cy="2138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451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5AD45-4A41-84A2-C5C6-92E127FA48E9}"/>
              </a:ext>
            </a:extLst>
          </p:cNvPr>
          <p:cNvSpPr>
            <a:spLocks noGrp="1"/>
          </p:cNvSpPr>
          <p:nvPr>
            <p:ph type="title"/>
          </p:nvPr>
        </p:nvSpPr>
        <p:spPr/>
        <p:txBody>
          <a:bodyPr/>
          <a:lstStyle/>
          <a:p>
            <a:r>
              <a:rPr lang="en-US" noProof="0" dirty="0"/>
              <a:t>Single Sign-on Authorization​</a:t>
            </a:r>
          </a:p>
        </p:txBody>
      </p:sp>
      <p:pic>
        <p:nvPicPr>
          <p:cNvPr id="2050" name="Picture 2">
            <a:extLst>
              <a:ext uri="{FF2B5EF4-FFF2-40B4-BE49-F238E27FC236}">
                <a16:creationId xmlns:a16="http://schemas.microsoft.com/office/drawing/2014/main" id="{C3B6075A-22E7-E20E-866E-C688C0C9EB8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04913" y="746125"/>
            <a:ext cx="7353223" cy="4046538"/>
          </a:xfrm>
        </p:spPr>
      </p:pic>
      <p:sp>
        <p:nvSpPr>
          <p:cNvPr id="4" name="Slide Number Placeholder 3">
            <a:extLst>
              <a:ext uri="{FF2B5EF4-FFF2-40B4-BE49-F238E27FC236}">
                <a16:creationId xmlns:a16="http://schemas.microsoft.com/office/drawing/2014/main" id="{F6B26A38-F193-8932-E030-59BDF9043A5A}"/>
              </a:ext>
            </a:extLst>
          </p:cNvPr>
          <p:cNvSpPr>
            <a:spLocks noGrp="1"/>
          </p:cNvSpPr>
          <p:nvPr>
            <p:ph type="sldNum" sz="quarter" idx="10"/>
          </p:nvPr>
        </p:nvSpPr>
        <p:spPr/>
        <p:txBody>
          <a:bodyPr/>
          <a:lstStyle/>
          <a:p>
            <a:fld id="{B7CF8A19-3A9E-4ABC-B336-2FDDE321C72D}" type="slidenum">
              <a:rPr lang="en-US" smtClean="0"/>
              <a:pPr/>
              <a:t>29</a:t>
            </a:fld>
            <a:endParaRPr lang="en-US"/>
          </a:p>
        </p:txBody>
      </p:sp>
      <p:sp>
        <p:nvSpPr>
          <p:cNvPr id="5" name="TextBox 1">
            <a:extLst>
              <a:ext uri="{FF2B5EF4-FFF2-40B4-BE49-F238E27FC236}">
                <a16:creationId xmlns:a16="http://schemas.microsoft.com/office/drawing/2014/main" id="{02D3AB0B-4F37-26A7-6FE7-950CBDF56049}"/>
              </a:ext>
            </a:extLst>
          </p:cNvPr>
          <p:cNvSpPr txBox="1"/>
          <p:nvPr/>
        </p:nvSpPr>
        <p:spPr>
          <a:xfrm>
            <a:off x="904913" y="4885690"/>
            <a:ext cx="1285929"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900" i="1" dirty="0">
                <a:solidFill>
                  <a:srgbClr val="45545F"/>
                </a:solidFill>
              </a:rPr>
              <a:t>Images © 123rf.com.</a:t>
            </a:r>
          </a:p>
        </p:txBody>
      </p:sp>
    </p:spTree>
    <p:extLst>
      <p:ext uri="{BB962C8B-B14F-4D97-AF65-F5344CB8AC3E}">
        <p14:creationId xmlns:p14="http://schemas.microsoft.com/office/powerpoint/2010/main" val="12913279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CE823-C9D9-8DDE-B49C-C3F088D24441}"/>
              </a:ext>
            </a:extLst>
          </p:cNvPr>
          <p:cNvSpPr>
            <a:spLocks noGrp="1"/>
          </p:cNvSpPr>
          <p:nvPr>
            <p:ph type="title"/>
          </p:nvPr>
        </p:nvSpPr>
        <p:spPr/>
        <p:txBody>
          <a:bodyPr/>
          <a:lstStyle/>
          <a:p>
            <a:r>
              <a:rPr lang="en-US" noProof="0" dirty="0"/>
              <a:t>Federation</a:t>
            </a:r>
          </a:p>
        </p:txBody>
      </p:sp>
      <p:sp>
        <p:nvSpPr>
          <p:cNvPr id="3" name="Content Placeholder 2">
            <a:extLst>
              <a:ext uri="{FF2B5EF4-FFF2-40B4-BE49-F238E27FC236}">
                <a16:creationId xmlns:a16="http://schemas.microsoft.com/office/drawing/2014/main" id="{708F2ABC-E67D-B4F1-FD33-698C1049ABC0}"/>
              </a:ext>
            </a:extLst>
          </p:cNvPr>
          <p:cNvSpPr>
            <a:spLocks noGrp="1"/>
          </p:cNvSpPr>
          <p:nvPr>
            <p:ph idx="1"/>
          </p:nvPr>
        </p:nvSpPr>
        <p:spPr/>
        <p:txBody>
          <a:bodyPr/>
          <a:lstStyle/>
          <a:p>
            <a:r>
              <a:rPr lang="en-US" noProof="0" dirty="0"/>
              <a:t>Networks under separate administrative control share user identities</a:t>
            </a:r>
          </a:p>
          <a:p>
            <a:r>
              <a:rPr lang="en-US" noProof="0" dirty="0"/>
              <a:t>Identity providers and claims</a:t>
            </a:r>
          </a:p>
          <a:p>
            <a:r>
              <a:rPr lang="en-US" noProof="0" dirty="0"/>
              <a:t>Interoperability</a:t>
            </a:r>
          </a:p>
          <a:p>
            <a:pPr lvl="1"/>
            <a:r>
              <a:rPr lang="en-US" noProof="0" dirty="0"/>
              <a:t>Service providers and identity providers</a:t>
            </a:r>
          </a:p>
          <a:p>
            <a:pPr lvl="1"/>
            <a:r>
              <a:rPr lang="en-US" dirty="0"/>
              <a:t>Shared frameworks </a:t>
            </a:r>
            <a:r>
              <a:rPr lang="en-US"/>
              <a:t>and protocols</a:t>
            </a:r>
            <a:endParaRPr lang="en-US" noProof="0" dirty="0"/>
          </a:p>
        </p:txBody>
      </p:sp>
      <p:pic>
        <p:nvPicPr>
          <p:cNvPr id="18434" name="Picture 2">
            <a:extLst>
              <a:ext uri="{FF2B5EF4-FFF2-40B4-BE49-F238E27FC236}">
                <a16:creationId xmlns:a16="http://schemas.microsoft.com/office/drawing/2014/main" id="{055FEC67-EB49-2359-811F-1F57EFDA3FC7}"/>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a:xfrm>
            <a:off x="4637088" y="860365"/>
            <a:ext cx="4379912" cy="3818057"/>
          </a:xfrm>
        </p:spPr>
      </p:pic>
      <p:sp>
        <p:nvSpPr>
          <p:cNvPr id="5" name="Slide Number Placeholder 4">
            <a:extLst>
              <a:ext uri="{FF2B5EF4-FFF2-40B4-BE49-F238E27FC236}">
                <a16:creationId xmlns:a16="http://schemas.microsoft.com/office/drawing/2014/main" id="{A79D6D85-1A16-FF1D-275F-FA25C6277008}"/>
              </a:ext>
            </a:extLst>
          </p:cNvPr>
          <p:cNvSpPr>
            <a:spLocks noGrp="1"/>
          </p:cNvSpPr>
          <p:nvPr>
            <p:ph type="sldNum" sz="quarter" idx="13"/>
          </p:nvPr>
        </p:nvSpPr>
        <p:spPr/>
        <p:txBody>
          <a:bodyPr/>
          <a:lstStyle/>
          <a:p>
            <a:fld id="{B7CF8A19-3A9E-4ABC-B336-2FDDE321C72D}" type="slidenum">
              <a:rPr lang="en-US" smtClean="0"/>
              <a:pPr/>
              <a:t>30</a:t>
            </a:fld>
            <a:endParaRPr lang="en-US"/>
          </a:p>
        </p:txBody>
      </p:sp>
      <p:sp>
        <p:nvSpPr>
          <p:cNvPr id="6" name="TextBox 1">
            <a:extLst>
              <a:ext uri="{FF2B5EF4-FFF2-40B4-BE49-F238E27FC236}">
                <a16:creationId xmlns:a16="http://schemas.microsoft.com/office/drawing/2014/main" id="{80CB7A32-D7D4-44A5-4A2A-AFB9097A371D}"/>
              </a:ext>
            </a:extLst>
          </p:cNvPr>
          <p:cNvSpPr txBox="1"/>
          <p:nvPr/>
        </p:nvSpPr>
        <p:spPr>
          <a:xfrm>
            <a:off x="5027920" y="4704705"/>
            <a:ext cx="1285929"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900" i="1" dirty="0">
                <a:solidFill>
                  <a:srgbClr val="45545F"/>
                </a:solidFill>
              </a:rPr>
              <a:t>Images © 123rf.com.</a:t>
            </a:r>
          </a:p>
        </p:txBody>
      </p:sp>
    </p:spTree>
    <p:extLst>
      <p:ext uri="{BB962C8B-B14F-4D97-AF65-F5344CB8AC3E}">
        <p14:creationId xmlns:p14="http://schemas.microsoft.com/office/powerpoint/2010/main" val="1339298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D4FCE-ECAB-742A-02F0-90168164D7FA}"/>
              </a:ext>
            </a:extLst>
          </p:cNvPr>
          <p:cNvSpPr>
            <a:spLocks noGrp="1"/>
          </p:cNvSpPr>
          <p:nvPr>
            <p:ph type="title"/>
          </p:nvPr>
        </p:nvSpPr>
        <p:spPr/>
        <p:txBody>
          <a:bodyPr/>
          <a:lstStyle/>
          <a:p>
            <a:r>
              <a:rPr lang="en-US" noProof="0" dirty="0"/>
              <a:t>Security Assertion Markup Language​</a:t>
            </a:r>
          </a:p>
        </p:txBody>
      </p:sp>
      <p:sp>
        <p:nvSpPr>
          <p:cNvPr id="3" name="Content Placeholder 2">
            <a:extLst>
              <a:ext uri="{FF2B5EF4-FFF2-40B4-BE49-F238E27FC236}">
                <a16:creationId xmlns:a16="http://schemas.microsoft.com/office/drawing/2014/main" id="{95FCECD7-E346-1003-05F3-31D176F0371C}"/>
              </a:ext>
            </a:extLst>
          </p:cNvPr>
          <p:cNvSpPr>
            <a:spLocks noGrp="1"/>
          </p:cNvSpPr>
          <p:nvPr>
            <p:ph idx="1"/>
          </p:nvPr>
        </p:nvSpPr>
        <p:spPr/>
        <p:txBody>
          <a:bodyPr>
            <a:normAutofit fontScale="85000" lnSpcReduction="10000"/>
          </a:bodyPr>
          <a:lstStyle/>
          <a:p>
            <a:r>
              <a:rPr lang="en-US" noProof="0" dirty="0"/>
              <a:t>Open standard for implementing identity and service provider communications​</a:t>
            </a:r>
          </a:p>
          <a:p>
            <a:r>
              <a:rPr lang="en-US" noProof="0" dirty="0"/>
              <a:t>Attestations/assertions​</a:t>
            </a:r>
          </a:p>
          <a:p>
            <a:pPr lvl="1"/>
            <a:r>
              <a:rPr lang="en-US" noProof="0" dirty="0"/>
              <a:t>XML format​</a:t>
            </a:r>
          </a:p>
          <a:p>
            <a:pPr lvl="1"/>
            <a:r>
              <a:rPr lang="en-US" noProof="0" dirty="0"/>
              <a:t>Signed using XML signature specification​</a:t>
            </a:r>
          </a:p>
          <a:p>
            <a:r>
              <a:rPr lang="en-US" noProof="0" dirty="0"/>
              <a:t>Communications protocols​</a:t>
            </a:r>
          </a:p>
          <a:p>
            <a:pPr lvl="1"/>
            <a:r>
              <a:rPr lang="en-US" noProof="0" dirty="0"/>
              <a:t>HTTPS​</a:t>
            </a:r>
          </a:p>
          <a:p>
            <a:pPr lvl="1"/>
            <a:r>
              <a:rPr lang="en-US" noProof="0" dirty="0"/>
              <a:t>Simple Object Access Protocol (SOAP)​​</a:t>
            </a:r>
          </a:p>
          <a:p>
            <a:endParaRPr lang="en-US" noProof="0" dirty="0"/>
          </a:p>
        </p:txBody>
      </p:sp>
      <p:pic>
        <p:nvPicPr>
          <p:cNvPr id="19458" name="Picture 2">
            <a:extLst>
              <a:ext uri="{FF2B5EF4-FFF2-40B4-BE49-F238E27FC236}">
                <a16:creationId xmlns:a16="http://schemas.microsoft.com/office/drawing/2014/main" id="{B7496AAA-BBD1-DE49-DF3F-CF08ED3AE42B}"/>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a:xfrm>
            <a:off x="5009089" y="746125"/>
            <a:ext cx="3635910" cy="4046538"/>
          </a:xfrm>
        </p:spPr>
      </p:pic>
      <p:sp>
        <p:nvSpPr>
          <p:cNvPr id="5" name="Slide Number Placeholder 4">
            <a:extLst>
              <a:ext uri="{FF2B5EF4-FFF2-40B4-BE49-F238E27FC236}">
                <a16:creationId xmlns:a16="http://schemas.microsoft.com/office/drawing/2014/main" id="{2F700D1A-6CE4-606F-E715-EC237FCFCA9C}"/>
              </a:ext>
            </a:extLst>
          </p:cNvPr>
          <p:cNvSpPr>
            <a:spLocks noGrp="1"/>
          </p:cNvSpPr>
          <p:nvPr>
            <p:ph type="sldNum" sz="quarter" idx="13"/>
          </p:nvPr>
        </p:nvSpPr>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10160841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66AE9-44BA-A731-5276-B8DF81B1A710}"/>
              </a:ext>
            </a:extLst>
          </p:cNvPr>
          <p:cNvSpPr>
            <a:spLocks noGrp="1"/>
          </p:cNvSpPr>
          <p:nvPr>
            <p:ph type="title"/>
          </p:nvPr>
        </p:nvSpPr>
        <p:spPr/>
        <p:txBody>
          <a:bodyPr/>
          <a:lstStyle/>
          <a:p>
            <a:r>
              <a:rPr lang="en-US" noProof="0" dirty="0"/>
              <a:t>Open Authorization</a:t>
            </a:r>
          </a:p>
        </p:txBody>
      </p:sp>
      <p:sp>
        <p:nvSpPr>
          <p:cNvPr id="3" name="Content Placeholder 2">
            <a:extLst>
              <a:ext uri="{FF2B5EF4-FFF2-40B4-BE49-F238E27FC236}">
                <a16:creationId xmlns:a16="http://schemas.microsoft.com/office/drawing/2014/main" id="{D242F64E-9F99-10BA-16DD-C1F1E2421622}"/>
              </a:ext>
            </a:extLst>
          </p:cNvPr>
          <p:cNvSpPr>
            <a:spLocks noGrp="1"/>
          </p:cNvSpPr>
          <p:nvPr>
            <p:ph idx="1"/>
          </p:nvPr>
        </p:nvSpPr>
        <p:spPr/>
        <p:txBody>
          <a:bodyPr>
            <a:normAutofit fontScale="85000" lnSpcReduction="10000"/>
          </a:bodyPr>
          <a:lstStyle/>
          <a:p>
            <a:r>
              <a:rPr lang="en-US" noProof="0" dirty="0"/>
              <a:t>“User-centric” federated services better suited to consumer websites​</a:t>
            </a:r>
          </a:p>
          <a:p>
            <a:pPr lvl="1"/>
            <a:r>
              <a:rPr lang="en-US" noProof="0" dirty="0"/>
              <a:t>Representational State Transfer (REST) Application Programming Interfaces (APIs) (RESTful APIs)​</a:t>
            </a:r>
          </a:p>
          <a:p>
            <a:pPr lvl="1"/>
            <a:r>
              <a:rPr lang="en-US" noProof="0" dirty="0"/>
              <a:t>Framework for implementation not a protocol​</a:t>
            </a:r>
          </a:p>
          <a:p>
            <a:r>
              <a:rPr lang="en-US" noProof="0" dirty="0"/>
              <a:t>OAuth​</a:t>
            </a:r>
          </a:p>
          <a:p>
            <a:pPr lvl="1"/>
            <a:r>
              <a:rPr lang="en-US" noProof="0" dirty="0"/>
              <a:t>Designed to communicate authorizations, rather than explicitly authenticate a subject​</a:t>
            </a:r>
          </a:p>
          <a:p>
            <a:pPr lvl="1"/>
            <a:r>
              <a:rPr lang="en-US" noProof="0" dirty="0"/>
              <a:t>Client sites and apps interact with OAuth IdPs and resource servers that hold the principal’s account/data​</a:t>
            </a:r>
          </a:p>
          <a:p>
            <a:pPr lvl="1"/>
            <a:r>
              <a:rPr lang="en-US" noProof="0" dirty="0"/>
              <a:t>Different flow types for server to server or mobile app to server​</a:t>
            </a:r>
          </a:p>
          <a:p>
            <a:pPr lvl="1"/>
            <a:r>
              <a:rPr lang="en-US" noProof="0" dirty="0"/>
              <a:t>JavaScript object notation (JSON) web token (JWT)​</a:t>
            </a:r>
          </a:p>
        </p:txBody>
      </p:sp>
      <p:sp>
        <p:nvSpPr>
          <p:cNvPr id="4" name="Slide Number Placeholder 3">
            <a:extLst>
              <a:ext uri="{FF2B5EF4-FFF2-40B4-BE49-F238E27FC236}">
                <a16:creationId xmlns:a16="http://schemas.microsoft.com/office/drawing/2014/main" id="{B2831A27-0AE1-7015-683D-FCBD2318DF12}"/>
              </a:ext>
            </a:extLst>
          </p:cNvPr>
          <p:cNvSpPr>
            <a:spLocks noGrp="1"/>
          </p:cNvSpPr>
          <p:nvPr>
            <p:ph type="sldNum" sz="quarter" idx="10"/>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4214344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E1F244-AD46-5E1F-A302-CE2247BCEF5C}"/>
              </a:ext>
            </a:extLst>
          </p:cNvPr>
          <p:cNvSpPr>
            <a:spLocks noGrp="1"/>
          </p:cNvSpPr>
          <p:nvPr>
            <p:ph sz="quarter" idx="11"/>
          </p:nvPr>
        </p:nvSpPr>
        <p:spPr/>
        <p:txBody>
          <a:bodyPr>
            <a:normAutofit fontScale="85000" lnSpcReduction="20000"/>
          </a:bodyPr>
          <a:lstStyle/>
          <a:p>
            <a:r>
              <a:rPr lang="en-US" dirty="0"/>
              <a:t>Local, network, and remote authentication​</a:t>
            </a:r>
          </a:p>
          <a:p>
            <a:r>
              <a:rPr lang="en-US" dirty="0"/>
              <a:t>Directory services​</a:t>
            </a:r>
          </a:p>
          <a:p>
            <a:pPr lvl="1"/>
            <a:r>
              <a:rPr lang="en-US" dirty="0"/>
              <a:t>LDAP and distinguished name attributes</a:t>
            </a:r>
          </a:p>
          <a:p>
            <a:r>
              <a:rPr lang="en-US" dirty="0"/>
              <a:t>Single sign-on authentication​ and authorization</a:t>
            </a:r>
          </a:p>
          <a:p>
            <a:pPr lvl="1"/>
            <a:r>
              <a:rPr lang="en-US" dirty="0"/>
              <a:t>Kerberos</a:t>
            </a:r>
          </a:p>
          <a:p>
            <a:r>
              <a:rPr lang="en-US" dirty="0"/>
              <a:t>Federation</a:t>
            </a:r>
          </a:p>
          <a:p>
            <a:pPr lvl="1"/>
            <a:r>
              <a:rPr lang="en-US" dirty="0"/>
              <a:t>Identity providers and service providers</a:t>
            </a:r>
          </a:p>
          <a:p>
            <a:r>
              <a:rPr lang="en-US" dirty="0"/>
              <a:t>Security Assertion Markup Language​</a:t>
            </a:r>
          </a:p>
          <a:p>
            <a:r>
              <a:rPr lang="en-US" dirty="0"/>
              <a:t>Open authorization </a:t>
            </a:r>
            <a:r>
              <a:rPr lang="en-US"/>
              <a:t>(OAuth</a:t>
            </a:r>
            <a:r>
              <a:rPr lang="en-US" dirty="0"/>
              <a:t>)</a:t>
            </a:r>
          </a:p>
        </p:txBody>
      </p:sp>
      <p:sp>
        <p:nvSpPr>
          <p:cNvPr id="3" name="Title 2">
            <a:extLst>
              <a:ext uri="{FF2B5EF4-FFF2-40B4-BE49-F238E27FC236}">
                <a16:creationId xmlns:a16="http://schemas.microsoft.com/office/drawing/2014/main" id="{57DBB647-765F-71BF-3403-AA720A433785}"/>
              </a:ext>
            </a:extLst>
          </p:cNvPr>
          <p:cNvSpPr>
            <a:spLocks noGrp="1"/>
          </p:cNvSpPr>
          <p:nvPr>
            <p:ph type="title"/>
          </p:nvPr>
        </p:nvSpPr>
        <p:spPr/>
        <p:txBody>
          <a:bodyPr/>
          <a:lstStyle/>
          <a:p>
            <a:r>
              <a:rPr lang="en-GB" dirty="0"/>
              <a:t>Identity Management</a:t>
            </a:r>
            <a:endParaRPr lang="en-US" dirty="0"/>
          </a:p>
        </p:txBody>
      </p:sp>
      <p:sp>
        <p:nvSpPr>
          <p:cNvPr id="4" name="Slide Number Placeholder 3">
            <a:extLst>
              <a:ext uri="{FF2B5EF4-FFF2-40B4-BE49-F238E27FC236}">
                <a16:creationId xmlns:a16="http://schemas.microsoft.com/office/drawing/2014/main" id="{F592D01E-014C-53A1-EA2A-9BB18A08316B}"/>
              </a:ext>
            </a:extLst>
          </p:cNvPr>
          <p:cNvSpPr>
            <a:spLocks noGrp="1"/>
          </p:cNvSpPr>
          <p:nvPr>
            <p:ph type="sldNum" sz="quarter" idx="12"/>
          </p:nvPr>
        </p:nvSpPr>
        <p:spPr/>
        <p:txBody>
          <a:bodyPr/>
          <a:lstStyle/>
          <a:p>
            <a:fld id="{B7CF8A19-3A9E-4ABC-B336-2FDDE321C72D}" type="slidenum">
              <a:rPr lang="en-US" smtClean="0"/>
              <a:pPr/>
              <a:t>33</a:t>
            </a:fld>
            <a:endParaRPr lang="en-US"/>
          </a:p>
        </p:txBody>
      </p:sp>
    </p:spTree>
    <p:extLst>
      <p:ext uri="{BB962C8B-B14F-4D97-AF65-F5344CB8AC3E}">
        <p14:creationId xmlns:p14="http://schemas.microsoft.com/office/powerpoint/2010/main" val="123347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4</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a:t>CompTIA Security+ Exam SY0-701</a:t>
            </a:r>
          </a:p>
          <a:p>
            <a:endParaRPr lang="en-US"/>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3261149061"/>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2.xml><?xml version="1.0" encoding="utf-8"?>
<ds:datastoreItem xmlns:ds="http://schemas.openxmlformats.org/officeDocument/2006/customXml" ds:itemID="{EC6AC144-B87D-452B-9F29-102FBEA13D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9804A4A-BEBA-46F7-8D91-096B77966F98}">
  <ds:schemaRefs>
    <ds:schemaRef ds:uri="http://purl.org/dc/terms/"/>
    <ds:schemaRef ds:uri="http://purl.org/dc/dcmitype/"/>
    <ds:schemaRef ds:uri="http://purl.org/dc/elements/1.1/"/>
    <ds:schemaRef ds:uri="http://schemas.microsoft.com/office/2006/documentManagement/types"/>
    <ds:schemaRef ds:uri="95a46270-66ec-4bdf-aabc-d78887d51418"/>
    <ds:schemaRef ds:uri="http://schemas.microsoft.com/office/infopath/2007/PartnerControls"/>
    <ds:schemaRef ds:uri="http://schemas.microsoft.com/office/2006/metadata/properties"/>
    <ds:schemaRef ds:uri="http://schemas.openxmlformats.org/package/2006/metadata/core-properties"/>
    <ds:schemaRef ds:uri="315eb565-7267-4a95-9087-2f433ded3c8b"/>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comptia_ova</Template>
  <TotalTime>2</TotalTime>
  <Words>2691</Words>
  <Application>Microsoft Office PowerPoint</Application>
  <PresentationFormat>On-screen Show (16:9)</PresentationFormat>
  <Paragraphs>368</Paragraphs>
  <Slides>34</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Open Sans</vt:lpstr>
      <vt:lpstr>Calibri</vt:lpstr>
      <vt:lpstr>Arial</vt:lpstr>
      <vt:lpstr>Roboto Mono</vt:lpstr>
      <vt:lpstr>comptia_ov</vt:lpstr>
      <vt:lpstr>Implement Identity and Access Management</vt:lpstr>
      <vt:lpstr>Objectives</vt:lpstr>
      <vt:lpstr>Authentication</vt:lpstr>
      <vt:lpstr>Authentication Design​</vt:lpstr>
      <vt:lpstr>Password Concepts</vt:lpstr>
      <vt:lpstr>Password Managers</vt:lpstr>
      <vt:lpstr>Multifactor Authentication​</vt:lpstr>
      <vt:lpstr>Biometric Authentication​</vt:lpstr>
      <vt:lpstr>Hard Authentication Tokens</vt:lpstr>
      <vt:lpstr>Soft Authentication Tokens</vt:lpstr>
      <vt:lpstr>Passwordless Authentication</vt:lpstr>
      <vt:lpstr>Authentication</vt:lpstr>
      <vt:lpstr>PowerPoint Presentation</vt:lpstr>
      <vt:lpstr>Access Management</vt:lpstr>
      <vt:lpstr>Discretionary and Mandatory Access Control​</vt:lpstr>
      <vt:lpstr>Role-based and Attribute-Based Access Control​</vt:lpstr>
      <vt:lpstr>Rule-Based Access Control​</vt:lpstr>
      <vt:lpstr>Least Privilege Permission Assignments</vt:lpstr>
      <vt:lpstr>User Account Provisioning</vt:lpstr>
      <vt:lpstr>Account Attributes and Access Policies​</vt:lpstr>
      <vt:lpstr>Account Restrictions​</vt:lpstr>
      <vt:lpstr>Privileged Access Management</vt:lpstr>
      <vt:lpstr>Access Management</vt:lpstr>
      <vt:lpstr>PowerPoint Presentation</vt:lpstr>
      <vt:lpstr>Identity Management</vt:lpstr>
      <vt:lpstr>Local , Network, and Remote Authentication​</vt:lpstr>
      <vt:lpstr>Directory Services​</vt:lpstr>
      <vt:lpstr>Single Sign-on Authentication​</vt:lpstr>
      <vt:lpstr>Single Sign-on Authorization​</vt:lpstr>
      <vt:lpstr>Federation</vt:lpstr>
      <vt:lpstr>Security Assertion Markup Language​</vt:lpstr>
      <vt:lpstr>Open Authorization</vt:lpstr>
      <vt:lpstr>Identity Management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CompTIA Security+ SY0-701</dc:title>
  <dc:subject>Slide deck to accompany a CompTIA OCC study guide</dc:subject>
  <dc:creator>James Pengelly</dc:creator>
  <dc:description>Copyright © 2022 CompTIA, Inc. All Rights Reserved.  |  CompTIA.org</dc:description>
  <cp:lastModifiedBy>Danielle Andries</cp:lastModifiedBy>
  <cp:revision>10</cp:revision>
  <dcterms:created xsi:type="dcterms:W3CDTF">2023-04-03T11:18:01Z</dcterms:created>
  <dcterms:modified xsi:type="dcterms:W3CDTF">2023-09-11T17:44:12Z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0x010100F8AB8BE3257A504EB15FA3D006F5CE14</vt:lpwstr>
  </property>
</Properties>
</file>