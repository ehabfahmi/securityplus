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2"/>
  </p:notesMasterIdLst>
  <p:handoutMasterIdLst>
    <p:handoutMasterId r:id="rId43"/>
  </p:handoutMasterIdLst>
  <p:sldIdLst>
    <p:sldId id="263" r:id="rId5"/>
    <p:sldId id="936" r:id="rId6"/>
    <p:sldId id="273" r:id="rId7"/>
    <p:sldId id="404" r:id="rId8"/>
    <p:sldId id="405" r:id="rId9"/>
    <p:sldId id="408" r:id="rId10"/>
    <p:sldId id="406" r:id="rId11"/>
    <p:sldId id="435" r:id="rId12"/>
    <p:sldId id="403" r:id="rId13"/>
    <p:sldId id="419" r:id="rId14"/>
    <p:sldId id="436" r:id="rId15"/>
    <p:sldId id="437" r:id="rId16"/>
    <p:sldId id="438" r:id="rId17"/>
    <p:sldId id="937" r:id="rId18"/>
    <p:sldId id="274" r:id="rId19"/>
    <p:sldId id="439" r:id="rId20"/>
    <p:sldId id="440" r:id="rId21"/>
    <p:sldId id="411" r:id="rId22"/>
    <p:sldId id="412" r:id="rId23"/>
    <p:sldId id="413" r:id="rId24"/>
    <p:sldId id="415" r:id="rId25"/>
    <p:sldId id="418" r:id="rId26"/>
    <p:sldId id="409" r:id="rId27"/>
    <p:sldId id="420" r:id="rId28"/>
    <p:sldId id="938" r:id="rId29"/>
    <p:sldId id="275" r:id="rId30"/>
    <p:sldId id="421" r:id="rId31"/>
    <p:sldId id="422" r:id="rId32"/>
    <p:sldId id="423" r:id="rId33"/>
    <p:sldId id="424" r:id="rId34"/>
    <p:sldId id="426" r:id="rId35"/>
    <p:sldId id="429" r:id="rId36"/>
    <p:sldId id="431" r:id="rId37"/>
    <p:sldId id="430" r:id="rId38"/>
    <p:sldId id="939" r:id="rId39"/>
    <p:sldId id="940" r:id="rId40"/>
    <p:sldId id="935" r:id="rId41"/>
  </p:sldIdLst>
  <p:sldSz cx="9144000" cy="5143500" type="screen16x9"/>
  <p:notesSz cx="6858000" cy="9144000"/>
  <p:embeddedFontLst>
    <p:embeddedFont>
      <p:font typeface="Calibri" panose="020F0502020204030204" pitchFamily="34" charset="0"/>
      <p:regular r:id="rId44"/>
      <p:bold r:id="rId45"/>
      <p:italic r:id="rId46"/>
      <p:boldItalic r:id="rId47"/>
    </p:embeddedFont>
    <p:embeddedFont>
      <p:font typeface="Open Sans" panose="020B0606030504020204" pitchFamily="34" charset="0"/>
      <p:regular r:id="rId48"/>
      <p:bold r:id="rId49"/>
      <p:italic r:id="rId50"/>
      <p:boldItalic r:id="rId5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9083" autoAdjust="0"/>
  </p:normalViewPr>
  <p:slideViewPr>
    <p:cSldViewPr snapToGrid="0">
      <p:cViewPr varScale="1">
        <p:scale>
          <a:sx n="117" d="100"/>
          <a:sy n="117" d="100"/>
        </p:scale>
        <p:origin x="1416" y="84"/>
      </p:cViewPr>
      <p:guideLst>
        <p:guide orient="horz" pos="1620"/>
        <p:guide pos="2880"/>
      </p:guideLst>
    </p:cSldViewPr>
  </p:slideViewPr>
  <p:outlineViewPr>
    <p:cViewPr>
      <p:scale>
        <a:sx n="33" d="100"/>
        <a:sy n="33" d="100"/>
      </p:scale>
      <p:origin x="0" y="-84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6.fntdata"/><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6.xml"/><Relationship Id="rId3" Type="http://schemas.openxmlformats.org/officeDocument/2006/relationships/slide" Target="slides/slide3.xml"/><Relationship Id="rId21" Type="http://schemas.openxmlformats.org/officeDocument/2006/relationships/slide" Target="slides/slide21.xml"/><Relationship Id="rId34" Type="http://schemas.openxmlformats.org/officeDocument/2006/relationships/slide" Target="slides/slide34.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5.xml"/><Relationship Id="rId33" Type="http://schemas.openxmlformats.org/officeDocument/2006/relationships/slide" Target="slides/slide33.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0.xml"/><Relationship Id="rId29" Type="http://schemas.openxmlformats.org/officeDocument/2006/relationships/slide" Target="slides/slide29.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4.xml"/><Relationship Id="rId32" Type="http://schemas.openxmlformats.org/officeDocument/2006/relationships/slide" Target="slides/slide32.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3.xml"/><Relationship Id="rId28" Type="http://schemas.openxmlformats.org/officeDocument/2006/relationships/slide" Target="slides/slide28.xml"/><Relationship Id="rId36" Type="http://schemas.openxmlformats.org/officeDocument/2006/relationships/slide" Target="slides/slide37.xml"/><Relationship Id="rId10" Type="http://schemas.openxmlformats.org/officeDocument/2006/relationships/slide" Target="slides/slide10.xml"/><Relationship Id="rId19" Type="http://schemas.openxmlformats.org/officeDocument/2006/relationships/slide" Target="slides/slide19.xml"/><Relationship Id="rId31" Type="http://schemas.openxmlformats.org/officeDocument/2006/relationships/slide" Target="slides/slide31.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2.xml"/><Relationship Id="rId27" Type="http://schemas.openxmlformats.org/officeDocument/2006/relationships/slide" Target="slides/slide27.xml"/><Relationship Id="rId30" Type="http://schemas.openxmlformats.org/officeDocument/2006/relationships/slide" Target="slides/slide30.xml"/><Relationship Id="rId35" Type="http://schemas.openxmlformats.org/officeDocument/2006/relationships/slide" Target="slides/slide35.xml"/><Relationship Id="rId8"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9ED19ACF-ED73-4EB0-B871-B6A567EA0C6C}"/>
    <pc:docChg chg="custSel addSld modSld">
      <pc:chgData name="Danielle Andries" userId="93d179e4-3c18-40f7-920e-ae80b202540d" providerId="ADAL" clId="{9ED19ACF-ED73-4EB0-B871-B6A567EA0C6C}" dt="2023-09-11T17:42:59.088" v="83" actId="20577"/>
      <pc:docMkLst>
        <pc:docMk/>
      </pc:docMkLst>
      <pc:sldChg chg="addSp delSp modSp new mod modClrScheme chgLayout">
        <pc:chgData name="Danielle Andries" userId="93d179e4-3c18-40f7-920e-ae80b202540d" providerId="ADAL" clId="{9ED19ACF-ED73-4EB0-B871-B6A567EA0C6C}" dt="2023-09-11T17:42:59.088" v="83" actId="20577"/>
        <pc:sldMkLst>
          <pc:docMk/>
          <pc:sldMk cId="4056847508" sldId="940"/>
        </pc:sldMkLst>
        <pc:spChg chg="del mod ord">
          <ac:chgData name="Danielle Andries" userId="93d179e4-3c18-40f7-920e-ae80b202540d" providerId="ADAL" clId="{9ED19ACF-ED73-4EB0-B871-B6A567EA0C6C}" dt="2023-09-11T17:42:35.540" v="1" actId="700"/>
          <ac:spMkLst>
            <pc:docMk/>
            <pc:sldMk cId="4056847508" sldId="940"/>
            <ac:spMk id="2" creationId="{C4AEC6D1-03F0-141F-0A5B-598079C15194}"/>
          </ac:spMkLst>
        </pc:spChg>
        <pc:spChg chg="del">
          <ac:chgData name="Danielle Andries" userId="93d179e4-3c18-40f7-920e-ae80b202540d" providerId="ADAL" clId="{9ED19ACF-ED73-4EB0-B871-B6A567EA0C6C}" dt="2023-09-11T17:42:35.540" v="1" actId="700"/>
          <ac:spMkLst>
            <pc:docMk/>
            <pc:sldMk cId="4056847508" sldId="940"/>
            <ac:spMk id="3" creationId="{F69312A1-8731-172A-7C58-D1B80FAFD882}"/>
          </ac:spMkLst>
        </pc:spChg>
        <pc:spChg chg="mod ord">
          <ac:chgData name="Danielle Andries" userId="93d179e4-3c18-40f7-920e-ae80b202540d" providerId="ADAL" clId="{9ED19ACF-ED73-4EB0-B871-B6A567EA0C6C}" dt="2023-09-11T17:42:35.540" v="1" actId="700"/>
          <ac:spMkLst>
            <pc:docMk/>
            <pc:sldMk cId="4056847508" sldId="940"/>
            <ac:spMk id="4" creationId="{1CAA2BDF-7BA0-9586-5C26-2F282F075978}"/>
          </ac:spMkLst>
        </pc:spChg>
        <pc:spChg chg="add mod ord">
          <ac:chgData name="Danielle Andries" userId="93d179e4-3c18-40f7-920e-ae80b202540d" providerId="ADAL" clId="{9ED19ACF-ED73-4EB0-B871-B6A567EA0C6C}" dt="2023-09-11T17:42:59.088" v="83" actId="20577"/>
          <ac:spMkLst>
            <pc:docMk/>
            <pc:sldMk cId="4056847508" sldId="940"/>
            <ac:spMk id="5" creationId="{CE78C337-4F03-60BC-C5E6-7C863D2CE8CE}"/>
          </ac:spMkLst>
        </pc:spChg>
      </pc:sldChg>
    </pc:docChg>
  </pc:docChgLst>
  <pc:docChgLst>
    <pc:chgData name="James Pengelly" userId="d269fecd-a8a2-4e5a-93ae-88bdaab21f51" providerId="ADAL" clId="{3840A70C-1BDB-42C9-93AF-A2D976425B96}"/>
    <pc:docChg chg="custSel addSld delSld modSld">
      <pc:chgData name="James Pengelly" userId="d269fecd-a8a2-4e5a-93ae-88bdaab21f51" providerId="ADAL" clId="{3840A70C-1BDB-42C9-93AF-A2D976425B96}" dt="2023-09-06T15:32:29.167" v="806"/>
      <pc:docMkLst>
        <pc:docMk/>
      </pc:docMkLst>
      <pc:sldChg chg="del">
        <pc:chgData name="James Pengelly" userId="d269fecd-a8a2-4e5a-93ae-88bdaab21f51" providerId="ADAL" clId="{3840A70C-1BDB-42C9-93AF-A2D976425B96}" dt="2023-08-24T13:57:55.046" v="0" actId="47"/>
        <pc:sldMkLst>
          <pc:docMk/>
          <pc:sldMk cId="3760655269" sldId="257"/>
        </pc:sldMkLst>
      </pc:sldChg>
      <pc:sldChg chg="del">
        <pc:chgData name="James Pengelly" userId="d269fecd-a8a2-4e5a-93ae-88bdaab21f51" providerId="ADAL" clId="{3840A70C-1BDB-42C9-93AF-A2D976425B96}" dt="2023-08-24T13:57:55.046" v="0" actId="47"/>
        <pc:sldMkLst>
          <pc:docMk/>
          <pc:sldMk cId="2338602011" sldId="258"/>
        </pc:sldMkLst>
      </pc:sldChg>
      <pc:sldChg chg="del">
        <pc:chgData name="James Pengelly" userId="d269fecd-a8a2-4e5a-93ae-88bdaab21f51" providerId="ADAL" clId="{3840A70C-1BDB-42C9-93AF-A2D976425B96}" dt="2023-08-24T13:57:55.046" v="0" actId="47"/>
        <pc:sldMkLst>
          <pc:docMk/>
          <pc:sldMk cId="1550182309" sldId="259"/>
        </pc:sldMkLst>
      </pc:sldChg>
      <pc:sldChg chg="del">
        <pc:chgData name="James Pengelly" userId="d269fecd-a8a2-4e5a-93ae-88bdaab21f51" providerId="ADAL" clId="{3840A70C-1BDB-42C9-93AF-A2D976425B96}" dt="2023-08-24T13:57:55.046" v="0" actId="47"/>
        <pc:sldMkLst>
          <pc:docMk/>
          <pc:sldMk cId="437917127" sldId="260"/>
        </pc:sldMkLst>
      </pc:sldChg>
      <pc:sldChg chg="del">
        <pc:chgData name="James Pengelly" userId="d269fecd-a8a2-4e5a-93ae-88bdaab21f51" providerId="ADAL" clId="{3840A70C-1BDB-42C9-93AF-A2D976425B96}" dt="2023-08-24T13:57:55.046" v="0" actId="47"/>
        <pc:sldMkLst>
          <pc:docMk/>
          <pc:sldMk cId="2634730840" sldId="261"/>
        </pc:sldMkLst>
      </pc:sldChg>
      <pc:sldChg chg="del">
        <pc:chgData name="James Pengelly" userId="d269fecd-a8a2-4e5a-93ae-88bdaab21f51" providerId="ADAL" clId="{3840A70C-1BDB-42C9-93AF-A2D976425B96}" dt="2023-08-24T13:57:55.046" v="0" actId="47"/>
        <pc:sldMkLst>
          <pc:docMk/>
          <pc:sldMk cId="1040517604" sldId="262"/>
        </pc:sldMkLst>
      </pc:sldChg>
      <pc:sldChg chg="modNotesTx">
        <pc:chgData name="James Pengelly" userId="d269fecd-a8a2-4e5a-93ae-88bdaab21f51" providerId="ADAL" clId="{3840A70C-1BDB-42C9-93AF-A2D976425B96}" dt="2023-09-06T15:26:21.397" v="763"/>
        <pc:sldMkLst>
          <pc:docMk/>
          <pc:sldMk cId="139738668" sldId="263"/>
        </pc:sldMkLst>
      </pc:sldChg>
      <pc:sldChg chg="del">
        <pc:chgData name="James Pengelly" userId="d269fecd-a8a2-4e5a-93ae-88bdaab21f51" providerId="ADAL" clId="{3840A70C-1BDB-42C9-93AF-A2D976425B96}" dt="2023-08-24T13:57:55.046" v="0" actId="47"/>
        <pc:sldMkLst>
          <pc:docMk/>
          <pc:sldMk cId="3365779185" sldId="264"/>
        </pc:sldMkLst>
      </pc:sldChg>
      <pc:sldChg chg="del">
        <pc:chgData name="James Pengelly" userId="d269fecd-a8a2-4e5a-93ae-88bdaab21f51" providerId="ADAL" clId="{3840A70C-1BDB-42C9-93AF-A2D976425B96}" dt="2023-08-24T13:57:55.046" v="0" actId="47"/>
        <pc:sldMkLst>
          <pc:docMk/>
          <pc:sldMk cId="3349349304" sldId="265"/>
        </pc:sldMkLst>
      </pc:sldChg>
      <pc:sldChg chg="del">
        <pc:chgData name="James Pengelly" userId="d269fecd-a8a2-4e5a-93ae-88bdaab21f51" providerId="ADAL" clId="{3840A70C-1BDB-42C9-93AF-A2D976425B96}" dt="2023-08-24T13:57:55.046" v="0" actId="47"/>
        <pc:sldMkLst>
          <pc:docMk/>
          <pc:sldMk cId="2276233524" sldId="266"/>
        </pc:sldMkLst>
      </pc:sldChg>
      <pc:sldChg chg="del">
        <pc:chgData name="James Pengelly" userId="d269fecd-a8a2-4e5a-93ae-88bdaab21f51" providerId="ADAL" clId="{3840A70C-1BDB-42C9-93AF-A2D976425B96}" dt="2023-08-24T13:57:55.046" v="0" actId="47"/>
        <pc:sldMkLst>
          <pc:docMk/>
          <pc:sldMk cId="4072486014" sldId="267"/>
        </pc:sldMkLst>
      </pc:sldChg>
      <pc:sldChg chg="del">
        <pc:chgData name="James Pengelly" userId="d269fecd-a8a2-4e5a-93ae-88bdaab21f51" providerId="ADAL" clId="{3840A70C-1BDB-42C9-93AF-A2D976425B96}" dt="2023-08-24T13:57:55.046" v="0" actId="47"/>
        <pc:sldMkLst>
          <pc:docMk/>
          <pc:sldMk cId="3366417685" sldId="268"/>
        </pc:sldMkLst>
      </pc:sldChg>
      <pc:sldChg chg="del">
        <pc:chgData name="James Pengelly" userId="d269fecd-a8a2-4e5a-93ae-88bdaab21f51" providerId="ADAL" clId="{3840A70C-1BDB-42C9-93AF-A2D976425B96}" dt="2023-08-24T13:57:55.046" v="0" actId="47"/>
        <pc:sldMkLst>
          <pc:docMk/>
          <pc:sldMk cId="2395513725" sldId="269"/>
        </pc:sldMkLst>
      </pc:sldChg>
      <pc:sldChg chg="del">
        <pc:chgData name="James Pengelly" userId="d269fecd-a8a2-4e5a-93ae-88bdaab21f51" providerId="ADAL" clId="{3840A70C-1BDB-42C9-93AF-A2D976425B96}" dt="2023-08-24T13:57:55.046" v="0" actId="47"/>
        <pc:sldMkLst>
          <pc:docMk/>
          <pc:sldMk cId="1017836692" sldId="270"/>
        </pc:sldMkLst>
      </pc:sldChg>
      <pc:sldChg chg="del">
        <pc:chgData name="James Pengelly" userId="d269fecd-a8a2-4e5a-93ae-88bdaab21f51" providerId="ADAL" clId="{3840A70C-1BDB-42C9-93AF-A2D976425B96}" dt="2023-08-24T13:57:55.046" v="0" actId="47"/>
        <pc:sldMkLst>
          <pc:docMk/>
          <pc:sldMk cId="99892872" sldId="271"/>
        </pc:sldMkLst>
      </pc:sldChg>
      <pc:sldChg chg="del">
        <pc:chgData name="James Pengelly" userId="d269fecd-a8a2-4e5a-93ae-88bdaab21f51" providerId="ADAL" clId="{3840A70C-1BDB-42C9-93AF-A2D976425B96}" dt="2023-08-24T13:57:55.046" v="0" actId="47"/>
        <pc:sldMkLst>
          <pc:docMk/>
          <pc:sldMk cId="769677826" sldId="272"/>
        </pc:sldMkLst>
      </pc:sldChg>
      <pc:sldChg chg="modNotesTx">
        <pc:chgData name="James Pengelly" userId="d269fecd-a8a2-4e5a-93ae-88bdaab21f51" providerId="ADAL" clId="{3840A70C-1BDB-42C9-93AF-A2D976425B96}" dt="2023-09-06T15:26:31.126" v="764"/>
        <pc:sldMkLst>
          <pc:docMk/>
          <pc:sldMk cId="3325081579" sldId="273"/>
        </pc:sldMkLst>
      </pc:sldChg>
      <pc:sldChg chg="modNotesTx">
        <pc:chgData name="James Pengelly" userId="d269fecd-a8a2-4e5a-93ae-88bdaab21f51" providerId="ADAL" clId="{3840A70C-1BDB-42C9-93AF-A2D976425B96}" dt="2023-09-06T15:29:23.901" v="782"/>
        <pc:sldMkLst>
          <pc:docMk/>
          <pc:sldMk cId="3724492086" sldId="274"/>
        </pc:sldMkLst>
      </pc:sldChg>
      <pc:sldChg chg="modNotesTx">
        <pc:chgData name="James Pengelly" userId="d269fecd-a8a2-4e5a-93ae-88bdaab21f51" providerId="ADAL" clId="{3840A70C-1BDB-42C9-93AF-A2D976425B96}" dt="2023-09-06T15:30:57.838" v="798"/>
        <pc:sldMkLst>
          <pc:docMk/>
          <pc:sldMk cId="2041858622" sldId="275"/>
        </pc:sldMkLst>
      </pc:sldChg>
      <pc:sldChg chg="del">
        <pc:chgData name="James Pengelly" userId="d269fecd-a8a2-4e5a-93ae-88bdaab21f51" providerId="ADAL" clId="{3840A70C-1BDB-42C9-93AF-A2D976425B96}" dt="2023-08-24T13:58:02.074" v="1" actId="47"/>
        <pc:sldMkLst>
          <pc:docMk/>
          <pc:sldMk cId="3089985782" sldId="276"/>
        </pc:sldMkLst>
      </pc:sldChg>
      <pc:sldChg chg="del">
        <pc:chgData name="James Pengelly" userId="d269fecd-a8a2-4e5a-93ae-88bdaab21f51" providerId="ADAL" clId="{3840A70C-1BDB-42C9-93AF-A2D976425B96}" dt="2023-08-24T13:58:02.074" v="1" actId="47"/>
        <pc:sldMkLst>
          <pc:docMk/>
          <pc:sldMk cId="2059499407" sldId="278"/>
        </pc:sldMkLst>
      </pc:sldChg>
      <pc:sldChg chg="del">
        <pc:chgData name="James Pengelly" userId="d269fecd-a8a2-4e5a-93ae-88bdaab21f51" providerId="ADAL" clId="{3840A70C-1BDB-42C9-93AF-A2D976425B96}" dt="2023-08-24T13:58:02.074" v="1" actId="47"/>
        <pc:sldMkLst>
          <pc:docMk/>
          <pc:sldMk cId="3039752954" sldId="279"/>
        </pc:sldMkLst>
      </pc:sldChg>
      <pc:sldChg chg="del">
        <pc:chgData name="James Pengelly" userId="d269fecd-a8a2-4e5a-93ae-88bdaab21f51" providerId="ADAL" clId="{3840A70C-1BDB-42C9-93AF-A2D976425B96}" dt="2023-08-24T13:58:02.074" v="1" actId="47"/>
        <pc:sldMkLst>
          <pc:docMk/>
          <pc:sldMk cId="843237950" sldId="280"/>
        </pc:sldMkLst>
      </pc:sldChg>
      <pc:sldChg chg="del">
        <pc:chgData name="James Pengelly" userId="d269fecd-a8a2-4e5a-93ae-88bdaab21f51" providerId="ADAL" clId="{3840A70C-1BDB-42C9-93AF-A2D976425B96}" dt="2023-08-24T13:58:02.074" v="1" actId="47"/>
        <pc:sldMkLst>
          <pc:docMk/>
          <pc:sldMk cId="3733370379" sldId="281"/>
        </pc:sldMkLst>
      </pc:sldChg>
      <pc:sldChg chg="del">
        <pc:chgData name="James Pengelly" userId="d269fecd-a8a2-4e5a-93ae-88bdaab21f51" providerId="ADAL" clId="{3840A70C-1BDB-42C9-93AF-A2D976425B96}" dt="2023-08-24T13:58:02.074" v="1" actId="47"/>
        <pc:sldMkLst>
          <pc:docMk/>
          <pc:sldMk cId="3442409454" sldId="282"/>
        </pc:sldMkLst>
      </pc:sldChg>
      <pc:sldChg chg="del">
        <pc:chgData name="James Pengelly" userId="d269fecd-a8a2-4e5a-93ae-88bdaab21f51" providerId="ADAL" clId="{3840A70C-1BDB-42C9-93AF-A2D976425B96}" dt="2023-08-24T13:58:02.074" v="1" actId="47"/>
        <pc:sldMkLst>
          <pc:docMk/>
          <pc:sldMk cId="991642544" sldId="283"/>
        </pc:sldMkLst>
      </pc:sldChg>
      <pc:sldChg chg="del">
        <pc:chgData name="James Pengelly" userId="d269fecd-a8a2-4e5a-93ae-88bdaab21f51" providerId="ADAL" clId="{3840A70C-1BDB-42C9-93AF-A2D976425B96}" dt="2023-08-24T13:58:02.074" v="1" actId="47"/>
        <pc:sldMkLst>
          <pc:docMk/>
          <pc:sldMk cId="3247045521" sldId="284"/>
        </pc:sldMkLst>
      </pc:sldChg>
      <pc:sldChg chg="del">
        <pc:chgData name="James Pengelly" userId="d269fecd-a8a2-4e5a-93ae-88bdaab21f51" providerId="ADAL" clId="{3840A70C-1BDB-42C9-93AF-A2D976425B96}" dt="2023-08-24T13:58:02.074" v="1" actId="47"/>
        <pc:sldMkLst>
          <pc:docMk/>
          <pc:sldMk cId="3516634555" sldId="285"/>
        </pc:sldMkLst>
      </pc:sldChg>
      <pc:sldChg chg="del">
        <pc:chgData name="James Pengelly" userId="d269fecd-a8a2-4e5a-93ae-88bdaab21f51" providerId="ADAL" clId="{3840A70C-1BDB-42C9-93AF-A2D976425B96}" dt="2023-08-24T13:57:55.046" v="0" actId="47"/>
        <pc:sldMkLst>
          <pc:docMk/>
          <pc:sldMk cId="1363320255" sldId="286"/>
        </pc:sldMkLst>
      </pc:sldChg>
      <pc:sldChg chg="del">
        <pc:chgData name="James Pengelly" userId="d269fecd-a8a2-4e5a-93ae-88bdaab21f51" providerId="ADAL" clId="{3840A70C-1BDB-42C9-93AF-A2D976425B96}" dt="2023-08-24T13:57:55.046" v="0" actId="47"/>
        <pc:sldMkLst>
          <pc:docMk/>
          <pc:sldMk cId="2461687384" sldId="287"/>
        </pc:sldMkLst>
      </pc:sldChg>
      <pc:sldChg chg="del">
        <pc:chgData name="James Pengelly" userId="d269fecd-a8a2-4e5a-93ae-88bdaab21f51" providerId="ADAL" clId="{3840A70C-1BDB-42C9-93AF-A2D976425B96}" dt="2023-08-24T13:57:55.046" v="0" actId="47"/>
        <pc:sldMkLst>
          <pc:docMk/>
          <pc:sldMk cId="3936536747" sldId="288"/>
        </pc:sldMkLst>
      </pc:sldChg>
      <pc:sldChg chg="del">
        <pc:chgData name="James Pengelly" userId="d269fecd-a8a2-4e5a-93ae-88bdaab21f51" providerId="ADAL" clId="{3840A70C-1BDB-42C9-93AF-A2D976425B96}" dt="2023-08-24T13:57:55.046" v="0" actId="47"/>
        <pc:sldMkLst>
          <pc:docMk/>
          <pc:sldMk cId="3641545773" sldId="289"/>
        </pc:sldMkLst>
      </pc:sldChg>
      <pc:sldChg chg="del">
        <pc:chgData name="James Pengelly" userId="d269fecd-a8a2-4e5a-93ae-88bdaab21f51" providerId="ADAL" clId="{3840A70C-1BDB-42C9-93AF-A2D976425B96}" dt="2023-08-24T13:57:55.046" v="0" actId="47"/>
        <pc:sldMkLst>
          <pc:docMk/>
          <pc:sldMk cId="221518503" sldId="290"/>
        </pc:sldMkLst>
      </pc:sldChg>
      <pc:sldChg chg="del">
        <pc:chgData name="James Pengelly" userId="d269fecd-a8a2-4e5a-93ae-88bdaab21f51" providerId="ADAL" clId="{3840A70C-1BDB-42C9-93AF-A2D976425B96}" dt="2023-08-24T13:57:55.046" v="0" actId="47"/>
        <pc:sldMkLst>
          <pc:docMk/>
          <pc:sldMk cId="1003357565" sldId="291"/>
        </pc:sldMkLst>
      </pc:sldChg>
      <pc:sldChg chg="del">
        <pc:chgData name="James Pengelly" userId="d269fecd-a8a2-4e5a-93ae-88bdaab21f51" providerId="ADAL" clId="{3840A70C-1BDB-42C9-93AF-A2D976425B96}" dt="2023-08-24T13:57:55.046" v="0" actId="47"/>
        <pc:sldMkLst>
          <pc:docMk/>
          <pc:sldMk cId="1713016230" sldId="292"/>
        </pc:sldMkLst>
      </pc:sldChg>
      <pc:sldChg chg="del">
        <pc:chgData name="James Pengelly" userId="d269fecd-a8a2-4e5a-93ae-88bdaab21f51" providerId="ADAL" clId="{3840A70C-1BDB-42C9-93AF-A2D976425B96}" dt="2023-08-24T13:57:55.046" v="0" actId="47"/>
        <pc:sldMkLst>
          <pc:docMk/>
          <pc:sldMk cId="812696670" sldId="293"/>
        </pc:sldMkLst>
      </pc:sldChg>
      <pc:sldChg chg="del">
        <pc:chgData name="James Pengelly" userId="d269fecd-a8a2-4e5a-93ae-88bdaab21f51" providerId="ADAL" clId="{3840A70C-1BDB-42C9-93AF-A2D976425B96}" dt="2023-08-24T13:57:55.046" v="0" actId="47"/>
        <pc:sldMkLst>
          <pc:docMk/>
          <pc:sldMk cId="1340576365" sldId="294"/>
        </pc:sldMkLst>
      </pc:sldChg>
      <pc:sldChg chg="del">
        <pc:chgData name="James Pengelly" userId="d269fecd-a8a2-4e5a-93ae-88bdaab21f51" providerId="ADAL" clId="{3840A70C-1BDB-42C9-93AF-A2D976425B96}" dt="2023-08-24T13:57:55.046" v="0" actId="47"/>
        <pc:sldMkLst>
          <pc:docMk/>
          <pc:sldMk cId="1850288332" sldId="295"/>
        </pc:sldMkLst>
      </pc:sldChg>
      <pc:sldChg chg="del">
        <pc:chgData name="James Pengelly" userId="d269fecd-a8a2-4e5a-93ae-88bdaab21f51" providerId="ADAL" clId="{3840A70C-1BDB-42C9-93AF-A2D976425B96}" dt="2023-08-24T13:57:55.046" v="0" actId="47"/>
        <pc:sldMkLst>
          <pc:docMk/>
          <pc:sldMk cId="2381183512" sldId="296"/>
        </pc:sldMkLst>
      </pc:sldChg>
      <pc:sldChg chg="del">
        <pc:chgData name="James Pengelly" userId="d269fecd-a8a2-4e5a-93ae-88bdaab21f51" providerId="ADAL" clId="{3840A70C-1BDB-42C9-93AF-A2D976425B96}" dt="2023-08-24T13:57:55.046" v="0" actId="47"/>
        <pc:sldMkLst>
          <pc:docMk/>
          <pc:sldMk cId="2376504653" sldId="297"/>
        </pc:sldMkLst>
      </pc:sldChg>
      <pc:sldChg chg="del">
        <pc:chgData name="James Pengelly" userId="d269fecd-a8a2-4e5a-93ae-88bdaab21f51" providerId="ADAL" clId="{3840A70C-1BDB-42C9-93AF-A2D976425B96}" dt="2023-08-24T13:57:55.046" v="0" actId="47"/>
        <pc:sldMkLst>
          <pc:docMk/>
          <pc:sldMk cId="1138553672" sldId="298"/>
        </pc:sldMkLst>
      </pc:sldChg>
      <pc:sldChg chg="del">
        <pc:chgData name="James Pengelly" userId="d269fecd-a8a2-4e5a-93ae-88bdaab21f51" providerId="ADAL" clId="{3840A70C-1BDB-42C9-93AF-A2D976425B96}" dt="2023-08-24T13:57:55.046" v="0" actId="47"/>
        <pc:sldMkLst>
          <pc:docMk/>
          <pc:sldMk cId="2434760376" sldId="299"/>
        </pc:sldMkLst>
      </pc:sldChg>
      <pc:sldChg chg="del">
        <pc:chgData name="James Pengelly" userId="d269fecd-a8a2-4e5a-93ae-88bdaab21f51" providerId="ADAL" clId="{3840A70C-1BDB-42C9-93AF-A2D976425B96}" dt="2023-08-24T13:57:55.046" v="0" actId="47"/>
        <pc:sldMkLst>
          <pc:docMk/>
          <pc:sldMk cId="2689101175" sldId="300"/>
        </pc:sldMkLst>
      </pc:sldChg>
      <pc:sldChg chg="del">
        <pc:chgData name="James Pengelly" userId="d269fecd-a8a2-4e5a-93ae-88bdaab21f51" providerId="ADAL" clId="{3840A70C-1BDB-42C9-93AF-A2D976425B96}" dt="2023-08-24T13:57:55.046" v="0" actId="47"/>
        <pc:sldMkLst>
          <pc:docMk/>
          <pc:sldMk cId="3804762140" sldId="301"/>
        </pc:sldMkLst>
      </pc:sldChg>
      <pc:sldChg chg="del">
        <pc:chgData name="James Pengelly" userId="d269fecd-a8a2-4e5a-93ae-88bdaab21f51" providerId="ADAL" clId="{3840A70C-1BDB-42C9-93AF-A2D976425B96}" dt="2023-08-24T13:57:55.046" v="0" actId="47"/>
        <pc:sldMkLst>
          <pc:docMk/>
          <pc:sldMk cId="1115052603" sldId="302"/>
        </pc:sldMkLst>
      </pc:sldChg>
      <pc:sldChg chg="del">
        <pc:chgData name="James Pengelly" userId="d269fecd-a8a2-4e5a-93ae-88bdaab21f51" providerId="ADAL" clId="{3840A70C-1BDB-42C9-93AF-A2D976425B96}" dt="2023-08-24T13:57:55.046" v="0" actId="47"/>
        <pc:sldMkLst>
          <pc:docMk/>
          <pc:sldMk cId="2684385073" sldId="303"/>
        </pc:sldMkLst>
      </pc:sldChg>
      <pc:sldChg chg="del">
        <pc:chgData name="James Pengelly" userId="d269fecd-a8a2-4e5a-93ae-88bdaab21f51" providerId="ADAL" clId="{3840A70C-1BDB-42C9-93AF-A2D976425B96}" dt="2023-08-24T13:57:55.046" v="0" actId="47"/>
        <pc:sldMkLst>
          <pc:docMk/>
          <pc:sldMk cId="969576491" sldId="305"/>
        </pc:sldMkLst>
      </pc:sldChg>
      <pc:sldChg chg="del">
        <pc:chgData name="James Pengelly" userId="d269fecd-a8a2-4e5a-93ae-88bdaab21f51" providerId="ADAL" clId="{3840A70C-1BDB-42C9-93AF-A2D976425B96}" dt="2023-08-24T13:57:55.046" v="0" actId="47"/>
        <pc:sldMkLst>
          <pc:docMk/>
          <pc:sldMk cId="684225142" sldId="306"/>
        </pc:sldMkLst>
      </pc:sldChg>
      <pc:sldChg chg="del">
        <pc:chgData name="James Pengelly" userId="d269fecd-a8a2-4e5a-93ae-88bdaab21f51" providerId="ADAL" clId="{3840A70C-1BDB-42C9-93AF-A2D976425B96}" dt="2023-08-24T13:57:55.046" v="0" actId="47"/>
        <pc:sldMkLst>
          <pc:docMk/>
          <pc:sldMk cId="2553477551" sldId="307"/>
        </pc:sldMkLst>
      </pc:sldChg>
      <pc:sldChg chg="del">
        <pc:chgData name="James Pengelly" userId="d269fecd-a8a2-4e5a-93ae-88bdaab21f51" providerId="ADAL" clId="{3840A70C-1BDB-42C9-93AF-A2D976425B96}" dt="2023-08-24T13:58:02.074" v="1" actId="47"/>
        <pc:sldMkLst>
          <pc:docMk/>
          <pc:sldMk cId="2007699143" sldId="309"/>
        </pc:sldMkLst>
      </pc:sldChg>
      <pc:sldChg chg="del">
        <pc:chgData name="James Pengelly" userId="d269fecd-a8a2-4e5a-93ae-88bdaab21f51" providerId="ADAL" clId="{3840A70C-1BDB-42C9-93AF-A2D976425B96}" dt="2023-08-24T13:58:02.074" v="1" actId="47"/>
        <pc:sldMkLst>
          <pc:docMk/>
          <pc:sldMk cId="4281608181" sldId="310"/>
        </pc:sldMkLst>
      </pc:sldChg>
      <pc:sldChg chg="del">
        <pc:chgData name="James Pengelly" userId="d269fecd-a8a2-4e5a-93ae-88bdaab21f51" providerId="ADAL" clId="{3840A70C-1BDB-42C9-93AF-A2D976425B96}" dt="2023-08-24T13:58:02.074" v="1" actId="47"/>
        <pc:sldMkLst>
          <pc:docMk/>
          <pc:sldMk cId="1732311369" sldId="311"/>
        </pc:sldMkLst>
      </pc:sldChg>
      <pc:sldChg chg="del">
        <pc:chgData name="James Pengelly" userId="d269fecd-a8a2-4e5a-93ae-88bdaab21f51" providerId="ADAL" clId="{3840A70C-1BDB-42C9-93AF-A2D976425B96}" dt="2023-08-24T13:58:02.074" v="1" actId="47"/>
        <pc:sldMkLst>
          <pc:docMk/>
          <pc:sldMk cId="706290566" sldId="312"/>
        </pc:sldMkLst>
      </pc:sldChg>
      <pc:sldChg chg="del">
        <pc:chgData name="James Pengelly" userId="d269fecd-a8a2-4e5a-93ae-88bdaab21f51" providerId="ADAL" clId="{3840A70C-1BDB-42C9-93AF-A2D976425B96}" dt="2023-08-24T13:58:02.074" v="1" actId="47"/>
        <pc:sldMkLst>
          <pc:docMk/>
          <pc:sldMk cId="1050497775" sldId="313"/>
        </pc:sldMkLst>
      </pc:sldChg>
      <pc:sldChg chg="del">
        <pc:chgData name="James Pengelly" userId="d269fecd-a8a2-4e5a-93ae-88bdaab21f51" providerId="ADAL" clId="{3840A70C-1BDB-42C9-93AF-A2D976425B96}" dt="2023-08-24T13:58:02.074" v="1" actId="47"/>
        <pc:sldMkLst>
          <pc:docMk/>
          <pc:sldMk cId="302017435" sldId="314"/>
        </pc:sldMkLst>
      </pc:sldChg>
      <pc:sldChg chg="del">
        <pc:chgData name="James Pengelly" userId="d269fecd-a8a2-4e5a-93ae-88bdaab21f51" providerId="ADAL" clId="{3840A70C-1BDB-42C9-93AF-A2D976425B96}" dt="2023-08-24T13:58:02.074" v="1" actId="47"/>
        <pc:sldMkLst>
          <pc:docMk/>
          <pc:sldMk cId="3206953828" sldId="315"/>
        </pc:sldMkLst>
      </pc:sldChg>
      <pc:sldChg chg="del">
        <pc:chgData name="James Pengelly" userId="d269fecd-a8a2-4e5a-93ae-88bdaab21f51" providerId="ADAL" clId="{3840A70C-1BDB-42C9-93AF-A2D976425B96}" dt="2023-08-24T13:58:02.074" v="1" actId="47"/>
        <pc:sldMkLst>
          <pc:docMk/>
          <pc:sldMk cId="461759407" sldId="316"/>
        </pc:sldMkLst>
      </pc:sldChg>
      <pc:sldChg chg="del">
        <pc:chgData name="James Pengelly" userId="d269fecd-a8a2-4e5a-93ae-88bdaab21f51" providerId="ADAL" clId="{3840A70C-1BDB-42C9-93AF-A2D976425B96}" dt="2023-08-24T13:57:55.046" v="0" actId="47"/>
        <pc:sldMkLst>
          <pc:docMk/>
          <pc:sldMk cId="1296373743" sldId="318"/>
        </pc:sldMkLst>
      </pc:sldChg>
      <pc:sldChg chg="del">
        <pc:chgData name="James Pengelly" userId="d269fecd-a8a2-4e5a-93ae-88bdaab21f51" providerId="ADAL" clId="{3840A70C-1BDB-42C9-93AF-A2D976425B96}" dt="2023-08-24T13:57:55.046" v="0" actId="47"/>
        <pc:sldMkLst>
          <pc:docMk/>
          <pc:sldMk cId="744962618" sldId="319"/>
        </pc:sldMkLst>
      </pc:sldChg>
      <pc:sldChg chg="del">
        <pc:chgData name="James Pengelly" userId="d269fecd-a8a2-4e5a-93ae-88bdaab21f51" providerId="ADAL" clId="{3840A70C-1BDB-42C9-93AF-A2D976425B96}" dt="2023-08-24T13:57:55.046" v="0" actId="47"/>
        <pc:sldMkLst>
          <pc:docMk/>
          <pc:sldMk cId="1610607834" sldId="320"/>
        </pc:sldMkLst>
      </pc:sldChg>
      <pc:sldChg chg="del">
        <pc:chgData name="James Pengelly" userId="d269fecd-a8a2-4e5a-93ae-88bdaab21f51" providerId="ADAL" clId="{3840A70C-1BDB-42C9-93AF-A2D976425B96}" dt="2023-08-24T13:57:55.046" v="0" actId="47"/>
        <pc:sldMkLst>
          <pc:docMk/>
          <pc:sldMk cId="3963402502" sldId="321"/>
        </pc:sldMkLst>
      </pc:sldChg>
      <pc:sldChg chg="del">
        <pc:chgData name="James Pengelly" userId="d269fecd-a8a2-4e5a-93ae-88bdaab21f51" providerId="ADAL" clId="{3840A70C-1BDB-42C9-93AF-A2D976425B96}" dt="2023-08-24T13:57:55.046" v="0" actId="47"/>
        <pc:sldMkLst>
          <pc:docMk/>
          <pc:sldMk cId="3505850654" sldId="322"/>
        </pc:sldMkLst>
      </pc:sldChg>
      <pc:sldChg chg="del">
        <pc:chgData name="James Pengelly" userId="d269fecd-a8a2-4e5a-93ae-88bdaab21f51" providerId="ADAL" clId="{3840A70C-1BDB-42C9-93AF-A2D976425B96}" dt="2023-08-24T13:57:55.046" v="0" actId="47"/>
        <pc:sldMkLst>
          <pc:docMk/>
          <pc:sldMk cId="3804464651" sldId="323"/>
        </pc:sldMkLst>
      </pc:sldChg>
      <pc:sldChg chg="del">
        <pc:chgData name="James Pengelly" userId="d269fecd-a8a2-4e5a-93ae-88bdaab21f51" providerId="ADAL" clId="{3840A70C-1BDB-42C9-93AF-A2D976425B96}" dt="2023-08-24T13:57:55.046" v="0" actId="47"/>
        <pc:sldMkLst>
          <pc:docMk/>
          <pc:sldMk cId="3764382782" sldId="324"/>
        </pc:sldMkLst>
      </pc:sldChg>
      <pc:sldChg chg="del">
        <pc:chgData name="James Pengelly" userId="d269fecd-a8a2-4e5a-93ae-88bdaab21f51" providerId="ADAL" clId="{3840A70C-1BDB-42C9-93AF-A2D976425B96}" dt="2023-08-24T13:57:55.046" v="0" actId="47"/>
        <pc:sldMkLst>
          <pc:docMk/>
          <pc:sldMk cId="3978815442" sldId="325"/>
        </pc:sldMkLst>
      </pc:sldChg>
      <pc:sldChg chg="del">
        <pc:chgData name="James Pengelly" userId="d269fecd-a8a2-4e5a-93ae-88bdaab21f51" providerId="ADAL" clId="{3840A70C-1BDB-42C9-93AF-A2D976425B96}" dt="2023-08-24T13:57:55.046" v="0" actId="47"/>
        <pc:sldMkLst>
          <pc:docMk/>
          <pc:sldMk cId="4128920781" sldId="326"/>
        </pc:sldMkLst>
      </pc:sldChg>
      <pc:sldChg chg="del">
        <pc:chgData name="James Pengelly" userId="d269fecd-a8a2-4e5a-93ae-88bdaab21f51" providerId="ADAL" clId="{3840A70C-1BDB-42C9-93AF-A2D976425B96}" dt="2023-08-24T13:57:55.046" v="0" actId="47"/>
        <pc:sldMkLst>
          <pc:docMk/>
          <pc:sldMk cId="3609049697" sldId="328"/>
        </pc:sldMkLst>
      </pc:sldChg>
      <pc:sldChg chg="del">
        <pc:chgData name="James Pengelly" userId="d269fecd-a8a2-4e5a-93ae-88bdaab21f51" providerId="ADAL" clId="{3840A70C-1BDB-42C9-93AF-A2D976425B96}" dt="2023-08-24T13:57:55.046" v="0" actId="47"/>
        <pc:sldMkLst>
          <pc:docMk/>
          <pc:sldMk cId="4044510429" sldId="329"/>
        </pc:sldMkLst>
      </pc:sldChg>
      <pc:sldChg chg="del">
        <pc:chgData name="James Pengelly" userId="d269fecd-a8a2-4e5a-93ae-88bdaab21f51" providerId="ADAL" clId="{3840A70C-1BDB-42C9-93AF-A2D976425B96}" dt="2023-08-24T13:57:55.046" v="0" actId="47"/>
        <pc:sldMkLst>
          <pc:docMk/>
          <pc:sldMk cId="3719625191" sldId="330"/>
        </pc:sldMkLst>
      </pc:sldChg>
      <pc:sldChg chg="del">
        <pc:chgData name="James Pengelly" userId="d269fecd-a8a2-4e5a-93ae-88bdaab21f51" providerId="ADAL" clId="{3840A70C-1BDB-42C9-93AF-A2D976425B96}" dt="2023-08-24T13:57:55.046" v="0" actId="47"/>
        <pc:sldMkLst>
          <pc:docMk/>
          <pc:sldMk cId="2040865147" sldId="332"/>
        </pc:sldMkLst>
      </pc:sldChg>
      <pc:sldChg chg="del">
        <pc:chgData name="James Pengelly" userId="d269fecd-a8a2-4e5a-93ae-88bdaab21f51" providerId="ADAL" clId="{3840A70C-1BDB-42C9-93AF-A2D976425B96}" dt="2023-08-24T13:57:55.046" v="0" actId="47"/>
        <pc:sldMkLst>
          <pc:docMk/>
          <pc:sldMk cId="388135180" sldId="335"/>
        </pc:sldMkLst>
      </pc:sldChg>
      <pc:sldChg chg="del">
        <pc:chgData name="James Pengelly" userId="d269fecd-a8a2-4e5a-93ae-88bdaab21f51" providerId="ADAL" clId="{3840A70C-1BDB-42C9-93AF-A2D976425B96}" dt="2023-08-24T13:57:55.046" v="0" actId="47"/>
        <pc:sldMkLst>
          <pc:docMk/>
          <pc:sldMk cId="53542421" sldId="336"/>
        </pc:sldMkLst>
      </pc:sldChg>
      <pc:sldChg chg="del">
        <pc:chgData name="James Pengelly" userId="d269fecd-a8a2-4e5a-93ae-88bdaab21f51" providerId="ADAL" clId="{3840A70C-1BDB-42C9-93AF-A2D976425B96}" dt="2023-08-24T13:57:55.046" v="0" actId="47"/>
        <pc:sldMkLst>
          <pc:docMk/>
          <pc:sldMk cId="83370898" sldId="337"/>
        </pc:sldMkLst>
      </pc:sldChg>
      <pc:sldChg chg="del">
        <pc:chgData name="James Pengelly" userId="d269fecd-a8a2-4e5a-93ae-88bdaab21f51" providerId="ADAL" clId="{3840A70C-1BDB-42C9-93AF-A2D976425B96}" dt="2023-08-24T13:57:55.046" v="0" actId="47"/>
        <pc:sldMkLst>
          <pc:docMk/>
          <pc:sldMk cId="616534455" sldId="339"/>
        </pc:sldMkLst>
      </pc:sldChg>
      <pc:sldChg chg="del">
        <pc:chgData name="James Pengelly" userId="d269fecd-a8a2-4e5a-93ae-88bdaab21f51" providerId="ADAL" clId="{3840A70C-1BDB-42C9-93AF-A2D976425B96}" dt="2023-08-24T13:57:55.046" v="0" actId="47"/>
        <pc:sldMkLst>
          <pc:docMk/>
          <pc:sldMk cId="4278748134" sldId="340"/>
        </pc:sldMkLst>
      </pc:sldChg>
      <pc:sldChg chg="del">
        <pc:chgData name="James Pengelly" userId="d269fecd-a8a2-4e5a-93ae-88bdaab21f51" providerId="ADAL" clId="{3840A70C-1BDB-42C9-93AF-A2D976425B96}" dt="2023-08-24T13:57:55.046" v="0" actId="47"/>
        <pc:sldMkLst>
          <pc:docMk/>
          <pc:sldMk cId="1240060841" sldId="341"/>
        </pc:sldMkLst>
      </pc:sldChg>
      <pc:sldChg chg="del">
        <pc:chgData name="James Pengelly" userId="d269fecd-a8a2-4e5a-93ae-88bdaab21f51" providerId="ADAL" clId="{3840A70C-1BDB-42C9-93AF-A2D976425B96}" dt="2023-08-24T13:57:55.046" v="0" actId="47"/>
        <pc:sldMkLst>
          <pc:docMk/>
          <pc:sldMk cId="4101100443" sldId="342"/>
        </pc:sldMkLst>
      </pc:sldChg>
      <pc:sldChg chg="del">
        <pc:chgData name="James Pengelly" userId="d269fecd-a8a2-4e5a-93ae-88bdaab21f51" providerId="ADAL" clId="{3840A70C-1BDB-42C9-93AF-A2D976425B96}" dt="2023-08-24T13:57:55.046" v="0" actId="47"/>
        <pc:sldMkLst>
          <pc:docMk/>
          <pc:sldMk cId="3008721888" sldId="344"/>
        </pc:sldMkLst>
      </pc:sldChg>
      <pc:sldChg chg="del">
        <pc:chgData name="James Pengelly" userId="d269fecd-a8a2-4e5a-93ae-88bdaab21f51" providerId="ADAL" clId="{3840A70C-1BDB-42C9-93AF-A2D976425B96}" dt="2023-08-24T13:57:55.046" v="0" actId="47"/>
        <pc:sldMkLst>
          <pc:docMk/>
          <pc:sldMk cId="2498661059" sldId="348"/>
        </pc:sldMkLst>
      </pc:sldChg>
      <pc:sldChg chg="del">
        <pc:chgData name="James Pengelly" userId="d269fecd-a8a2-4e5a-93ae-88bdaab21f51" providerId="ADAL" clId="{3840A70C-1BDB-42C9-93AF-A2D976425B96}" dt="2023-08-24T13:57:55.046" v="0" actId="47"/>
        <pc:sldMkLst>
          <pc:docMk/>
          <pc:sldMk cId="3173009956" sldId="349"/>
        </pc:sldMkLst>
      </pc:sldChg>
      <pc:sldChg chg="del">
        <pc:chgData name="James Pengelly" userId="d269fecd-a8a2-4e5a-93ae-88bdaab21f51" providerId="ADAL" clId="{3840A70C-1BDB-42C9-93AF-A2D976425B96}" dt="2023-08-24T13:57:55.046" v="0" actId="47"/>
        <pc:sldMkLst>
          <pc:docMk/>
          <pc:sldMk cId="1492353232" sldId="351"/>
        </pc:sldMkLst>
      </pc:sldChg>
      <pc:sldChg chg="del">
        <pc:chgData name="James Pengelly" userId="d269fecd-a8a2-4e5a-93ae-88bdaab21f51" providerId="ADAL" clId="{3840A70C-1BDB-42C9-93AF-A2D976425B96}" dt="2023-08-24T13:57:55.046" v="0" actId="47"/>
        <pc:sldMkLst>
          <pc:docMk/>
          <pc:sldMk cId="1033267871" sldId="353"/>
        </pc:sldMkLst>
      </pc:sldChg>
      <pc:sldChg chg="del">
        <pc:chgData name="James Pengelly" userId="d269fecd-a8a2-4e5a-93ae-88bdaab21f51" providerId="ADAL" clId="{3840A70C-1BDB-42C9-93AF-A2D976425B96}" dt="2023-08-24T13:57:55.046" v="0" actId="47"/>
        <pc:sldMkLst>
          <pc:docMk/>
          <pc:sldMk cId="2628053539" sldId="354"/>
        </pc:sldMkLst>
      </pc:sldChg>
      <pc:sldChg chg="del">
        <pc:chgData name="James Pengelly" userId="d269fecd-a8a2-4e5a-93ae-88bdaab21f51" providerId="ADAL" clId="{3840A70C-1BDB-42C9-93AF-A2D976425B96}" dt="2023-08-24T13:57:55.046" v="0" actId="47"/>
        <pc:sldMkLst>
          <pc:docMk/>
          <pc:sldMk cId="4050608242" sldId="355"/>
        </pc:sldMkLst>
      </pc:sldChg>
      <pc:sldChg chg="del">
        <pc:chgData name="James Pengelly" userId="d269fecd-a8a2-4e5a-93ae-88bdaab21f51" providerId="ADAL" clId="{3840A70C-1BDB-42C9-93AF-A2D976425B96}" dt="2023-08-24T13:57:55.046" v="0" actId="47"/>
        <pc:sldMkLst>
          <pc:docMk/>
          <pc:sldMk cId="916358898" sldId="357"/>
        </pc:sldMkLst>
      </pc:sldChg>
      <pc:sldChg chg="del">
        <pc:chgData name="James Pengelly" userId="d269fecd-a8a2-4e5a-93ae-88bdaab21f51" providerId="ADAL" clId="{3840A70C-1BDB-42C9-93AF-A2D976425B96}" dt="2023-08-24T13:57:55.046" v="0" actId="47"/>
        <pc:sldMkLst>
          <pc:docMk/>
          <pc:sldMk cId="2672439797" sldId="359"/>
        </pc:sldMkLst>
      </pc:sldChg>
      <pc:sldChg chg="del">
        <pc:chgData name="James Pengelly" userId="d269fecd-a8a2-4e5a-93ae-88bdaab21f51" providerId="ADAL" clId="{3840A70C-1BDB-42C9-93AF-A2D976425B96}" dt="2023-08-24T13:57:55.046" v="0" actId="47"/>
        <pc:sldMkLst>
          <pc:docMk/>
          <pc:sldMk cId="2827498227" sldId="361"/>
        </pc:sldMkLst>
      </pc:sldChg>
      <pc:sldChg chg="del">
        <pc:chgData name="James Pengelly" userId="d269fecd-a8a2-4e5a-93ae-88bdaab21f51" providerId="ADAL" clId="{3840A70C-1BDB-42C9-93AF-A2D976425B96}" dt="2023-08-24T13:57:55.046" v="0" actId="47"/>
        <pc:sldMkLst>
          <pc:docMk/>
          <pc:sldMk cId="1572451248" sldId="362"/>
        </pc:sldMkLst>
      </pc:sldChg>
      <pc:sldChg chg="del">
        <pc:chgData name="James Pengelly" userId="d269fecd-a8a2-4e5a-93ae-88bdaab21f51" providerId="ADAL" clId="{3840A70C-1BDB-42C9-93AF-A2D976425B96}" dt="2023-08-24T13:57:55.046" v="0" actId="47"/>
        <pc:sldMkLst>
          <pc:docMk/>
          <pc:sldMk cId="1291327909" sldId="363"/>
        </pc:sldMkLst>
      </pc:sldChg>
      <pc:sldChg chg="del">
        <pc:chgData name="James Pengelly" userId="d269fecd-a8a2-4e5a-93ae-88bdaab21f51" providerId="ADAL" clId="{3840A70C-1BDB-42C9-93AF-A2D976425B96}" dt="2023-08-24T13:58:02.074" v="1" actId="47"/>
        <pc:sldMkLst>
          <pc:docMk/>
          <pc:sldMk cId="1201177167" sldId="364"/>
        </pc:sldMkLst>
      </pc:sldChg>
      <pc:sldChg chg="del">
        <pc:chgData name="James Pengelly" userId="d269fecd-a8a2-4e5a-93ae-88bdaab21f51" providerId="ADAL" clId="{3840A70C-1BDB-42C9-93AF-A2D976425B96}" dt="2023-08-24T13:57:55.046" v="0" actId="47"/>
        <pc:sldMkLst>
          <pc:docMk/>
          <pc:sldMk cId="2289605612" sldId="368"/>
        </pc:sldMkLst>
      </pc:sldChg>
      <pc:sldChg chg="del">
        <pc:chgData name="James Pengelly" userId="d269fecd-a8a2-4e5a-93ae-88bdaab21f51" providerId="ADAL" clId="{3840A70C-1BDB-42C9-93AF-A2D976425B96}" dt="2023-08-24T13:57:55.046" v="0" actId="47"/>
        <pc:sldMkLst>
          <pc:docMk/>
          <pc:sldMk cId="1501366186" sldId="369"/>
        </pc:sldMkLst>
      </pc:sldChg>
      <pc:sldChg chg="del">
        <pc:chgData name="James Pengelly" userId="d269fecd-a8a2-4e5a-93ae-88bdaab21f51" providerId="ADAL" clId="{3840A70C-1BDB-42C9-93AF-A2D976425B96}" dt="2023-08-24T13:57:55.046" v="0" actId="47"/>
        <pc:sldMkLst>
          <pc:docMk/>
          <pc:sldMk cId="1148689023" sldId="371"/>
        </pc:sldMkLst>
      </pc:sldChg>
      <pc:sldChg chg="del">
        <pc:chgData name="James Pengelly" userId="d269fecd-a8a2-4e5a-93ae-88bdaab21f51" providerId="ADAL" clId="{3840A70C-1BDB-42C9-93AF-A2D976425B96}" dt="2023-08-24T13:57:55.046" v="0" actId="47"/>
        <pc:sldMkLst>
          <pc:docMk/>
          <pc:sldMk cId="3907955957" sldId="374"/>
        </pc:sldMkLst>
      </pc:sldChg>
      <pc:sldChg chg="del">
        <pc:chgData name="James Pengelly" userId="d269fecd-a8a2-4e5a-93ae-88bdaab21f51" providerId="ADAL" clId="{3840A70C-1BDB-42C9-93AF-A2D976425B96}" dt="2023-08-24T13:57:55.046" v="0" actId="47"/>
        <pc:sldMkLst>
          <pc:docMk/>
          <pc:sldMk cId="109215933" sldId="377"/>
        </pc:sldMkLst>
      </pc:sldChg>
      <pc:sldChg chg="del">
        <pc:chgData name="James Pengelly" userId="d269fecd-a8a2-4e5a-93ae-88bdaab21f51" providerId="ADAL" clId="{3840A70C-1BDB-42C9-93AF-A2D976425B96}" dt="2023-08-24T13:57:55.046" v="0" actId="47"/>
        <pc:sldMkLst>
          <pc:docMk/>
          <pc:sldMk cId="3890781229" sldId="379"/>
        </pc:sldMkLst>
      </pc:sldChg>
      <pc:sldChg chg="del">
        <pc:chgData name="James Pengelly" userId="d269fecd-a8a2-4e5a-93ae-88bdaab21f51" providerId="ADAL" clId="{3840A70C-1BDB-42C9-93AF-A2D976425B96}" dt="2023-08-24T13:57:55.046" v="0" actId="47"/>
        <pc:sldMkLst>
          <pc:docMk/>
          <pc:sldMk cId="282604571" sldId="380"/>
        </pc:sldMkLst>
      </pc:sldChg>
      <pc:sldChg chg="del">
        <pc:chgData name="James Pengelly" userId="d269fecd-a8a2-4e5a-93ae-88bdaab21f51" providerId="ADAL" clId="{3840A70C-1BDB-42C9-93AF-A2D976425B96}" dt="2023-08-24T13:57:55.046" v="0" actId="47"/>
        <pc:sldMkLst>
          <pc:docMk/>
          <pc:sldMk cId="428784610" sldId="383"/>
        </pc:sldMkLst>
      </pc:sldChg>
      <pc:sldChg chg="del">
        <pc:chgData name="James Pengelly" userId="d269fecd-a8a2-4e5a-93ae-88bdaab21f51" providerId="ADAL" clId="{3840A70C-1BDB-42C9-93AF-A2D976425B96}" dt="2023-08-24T13:57:55.046" v="0" actId="47"/>
        <pc:sldMkLst>
          <pc:docMk/>
          <pc:sldMk cId="1010180652" sldId="384"/>
        </pc:sldMkLst>
      </pc:sldChg>
      <pc:sldChg chg="del">
        <pc:chgData name="James Pengelly" userId="d269fecd-a8a2-4e5a-93ae-88bdaab21f51" providerId="ADAL" clId="{3840A70C-1BDB-42C9-93AF-A2D976425B96}" dt="2023-08-24T13:57:55.046" v="0" actId="47"/>
        <pc:sldMkLst>
          <pc:docMk/>
          <pc:sldMk cId="993561127" sldId="385"/>
        </pc:sldMkLst>
      </pc:sldChg>
      <pc:sldChg chg="del">
        <pc:chgData name="James Pengelly" userId="d269fecd-a8a2-4e5a-93ae-88bdaab21f51" providerId="ADAL" clId="{3840A70C-1BDB-42C9-93AF-A2D976425B96}" dt="2023-08-24T13:57:55.046" v="0" actId="47"/>
        <pc:sldMkLst>
          <pc:docMk/>
          <pc:sldMk cId="1665857579" sldId="390"/>
        </pc:sldMkLst>
      </pc:sldChg>
      <pc:sldChg chg="del">
        <pc:chgData name="James Pengelly" userId="d269fecd-a8a2-4e5a-93ae-88bdaab21f51" providerId="ADAL" clId="{3840A70C-1BDB-42C9-93AF-A2D976425B96}" dt="2023-08-24T13:57:55.046" v="0" actId="47"/>
        <pc:sldMkLst>
          <pc:docMk/>
          <pc:sldMk cId="2824444913" sldId="393"/>
        </pc:sldMkLst>
      </pc:sldChg>
      <pc:sldChg chg="del">
        <pc:chgData name="James Pengelly" userId="d269fecd-a8a2-4e5a-93ae-88bdaab21f51" providerId="ADAL" clId="{3840A70C-1BDB-42C9-93AF-A2D976425B96}" dt="2023-08-24T13:57:55.046" v="0" actId="47"/>
        <pc:sldMkLst>
          <pc:docMk/>
          <pc:sldMk cId="1829934662" sldId="394"/>
        </pc:sldMkLst>
      </pc:sldChg>
      <pc:sldChg chg="del">
        <pc:chgData name="James Pengelly" userId="d269fecd-a8a2-4e5a-93ae-88bdaab21f51" providerId="ADAL" clId="{3840A70C-1BDB-42C9-93AF-A2D976425B96}" dt="2023-08-24T13:57:55.046" v="0" actId="47"/>
        <pc:sldMkLst>
          <pc:docMk/>
          <pc:sldMk cId="1339298764" sldId="395"/>
        </pc:sldMkLst>
      </pc:sldChg>
      <pc:sldChg chg="del">
        <pc:chgData name="James Pengelly" userId="d269fecd-a8a2-4e5a-93ae-88bdaab21f51" providerId="ADAL" clId="{3840A70C-1BDB-42C9-93AF-A2D976425B96}" dt="2023-08-24T13:57:55.046" v="0" actId="47"/>
        <pc:sldMkLst>
          <pc:docMk/>
          <pc:sldMk cId="1016084178" sldId="396"/>
        </pc:sldMkLst>
      </pc:sldChg>
      <pc:sldChg chg="del">
        <pc:chgData name="James Pengelly" userId="d269fecd-a8a2-4e5a-93ae-88bdaab21f51" providerId="ADAL" clId="{3840A70C-1BDB-42C9-93AF-A2D976425B96}" dt="2023-08-24T13:57:55.046" v="0" actId="47"/>
        <pc:sldMkLst>
          <pc:docMk/>
          <pc:sldMk cId="4214344726" sldId="397"/>
        </pc:sldMkLst>
      </pc:sldChg>
      <pc:sldChg chg="del">
        <pc:chgData name="James Pengelly" userId="d269fecd-a8a2-4e5a-93ae-88bdaab21f51" providerId="ADAL" clId="{3840A70C-1BDB-42C9-93AF-A2D976425B96}" dt="2023-08-24T13:57:55.046" v="0" actId="47"/>
        <pc:sldMkLst>
          <pc:docMk/>
          <pc:sldMk cId="3450668804" sldId="398"/>
        </pc:sldMkLst>
      </pc:sldChg>
      <pc:sldChg chg="del">
        <pc:chgData name="James Pengelly" userId="d269fecd-a8a2-4e5a-93ae-88bdaab21f51" providerId="ADAL" clId="{3840A70C-1BDB-42C9-93AF-A2D976425B96}" dt="2023-08-24T13:57:55.046" v="0" actId="47"/>
        <pc:sldMkLst>
          <pc:docMk/>
          <pc:sldMk cId="2762218996" sldId="399"/>
        </pc:sldMkLst>
      </pc:sldChg>
      <pc:sldChg chg="del">
        <pc:chgData name="James Pengelly" userId="d269fecd-a8a2-4e5a-93ae-88bdaab21f51" providerId="ADAL" clId="{3840A70C-1BDB-42C9-93AF-A2D976425B96}" dt="2023-08-24T13:57:55.046" v="0" actId="47"/>
        <pc:sldMkLst>
          <pc:docMk/>
          <pc:sldMk cId="2590891385" sldId="400"/>
        </pc:sldMkLst>
      </pc:sldChg>
      <pc:sldChg chg="del">
        <pc:chgData name="James Pengelly" userId="d269fecd-a8a2-4e5a-93ae-88bdaab21f51" providerId="ADAL" clId="{3840A70C-1BDB-42C9-93AF-A2D976425B96}" dt="2023-08-24T13:57:55.046" v="0" actId="47"/>
        <pc:sldMkLst>
          <pc:docMk/>
          <pc:sldMk cId="3953387796" sldId="401"/>
        </pc:sldMkLst>
      </pc:sldChg>
      <pc:sldChg chg="del">
        <pc:chgData name="James Pengelly" userId="d269fecd-a8a2-4e5a-93ae-88bdaab21f51" providerId="ADAL" clId="{3840A70C-1BDB-42C9-93AF-A2D976425B96}" dt="2023-08-24T13:57:55.046" v="0" actId="47"/>
        <pc:sldMkLst>
          <pc:docMk/>
          <pc:sldMk cId="2727043731" sldId="402"/>
        </pc:sldMkLst>
      </pc:sldChg>
      <pc:sldChg chg="modNotesTx">
        <pc:chgData name="James Pengelly" userId="d269fecd-a8a2-4e5a-93ae-88bdaab21f51" providerId="ADAL" clId="{3840A70C-1BDB-42C9-93AF-A2D976425B96}" dt="2023-09-06T15:27:31.733" v="770"/>
        <pc:sldMkLst>
          <pc:docMk/>
          <pc:sldMk cId="3781024619" sldId="403"/>
        </pc:sldMkLst>
      </pc:sldChg>
      <pc:sldChg chg="modNotesTx">
        <pc:chgData name="James Pengelly" userId="d269fecd-a8a2-4e5a-93ae-88bdaab21f51" providerId="ADAL" clId="{3840A70C-1BDB-42C9-93AF-A2D976425B96}" dt="2023-09-06T15:26:40.635" v="765"/>
        <pc:sldMkLst>
          <pc:docMk/>
          <pc:sldMk cId="76376853" sldId="404"/>
        </pc:sldMkLst>
      </pc:sldChg>
      <pc:sldChg chg="modNotesTx">
        <pc:chgData name="James Pengelly" userId="d269fecd-a8a2-4e5a-93ae-88bdaab21f51" providerId="ADAL" clId="{3840A70C-1BDB-42C9-93AF-A2D976425B96}" dt="2023-09-06T15:26:49.379" v="766"/>
        <pc:sldMkLst>
          <pc:docMk/>
          <pc:sldMk cId="3447527312" sldId="405"/>
        </pc:sldMkLst>
      </pc:sldChg>
      <pc:sldChg chg="modNotesTx">
        <pc:chgData name="James Pengelly" userId="d269fecd-a8a2-4e5a-93ae-88bdaab21f51" providerId="ADAL" clId="{3840A70C-1BDB-42C9-93AF-A2D976425B96}" dt="2023-09-06T15:27:09.130" v="768"/>
        <pc:sldMkLst>
          <pc:docMk/>
          <pc:sldMk cId="3461596423" sldId="406"/>
        </pc:sldMkLst>
      </pc:sldChg>
      <pc:sldChg chg="modNotesTx">
        <pc:chgData name="James Pengelly" userId="d269fecd-a8a2-4e5a-93ae-88bdaab21f51" providerId="ADAL" clId="{3840A70C-1BDB-42C9-93AF-A2D976425B96}" dt="2023-09-06T15:26:57.036" v="767"/>
        <pc:sldMkLst>
          <pc:docMk/>
          <pc:sldMk cId="4273903402" sldId="408"/>
        </pc:sldMkLst>
      </pc:sldChg>
      <pc:sldChg chg="modNotesTx">
        <pc:chgData name="James Pengelly" userId="d269fecd-a8a2-4e5a-93ae-88bdaab21f51" providerId="ADAL" clId="{3840A70C-1BDB-42C9-93AF-A2D976425B96}" dt="2023-09-06T15:30:01.614" v="792"/>
        <pc:sldMkLst>
          <pc:docMk/>
          <pc:sldMk cId="1126499771" sldId="411"/>
        </pc:sldMkLst>
      </pc:sldChg>
      <pc:sldChg chg="modNotesTx">
        <pc:chgData name="James Pengelly" userId="d269fecd-a8a2-4e5a-93ae-88bdaab21f51" providerId="ADAL" clId="{3840A70C-1BDB-42C9-93AF-A2D976425B96}" dt="2023-09-06T15:30:09.482" v="793"/>
        <pc:sldMkLst>
          <pc:docMk/>
          <pc:sldMk cId="2212437411" sldId="412"/>
        </pc:sldMkLst>
      </pc:sldChg>
      <pc:sldChg chg="modNotesTx">
        <pc:chgData name="James Pengelly" userId="d269fecd-a8a2-4e5a-93ae-88bdaab21f51" providerId="ADAL" clId="{3840A70C-1BDB-42C9-93AF-A2D976425B96}" dt="2023-09-06T15:30:16.721" v="794"/>
        <pc:sldMkLst>
          <pc:docMk/>
          <pc:sldMk cId="2156432247" sldId="413"/>
        </pc:sldMkLst>
      </pc:sldChg>
      <pc:sldChg chg="modNotesTx">
        <pc:chgData name="James Pengelly" userId="d269fecd-a8a2-4e5a-93ae-88bdaab21f51" providerId="ADAL" clId="{3840A70C-1BDB-42C9-93AF-A2D976425B96}" dt="2023-09-06T15:30:23.959" v="795"/>
        <pc:sldMkLst>
          <pc:docMk/>
          <pc:sldMk cId="263362339" sldId="415"/>
        </pc:sldMkLst>
      </pc:sldChg>
      <pc:sldChg chg="modNotesTx">
        <pc:chgData name="James Pengelly" userId="d269fecd-a8a2-4e5a-93ae-88bdaab21f51" providerId="ADAL" clId="{3840A70C-1BDB-42C9-93AF-A2D976425B96}" dt="2023-09-06T15:30:32.550" v="796"/>
        <pc:sldMkLst>
          <pc:docMk/>
          <pc:sldMk cId="519644668" sldId="418"/>
        </pc:sldMkLst>
      </pc:sldChg>
      <pc:sldChg chg="modNotesTx">
        <pc:chgData name="James Pengelly" userId="d269fecd-a8a2-4e5a-93ae-88bdaab21f51" providerId="ADAL" clId="{3840A70C-1BDB-42C9-93AF-A2D976425B96}" dt="2023-09-06T15:28:04.276" v="780" actId="20577"/>
        <pc:sldMkLst>
          <pc:docMk/>
          <pc:sldMk cId="3631135714" sldId="419"/>
        </pc:sldMkLst>
      </pc:sldChg>
      <pc:sldChg chg="modNotesTx">
        <pc:chgData name="James Pengelly" userId="d269fecd-a8a2-4e5a-93ae-88bdaab21f51" providerId="ADAL" clId="{3840A70C-1BDB-42C9-93AF-A2D976425B96}" dt="2023-09-06T15:30:44.881" v="797"/>
        <pc:sldMkLst>
          <pc:docMk/>
          <pc:sldMk cId="2961224881" sldId="420"/>
        </pc:sldMkLst>
      </pc:sldChg>
      <pc:sldChg chg="modNotesTx">
        <pc:chgData name="James Pengelly" userId="d269fecd-a8a2-4e5a-93ae-88bdaab21f51" providerId="ADAL" clId="{3840A70C-1BDB-42C9-93AF-A2D976425B96}" dt="2023-09-06T15:31:05.507" v="799"/>
        <pc:sldMkLst>
          <pc:docMk/>
          <pc:sldMk cId="1221700180" sldId="421"/>
        </pc:sldMkLst>
      </pc:sldChg>
      <pc:sldChg chg="modNotesTx">
        <pc:chgData name="James Pengelly" userId="d269fecd-a8a2-4e5a-93ae-88bdaab21f51" providerId="ADAL" clId="{3840A70C-1BDB-42C9-93AF-A2D976425B96}" dt="2023-09-06T15:31:17.117" v="800"/>
        <pc:sldMkLst>
          <pc:docMk/>
          <pc:sldMk cId="3663672702" sldId="423"/>
        </pc:sldMkLst>
      </pc:sldChg>
      <pc:sldChg chg="modNotesTx">
        <pc:chgData name="James Pengelly" userId="d269fecd-a8a2-4e5a-93ae-88bdaab21f51" providerId="ADAL" clId="{3840A70C-1BDB-42C9-93AF-A2D976425B96}" dt="2023-09-06T15:31:36.937" v="801"/>
        <pc:sldMkLst>
          <pc:docMk/>
          <pc:sldMk cId="1703881002" sldId="424"/>
        </pc:sldMkLst>
      </pc:sldChg>
      <pc:sldChg chg="modNotesTx">
        <pc:chgData name="James Pengelly" userId="d269fecd-a8a2-4e5a-93ae-88bdaab21f51" providerId="ADAL" clId="{3840A70C-1BDB-42C9-93AF-A2D976425B96}" dt="2023-09-06T15:31:46.027" v="802"/>
        <pc:sldMkLst>
          <pc:docMk/>
          <pc:sldMk cId="2422481433" sldId="426"/>
        </pc:sldMkLst>
      </pc:sldChg>
      <pc:sldChg chg="modNotesTx">
        <pc:chgData name="James Pengelly" userId="d269fecd-a8a2-4e5a-93ae-88bdaab21f51" providerId="ADAL" clId="{3840A70C-1BDB-42C9-93AF-A2D976425B96}" dt="2023-09-06T15:31:53.372" v="803"/>
        <pc:sldMkLst>
          <pc:docMk/>
          <pc:sldMk cId="1349580473" sldId="429"/>
        </pc:sldMkLst>
      </pc:sldChg>
      <pc:sldChg chg="modNotesTx">
        <pc:chgData name="James Pengelly" userId="d269fecd-a8a2-4e5a-93ae-88bdaab21f51" providerId="ADAL" clId="{3840A70C-1BDB-42C9-93AF-A2D976425B96}" dt="2023-09-06T15:32:15.441" v="805"/>
        <pc:sldMkLst>
          <pc:docMk/>
          <pc:sldMk cId="2265083478" sldId="430"/>
        </pc:sldMkLst>
      </pc:sldChg>
      <pc:sldChg chg="modNotesTx">
        <pc:chgData name="James Pengelly" userId="d269fecd-a8a2-4e5a-93ae-88bdaab21f51" providerId="ADAL" clId="{3840A70C-1BDB-42C9-93AF-A2D976425B96}" dt="2023-09-06T15:32:07.163" v="804"/>
        <pc:sldMkLst>
          <pc:docMk/>
          <pc:sldMk cId="2863113325" sldId="431"/>
        </pc:sldMkLst>
      </pc:sldChg>
      <pc:sldChg chg="del">
        <pc:chgData name="James Pengelly" userId="d269fecd-a8a2-4e5a-93ae-88bdaab21f51" providerId="ADAL" clId="{3840A70C-1BDB-42C9-93AF-A2D976425B96}" dt="2023-08-24T13:58:02.074" v="1" actId="47"/>
        <pc:sldMkLst>
          <pc:docMk/>
          <pc:sldMk cId="3556797560" sldId="432"/>
        </pc:sldMkLst>
      </pc:sldChg>
      <pc:sldChg chg="del">
        <pc:chgData name="James Pengelly" userId="d269fecd-a8a2-4e5a-93ae-88bdaab21f51" providerId="ADAL" clId="{3840A70C-1BDB-42C9-93AF-A2D976425B96}" dt="2023-08-24T13:58:02.074" v="1" actId="47"/>
        <pc:sldMkLst>
          <pc:docMk/>
          <pc:sldMk cId="2981302178" sldId="433"/>
        </pc:sldMkLst>
      </pc:sldChg>
      <pc:sldChg chg="del">
        <pc:chgData name="James Pengelly" userId="d269fecd-a8a2-4e5a-93ae-88bdaab21f51" providerId="ADAL" clId="{3840A70C-1BDB-42C9-93AF-A2D976425B96}" dt="2023-08-24T13:58:02.074" v="1" actId="47"/>
        <pc:sldMkLst>
          <pc:docMk/>
          <pc:sldMk cId="733584931" sldId="434"/>
        </pc:sldMkLst>
      </pc:sldChg>
      <pc:sldChg chg="modNotesTx">
        <pc:chgData name="James Pengelly" userId="d269fecd-a8a2-4e5a-93ae-88bdaab21f51" providerId="ADAL" clId="{3840A70C-1BDB-42C9-93AF-A2D976425B96}" dt="2023-09-06T15:27:17.231" v="769"/>
        <pc:sldMkLst>
          <pc:docMk/>
          <pc:sldMk cId="1695507307" sldId="435"/>
        </pc:sldMkLst>
      </pc:sldChg>
      <pc:sldChg chg="modNotesTx">
        <pc:chgData name="James Pengelly" userId="d269fecd-a8a2-4e5a-93ae-88bdaab21f51" providerId="ADAL" clId="{3840A70C-1BDB-42C9-93AF-A2D976425B96}" dt="2023-09-06T15:29:12.495" v="781"/>
        <pc:sldMkLst>
          <pc:docMk/>
          <pc:sldMk cId="1342897180" sldId="437"/>
        </pc:sldMkLst>
      </pc:sldChg>
      <pc:sldChg chg="modNotesTx">
        <pc:chgData name="James Pengelly" userId="d269fecd-a8a2-4e5a-93ae-88bdaab21f51" providerId="ADAL" clId="{3840A70C-1BDB-42C9-93AF-A2D976425B96}" dt="2023-09-06T15:29:39.232" v="790" actId="20577"/>
        <pc:sldMkLst>
          <pc:docMk/>
          <pc:sldMk cId="3852504957" sldId="439"/>
        </pc:sldMkLst>
      </pc:sldChg>
      <pc:sldChg chg="modNotesTx">
        <pc:chgData name="James Pengelly" userId="d269fecd-a8a2-4e5a-93ae-88bdaab21f51" providerId="ADAL" clId="{3840A70C-1BDB-42C9-93AF-A2D976425B96}" dt="2023-09-06T15:29:53.162" v="791"/>
        <pc:sldMkLst>
          <pc:docMk/>
          <pc:sldMk cId="3380087145" sldId="440"/>
        </pc:sldMkLst>
      </pc:sldChg>
      <pc:sldChg chg="del">
        <pc:chgData name="James Pengelly" userId="d269fecd-a8a2-4e5a-93ae-88bdaab21f51" providerId="ADAL" clId="{3840A70C-1BDB-42C9-93AF-A2D976425B96}" dt="2023-08-24T13:58:02.074" v="1" actId="47"/>
        <pc:sldMkLst>
          <pc:docMk/>
          <pc:sldMk cId="698315745" sldId="441"/>
        </pc:sldMkLst>
      </pc:sldChg>
      <pc:sldChg chg="del">
        <pc:chgData name="James Pengelly" userId="d269fecd-a8a2-4e5a-93ae-88bdaab21f51" providerId="ADAL" clId="{3840A70C-1BDB-42C9-93AF-A2D976425B96}" dt="2023-08-24T13:58:02.074" v="1" actId="47"/>
        <pc:sldMkLst>
          <pc:docMk/>
          <pc:sldMk cId="3816258168" sldId="442"/>
        </pc:sldMkLst>
      </pc:sldChg>
      <pc:sldChg chg="del">
        <pc:chgData name="James Pengelly" userId="d269fecd-a8a2-4e5a-93ae-88bdaab21f51" providerId="ADAL" clId="{3840A70C-1BDB-42C9-93AF-A2D976425B96}" dt="2023-08-24T13:58:02.074" v="1" actId="47"/>
        <pc:sldMkLst>
          <pc:docMk/>
          <pc:sldMk cId="1753989791" sldId="444"/>
        </pc:sldMkLst>
      </pc:sldChg>
      <pc:sldChg chg="del">
        <pc:chgData name="James Pengelly" userId="d269fecd-a8a2-4e5a-93ae-88bdaab21f51" providerId="ADAL" clId="{3840A70C-1BDB-42C9-93AF-A2D976425B96}" dt="2023-08-24T13:58:02.074" v="1" actId="47"/>
        <pc:sldMkLst>
          <pc:docMk/>
          <pc:sldMk cId="1660465454" sldId="445"/>
        </pc:sldMkLst>
      </pc:sldChg>
      <pc:sldChg chg="del">
        <pc:chgData name="James Pengelly" userId="d269fecd-a8a2-4e5a-93ae-88bdaab21f51" providerId="ADAL" clId="{3840A70C-1BDB-42C9-93AF-A2D976425B96}" dt="2023-08-24T13:58:02.074" v="1" actId="47"/>
        <pc:sldMkLst>
          <pc:docMk/>
          <pc:sldMk cId="565982352" sldId="447"/>
        </pc:sldMkLst>
      </pc:sldChg>
      <pc:sldChg chg="del">
        <pc:chgData name="James Pengelly" userId="d269fecd-a8a2-4e5a-93ae-88bdaab21f51" providerId="ADAL" clId="{3840A70C-1BDB-42C9-93AF-A2D976425B96}" dt="2023-08-24T13:58:02.074" v="1" actId="47"/>
        <pc:sldMkLst>
          <pc:docMk/>
          <pc:sldMk cId="1357474779" sldId="448"/>
        </pc:sldMkLst>
      </pc:sldChg>
      <pc:sldChg chg="del">
        <pc:chgData name="James Pengelly" userId="d269fecd-a8a2-4e5a-93ae-88bdaab21f51" providerId="ADAL" clId="{3840A70C-1BDB-42C9-93AF-A2D976425B96}" dt="2023-08-24T13:58:02.074" v="1" actId="47"/>
        <pc:sldMkLst>
          <pc:docMk/>
          <pc:sldMk cId="2067507612" sldId="449"/>
        </pc:sldMkLst>
      </pc:sldChg>
      <pc:sldChg chg="del">
        <pc:chgData name="James Pengelly" userId="d269fecd-a8a2-4e5a-93ae-88bdaab21f51" providerId="ADAL" clId="{3840A70C-1BDB-42C9-93AF-A2D976425B96}" dt="2023-08-24T13:58:02.074" v="1" actId="47"/>
        <pc:sldMkLst>
          <pc:docMk/>
          <pc:sldMk cId="2390412907" sldId="450"/>
        </pc:sldMkLst>
      </pc:sldChg>
      <pc:sldChg chg="del">
        <pc:chgData name="James Pengelly" userId="d269fecd-a8a2-4e5a-93ae-88bdaab21f51" providerId="ADAL" clId="{3840A70C-1BDB-42C9-93AF-A2D976425B96}" dt="2023-08-24T13:58:02.074" v="1" actId="47"/>
        <pc:sldMkLst>
          <pc:docMk/>
          <pc:sldMk cId="2183265962" sldId="451"/>
        </pc:sldMkLst>
      </pc:sldChg>
      <pc:sldChg chg="del">
        <pc:chgData name="James Pengelly" userId="d269fecd-a8a2-4e5a-93ae-88bdaab21f51" providerId="ADAL" clId="{3840A70C-1BDB-42C9-93AF-A2D976425B96}" dt="2023-08-24T13:58:02.074" v="1" actId="47"/>
        <pc:sldMkLst>
          <pc:docMk/>
          <pc:sldMk cId="2783724496" sldId="452"/>
        </pc:sldMkLst>
      </pc:sldChg>
      <pc:sldChg chg="del">
        <pc:chgData name="James Pengelly" userId="d269fecd-a8a2-4e5a-93ae-88bdaab21f51" providerId="ADAL" clId="{3840A70C-1BDB-42C9-93AF-A2D976425B96}" dt="2023-08-24T13:58:02.074" v="1" actId="47"/>
        <pc:sldMkLst>
          <pc:docMk/>
          <pc:sldMk cId="2334895818" sldId="453"/>
        </pc:sldMkLst>
      </pc:sldChg>
      <pc:sldChg chg="del">
        <pc:chgData name="James Pengelly" userId="d269fecd-a8a2-4e5a-93ae-88bdaab21f51" providerId="ADAL" clId="{3840A70C-1BDB-42C9-93AF-A2D976425B96}" dt="2023-08-24T13:58:02.074" v="1" actId="47"/>
        <pc:sldMkLst>
          <pc:docMk/>
          <pc:sldMk cId="1506105089" sldId="454"/>
        </pc:sldMkLst>
      </pc:sldChg>
      <pc:sldChg chg="del">
        <pc:chgData name="James Pengelly" userId="d269fecd-a8a2-4e5a-93ae-88bdaab21f51" providerId="ADAL" clId="{3840A70C-1BDB-42C9-93AF-A2D976425B96}" dt="2023-08-24T13:58:02.074" v="1" actId="47"/>
        <pc:sldMkLst>
          <pc:docMk/>
          <pc:sldMk cId="1780367112" sldId="455"/>
        </pc:sldMkLst>
      </pc:sldChg>
      <pc:sldChg chg="del">
        <pc:chgData name="James Pengelly" userId="d269fecd-a8a2-4e5a-93ae-88bdaab21f51" providerId="ADAL" clId="{3840A70C-1BDB-42C9-93AF-A2D976425B96}" dt="2023-08-24T13:58:02.074" v="1" actId="47"/>
        <pc:sldMkLst>
          <pc:docMk/>
          <pc:sldMk cId="2878365943" sldId="461"/>
        </pc:sldMkLst>
      </pc:sldChg>
      <pc:sldChg chg="del">
        <pc:chgData name="James Pengelly" userId="d269fecd-a8a2-4e5a-93ae-88bdaab21f51" providerId="ADAL" clId="{3840A70C-1BDB-42C9-93AF-A2D976425B96}" dt="2023-08-24T13:58:02.074" v="1" actId="47"/>
        <pc:sldMkLst>
          <pc:docMk/>
          <pc:sldMk cId="1809496739" sldId="463"/>
        </pc:sldMkLst>
      </pc:sldChg>
      <pc:sldChg chg="del">
        <pc:chgData name="James Pengelly" userId="d269fecd-a8a2-4e5a-93ae-88bdaab21f51" providerId="ADAL" clId="{3840A70C-1BDB-42C9-93AF-A2D976425B96}" dt="2023-08-24T13:58:02.074" v="1" actId="47"/>
        <pc:sldMkLst>
          <pc:docMk/>
          <pc:sldMk cId="3183680570" sldId="464"/>
        </pc:sldMkLst>
      </pc:sldChg>
      <pc:sldChg chg="del">
        <pc:chgData name="James Pengelly" userId="d269fecd-a8a2-4e5a-93ae-88bdaab21f51" providerId="ADAL" clId="{3840A70C-1BDB-42C9-93AF-A2D976425B96}" dt="2023-08-24T13:58:02.074" v="1" actId="47"/>
        <pc:sldMkLst>
          <pc:docMk/>
          <pc:sldMk cId="3408326376" sldId="465"/>
        </pc:sldMkLst>
      </pc:sldChg>
      <pc:sldChg chg="del">
        <pc:chgData name="James Pengelly" userId="d269fecd-a8a2-4e5a-93ae-88bdaab21f51" providerId="ADAL" clId="{3840A70C-1BDB-42C9-93AF-A2D976425B96}" dt="2023-08-24T13:58:02.074" v="1" actId="47"/>
        <pc:sldMkLst>
          <pc:docMk/>
          <pc:sldMk cId="3761177557" sldId="468"/>
        </pc:sldMkLst>
      </pc:sldChg>
      <pc:sldChg chg="del">
        <pc:chgData name="James Pengelly" userId="d269fecd-a8a2-4e5a-93ae-88bdaab21f51" providerId="ADAL" clId="{3840A70C-1BDB-42C9-93AF-A2D976425B96}" dt="2023-08-24T13:58:02.074" v="1" actId="47"/>
        <pc:sldMkLst>
          <pc:docMk/>
          <pc:sldMk cId="1450753478" sldId="469"/>
        </pc:sldMkLst>
      </pc:sldChg>
      <pc:sldChg chg="del">
        <pc:chgData name="James Pengelly" userId="d269fecd-a8a2-4e5a-93ae-88bdaab21f51" providerId="ADAL" clId="{3840A70C-1BDB-42C9-93AF-A2D976425B96}" dt="2023-08-24T13:58:02.074" v="1" actId="47"/>
        <pc:sldMkLst>
          <pc:docMk/>
          <pc:sldMk cId="597277254" sldId="470"/>
        </pc:sldMkLst>
      </pc:sldChg>
      <pc:sldChg chg="del">
        <pc:chgData name="James Pengelly" userId="d269fecd-a8a2-4e5a-93ae-88bdaab21f51" providerId="ADAL" clId="{3840A70C-1BDB-42C9-93AF-A2D976425B96}" dt="2023-08-24T13:58:02.074" v="1" actId="47"/>
        <pc:sldMkLst>
          <pc:docMk/>
          <pc:sldMk cId="3444267560" sldId="471"/>
        </pc:sldMkLst>
      </pc:sldChg>
      <pc:sldChg chg="del">
        <pc:chgData name="James Pengelly" userId="d269fecd-a8a2-4e5a-93ae-88bdaab21f51" providerId="ADAL" clId="{3840A70C-1BDB-42C9-93AF-A2D976425B96}" dt="2023-08-24T13:58:02.074" v="1" actId="47"/>
        <pc:sldMkLst>
          <pc:docMk/>
          <pc:sldMk cId="177810587" sldId="472"/>
        </pc:sldMkLst>
      </pc:sldChg>
      <pc:sldChg chg="del">
        <pc:chgData name="James Pengelly" userId="d269fecd-a8a2-4e5a-93ae-88bdaab21f51" providerId="ADAL" clId="{3840A70C-1BDB-42C9-93AF-A2D976425B96}" dt="2023-08-24T13:58:02.074" v="1" actId="47"/>
        <pc:sldMkLst>
          <pc:docMk/>
          <pc:sldMk cId="3928027250" sldId="473"/>
        </pc:sldMkLst>
      </pc:sldChg>
      <pc:sldChg chg="del">
        <pc:chgData name="James Pengelly" userId="d269fecd-a8a2-4e5a-93ae-88bdaab21f51" providerId="ADAL" clId="{3840A70C-1BDB-42C9-93AF-A2D976425B96}" dt="2023-08-24T13:58:02.074" v="1" actId="47"/>
        <pc:sldMkLst>
          <pc:docMk/>
          <pc:sldMk cId="1208367764" sldId="474"/>
        </pc:sldMkLst>
      </pc:sldChg>
      <pc:sldChg chg="del">
        <pc:chgData name="James Pengelly" userId="d269fecd-a8a2-4e5a-93ae-88bdaab21f51" providerId="ADAL" clId="{3840A70C-1BDB-42C9-93AF-A2D976425B96}" dt="2023-08-24T13:58:02.074" v="1" actId="47"/>
        <pc:sldMkLst>
          <pc:docMk/>
          <pc:sldMk cId="1846318869" sldId="475"/>
        </pc:sldMkLst>
      </pc:sldChg>
      <pc:sldChg chg="del">
        <pc:chgData name="James Pengelly" userId="d269fecd-a8a2-4e5a-93ae-88bdaab21f51" providerId="ADAL" clId="{3840A70C-1BDB-42C9-93AF-A2D976425B96}" dt="2023-08-24T13:58:02.074" v="1" actId="47"/>
        <pc:sldMkLst>
          <pc:docMk/>
          <pc:sldMk cId="1050364708" sldId="476"/>
        </pc:sldMkLst>
      </pc:sldChg>
      <pc:sldChg chg="del">
        <pc:chgData name="James Pengelly" userId="d269fecd-a8a2-4e5a-93ae-88bdaab21f51" providerId="ADAL" clId="{3840A70C-1BDB-42C9-93AF-A2D976425B96}" dt="2023-08-24T13:58:02.074" v="1" actId="47"/>
        <pc:sldMkLst>
          <pc:docMk/>
          <pc:sldMk cId="1189368309" sldId="477"/>
        </pc:sldMkLst>
      </pc:sldChg>
      <pc:sldChg chg="del">
        <pc:chgData name="James Pengelly" userId="d269fecd-a8a2-4e5a-93ae-88bdaab21f51" providerId="ADAL" clId="{3840A70C-1BDB-42C9-93AF-A2D976425B96}" dt="2023-08-24T13:58:02.074" v="1" actId="47"/>
        <pc:sldMkLst>
          <pc:docMk/>
          <pc:sldMk cId="3022556364" sldId="478"/>
        </pc:sldMkLst>
      </pc:sldChg>
      <pc:sldChg chg="del">
        <pc:chgData name="James Pengelly" userId="d269fecd-a8a2-4e5a-93ae-88bdaab21f51" providerId="ADAL" clId="{3840A70C-1BDB-42C9-93AF-A2D976425B96}" dt="2023-08-24T13:58:02.074" v="1" actId="47"/>
        <pc:sldMkLst>
          <pc:docMk/>
          <pc:sldMk cId="3131689005" sldId="523"/>
        </pc:sldMkLst>
      </pc:sldChg>
      <pc:sldChg chg="del">
        <pc:chgData name="James Pengelly" userId="d269fecd-a8a2-4e5a-93ae-88bdaab21f51" providerId="ADAL" clId="{3840A70C-1BDB-42C9-93AF-A2D976425B96}" dt="2023-08-24T13:58:02.074" v="1" actId="47"/>
        <pc:sldMkLst>
          <pc:docMk/>
          <pc:sldMk cId="2811473902" sldId="564"/>
        </pc:sldMkLst>
      </pc:sldChg>
      <pc:sldChg chg="del">
        <pc:chgData name="James Pengelly" userId="d269fecd-a8a2-4e5a-93ae-88bdaab21f51" providerId="ADAL" clId="{3840A70C-1BDB-42C9-93AF-A2D976425B96}" dt="2023-08-24T13:58:02.074" v="1" actId="47"/>
        <pc:sldMkLst>
          <pc:docMk/>
          <pc:sldMk cId="396875299" sldId="620"/>
        </pc:sldMkLst>
      </pc:sldChg>
      <pc:sldChg chg="del">
        <pc:chgData name="James Pengelly" userId="d269fecd-a8a2-4e5a-93ae-88bdaab21f51" providerId="ADAL" clId="{3840A70C-1BDB-42C9-93AF-A2D976425B96}" dt="2023-08-24T13:58:02.074" v="1" actId="47"/>
        <pc:sldMkLst>
          <pc:docMk/>
          <pc:sldMk cId="3049657586" sldId="915"/>
        </pc:sldMkLst>
      </pc:sldChg>
      <pc:sldChg chg="del">
        <pc:chgData name="James Pengelly" userId="d269fecd-a8a2-4e5a-93ae-88bdaab21f51" providerId="ADAL" clId="{3840A70C-1BDB-42C9-93AF-A2D976425B96}" dt="2023-08-24T13:58:02.074" v="1" actId="47"/>
        <pc:sldMkLst>
          <pc:docMk/>
          <pc:sldMk cId="1551599212" sldId="916"/>
        </pc:sldMkLst>
      </pc:sldChg>
      <pc:sldChg chg="del">
        <pc:chgData name="James Pengelly" userId="d269fecd-a8a2-4e5a-93ae-88bdaab21f51" providerId="ADAL" clId="{3840A70C-1BDB-42C9-93AF-A2D976425B96}" dt="2023-08-24T13:58:02.074" v="1" actId="47"/>
        <pc:sldMkLst>
          <pc:docMk/>
          <pc:sldMk cId="2931648276" sldId="917"/>
        </pc:sldMkLst>
      </pc:sldChg>
      <pc:sldChg chg="del">
        <pc:chgData name="James Pengelly" userId="d269fecd-a8a2-4e5a-93ae-88bdaab21f51" providerId="ADAL" clId="{3840A70C-1BDB-42C9-93AF-A2D976425B96}" dt="2023-08-24T13:58:02.074" v="1" actId="47"/>
        <pc:sldMkLst>
          <pc:docMk/>
          <pc:sldMk cId="3463918722" sldId="918"/>
        </pc:sldMkLst>
      </pc:sldChg>
      <pc:sldChg chg="del">
        <pc:chgData name="James Pengelly" userId="d269fecd-a8a2-4e5a-93ae-88bdaab21f51" providerId="ADAL" clId="{3840A70C-1BDB-42C9-93AF-A2D976425B96}" dt="2023-08-24T13:58:02.074" v="1" actId="47"/>
        <pc:sldMkLst>
          <pc:docMk/>
          <pc:sldMk cId="1855871270" sldId="919"/>
        </pc:sldMkLst>
      </pc:sldChg>
      <pc:sldChg chg="del">
        <pc:chgData name="James Pengelly" userId="d269fecd-a8a2-4e5a-93ae-88bdaab21f51" providerId="ADAL" clId="{3840A70C-1BDB-42C9-93AF-A2D976425B96}" dt="2023-08-24T13:58:02.074" v="1" actId="47"/>
        <pc:sldMkLst>
          <pc:docMk/>
          <pc:sldMk cId="564391330" sldId="920"/>
        </pc:sldMkLst>
      </pc:sldChg>
      <pc:sldChg chg="del">
        <pc:chgData name="James Pengelly" userId="d269fecd-a8a2-4e5a-93ae-88bdaab21f51" providerId="ADAL" clId="{3840A70C-1BDB-42C9-93AF-A2D976425B96}" dt="2023-08-24T13:58:02.074" v="1" actId="47"/>
        <pc:sldMkLst>
          <pc:docMk/>
          <pc:sldMk cId="2984159356" sldId="921"/>
        </pc:sldMkLst>
      </pc:sldChg>
      <pc:sldChg chg="del">
        <pc:chgData name="James Pengelly" userId="d269fecd-a8a2-4e5a-93ae-88bdaab21f51" providerId="ADAL" clId="{3840A70C-1BDB-42C9-93AF-A2D976425B96}" dt="2023-08-24T13:58:02.074" v="1" actId="47"/>
        <pc:sldMkLst>
          <pc:docMk/>
          <pc:sldMk cId="3406951735" sldId="922"/>
        </pc:sldMkLst>
      </pc:sldChg>
      <pc:sldChg chg="del">
        <pc:chgData name="James Pengelly" userId="d269fecd-a8a2-4e5a-93ae-88bdaab21f51" providerId="ADAL" clId="{3840A70C-1BDB-42C9-93AF-A2D976425B96}" dt="2023-08-24T13:58:02.074" v="1" actId="47"/>
        <pc:sldMkLst>
          <pc:docMk/>
          <pc:sldMk cId="2607486583" sldId="923"/>
        </pc:sldMkLst>
      </pc:sldChg>
      <pc:sldChg chg="del">
        <pc:chgData name="James Pengelly" userId="d269fecd-a8a2-4e5a-93ae-88bdaab21f51" providerId="ADAL" clId="{3840A70C-1BDB-42C9-93AF-A2D976425B96}" dt="2023-08-24T13:58:02.074" v="1" actId="47"/>
        <pc:sldMkLst>
          <pc:docMk/>
          <pc:sldMk cId="4092808222" sldId="924"/>
        </pc:sldMkLst>
      </pc:sldChg>
      <pc:sldChg chg="del">
        <pc:chgData name="James Pengelly" userId="d269fecd-a8a2-4e5a-93ae-88bdaab21f51" providerId="ADAL" clId="{3840A70C-1BDB-42C9-93AF-A2D976425B96}" dt="2023-08-24T13:58:02.074" v="1" actId="47"/>
        <pc:sldMkLst>
          <pc:docMk/>
          <pc:sldMk cId="2193365181" sldId="925"/>
        </pc:sldMkLst>
      </pc:sldChg>
      <pc:sldChg chg="del">
        <pc:chgData name="James Pengelly" userId="d269fecd-a8a2-4e5a-93ae-88bdaab21f51" providerId="ADAL" clId="{3840A70C-1BDB-42C9-93AF-A2D976425B96}" dt="2023-08-24T13:58:02.074" v="1" actId="47"/>
        <pc:sldMkLst>
          <pc:docMk/>
          <pc:sldMk cId="4138720517" sldId="926"/>
        </pc:sldMkLst>
      </pc:sldChg>
      <pc:sldChg chg="del">
        <pc:chgData name="James Pengelly" userId="d269fecd-a8a2-4e5a-93ae-88bdaab21f51" providerId="ADAL" clId="{3840A70C-1BDB-42C9-93AF-A2D976425B96}" dt="2023-08-24T13:58:02.074" v="1" actId="47"/>
        <pc:sldMkLst>
          <pc:docMk/>
          <pc:sldMk cId="858939526" sldId="927"/>
        </pc:sldMkLst>
      </pc:sldChg>
      <pc:sldChg chg="del">
        <pc:chgData name="James Pengelly" userId="d269fecd-a8a2-4e5a-93ae-88bdaab21f51" providerId="ADAL" clId="{3840A70C-1BDB-42C9-93AF-A2D976425B96}" dt="2023-08-24T13:58:02.074" v="1" actId="47"/>
        <pc:sldMkLst>
          <pc:docMk/>
          <pc:sldMk cId="566436964" sldId="928"/>
        </pc:sldMkLst>
      </pc:sldChg>
      <pc:sldChg chg="del">
        <pc:chgData name="James Pengelly" userId="d269fecd-a8a2-4e5a-93ae-88bdaab21f51" providerId="ADAL" clId="{3840A70C-1BDB-42C9-93AF-A2D976425B96}" dt="2023-08-24T13:58:02.074" v="1" actId="47"/>
        <pc:sldMkLst>
          <pc:docMk/>
          <pc:sldMk cId="2713682525" sldId="929"/>
        </pc:sldMkLst>
      </pc:sldChg>
      <pc:sldChg chg="del">
        <pc:chgData name="James Pengelly" userId="d269fecd-a8a2-4e5a-93ae-88bdaab21f51" providerId="ADAL" clId="{3840A70C-1BDB-42C9-93AF-A2D976425B96}" dt="2023-08-24T13:58:02.074" v="1" actId="47"/>
        <pc:sldMkLst>
          <pc:docMk/>
          <pc:sldMk cId="885992107" sldId="930"/>
        </pc:sldMkLst>
      </pc:sldChg>
      <pc:sldChg chg="del">
        <pc:chgData name="James Pengelly" userId="d269fecd-a8a2-4e5a-93ae-88bdaab21f51" providerId="ADAL" clId="{3840A70C-1BDB-42C9-93AF-A2D976425B96}" dt="2023-08-24T13:57:55.046" v="0" actId="47"/>
        <pc:sldMkLst>
          <pc:docMk/>
          <pc:sldMk cId="997338478" sldId="931"/>
        </pc:sldMkLst>
      </pc:sldChg>
      <pc:sldChg chg="del">
        <pc:chgData name="James Pengelly" userId="d269fecd-a8a2-4e5a-93ae-88bdaab21f51" providerId="ADAL" clId="{3840A70C-1BDB-42C9-93AF-A2D976425B96}" dt="2023-08-24T13:57:55.046" v="0" actId="47"/>
        <pc:sldMkLst>
          <pc:docMk/>
          <pc:sldMk cId="2104262924" sldId="932"/>
        </pc:sldMkLst>
      </pc:sldChg>
      <pc:sldChg chg="del">
        <pc:chgData name="James Pengelly" userId="d269fecd-a8a2-4e5a-93ae-88bdaab21f51" providerId="ADAL" clId="{3840A70C-1BDB-42C9-93AF-A2D976425B96}" dt="2023-08-24T13:57:55.046" v="0" actId="47"/>
        <pc:sldMkLst>
          <pc:docMk/>
          <pc:sldMk cId="494846069" sldId="933"/>
        </pc:sldMkLst>
      </pc:sldChg>
      <pc:sldChg chg="del">
        <pc:chgData name="James Pengelly" userId="d269fecd-a8a2-4e5a-93ae-88bdaab21f51" providerId="ADAL" clId="{3840A70C-1BDB-42C9-93AF-A2D976425B96}" dt="2023-08-24T13:57:55.046" v="0" actId="47"/>
        <pc:sldMkLst>
          <pc:docMk/>
          <pc:sldMk cId="3261149061" sldId="934"/>
        </pc:sldMkLst>
      </pc:sldChg>
      <pc:sldChg chg="modNotesTx">
        <pc:chgData name="James Pengelly" userId="d269fecd-a8a2-4e5a-93ae-88bdaab21f51" providerId="ADAL" clId="{3840A70C-1BDB-42C9-93AF-A2D976425B96}" dt="2023-09-06T15:32:29.167" v="806"/>
        <pc:sldMkLst>
          <pc:docMk/>
          <pc:sldMk cId="500033866" sldId="935"/>
        </pc:sldMkLst>
      </pc:sldChg>
      <pc:sldChg chg="modSp new mod">
        <pc:chgData name="James Pengelly" userId="d269fecd-a8a2-4e5a-93ae-88bdaab21f51" providerId="ADAL" clId="{3840A70C-1BDB-42C9-93AF-A2D976425B96}" dt="2023-09-06T11:02:28.069" v="18" actId="20577"/>
        <pc:sldMkLst>
          <pc:docMk/>
          <pc:sldMk cId="1507775081" sldId="936"/>
        </pc:sldMkLst>
        <pc:spChg chg="mod">
          <ac:chgData name="James Pengelly" userId="d269fecd-a8a2-4e5a-93ae-88bdaab21f51" providerId="ADAL" clId="{3840A70C-1BDB-42C9-93AF-A2D976425B96}" dt="2023-09-06T11:02:05.724" v="12" actId="20577"/>
          <ac:spMkLst>
            <pc:docMk/>
            <pc:sldMk cId="1507775081" sldId="936"/>
            <ac:spMk id="2" creationId="{4EA1D77B-EFC5-D74E-C903-A761C4171887}"/>
          </ac:spMkLst>
        </pc:spChg>
        <pc:spChg chg="mod">
          <ac:chgData name="James Pengelly" userId="d269fecd-a8a2-4e5a-93ae-88bdaab21f51" providerId="ADAL" clId="{3840A70C-1BDB-42C9-93AF-A2D976425B96}" dt="2023-09-06T11:02:28.069" v="18" actId="20577"/>
          <ac:spMkLst>
            <pc:docMk/>
            <pc:sldMk cId="1507775081" sldId="936"/>
            <ac:spMk id="3" creationId="{814F5F71-2ED8-88FB-677B-6F581C90ACB5}"/>
          </ac:spMkLst>
        </pc:spChg>
      </pc:sldChg>
      <pc:sldChg chg="del">
        <pc:chgData name="James Pengelly" userId="d269fecd-a8a2-4e5a-93ae-88bdaab21f51" providerId="ADAL" clId="{3840A70C-1BDB-42C9-93AF-A2D976425B96}" dt="2023-08-24T13:58:02.074" v="1" actId="47"/>
        <pc:sldMkLst>
          <pc:docMk/>
          <pc:sldMk cId="2656603284" sldId="936"/>
        </pc:sldMkLst>
      </pc:sldChg>
      <pc:sldChg chg="del">
        <pc:chgData name="James Pengelly" userId="d269fecd-a8a2-4e5a-93ae-88bdaab21f51" providerId="ADAL" clId="{3840A70C-1BDB-42C9-93AF-A2D976425B96}" dt="2023-08-24T13:58:02.074" v="1" actId="47"/>
        <pc:sldMkLst>
          <pc:docMk/>
          <pc:sldMk cId="1298247145" sldId="937"/>
        </pc:sldMkLst>
      </pc:sldChg>
      <pc:sldChg chg="modSp new mod">
        <pc:chgData name="James Pengelly" userId="d269fecd-a8a2-4e5a-93ae-88bdaab21f51" providerId="ADAL" clId="{3840A70C-1BDB-42C9-93AF-A2D976425B96}" dt="2023-09-06T12:46:03.475" v="446" actId="20577"/>
        <pc:sldMkLst>
          <pc:docMk/>
          <pc:sldMk cId="3381549472" sldId="937"/>
        </pc:sldMkLst>
        <pc:spChg chg="mod">
          <ac:chgData name="James Pengelly" userId="d269fecd-a8a2-4e5a-93ae-88bdaab21f51" providerId="ADAL" clId="{3840A70C-1BDB-42C9-93AF-A2D976425B96}" dt="2023-09-06T12:46:03.475" v="446" actId="20577"/>
          <ac:spMkLst>
            <pc:docMk/>
            <pc:sldMk cId="3381549472" sldId="937"/>
            <ac:spMk id="2" creationId="{56C7D36A-8F96-8FBC-5013-26BFEA15055C}"/>
          </ac:spMkLst>
        </pc:spChg>
        <pc:spChg chg="mod">
          <ac:chgData name="James Pengelly" userId="d269fecd-a8a2-4e5a-93ae-88bdaab21f51" providerId="ADAL" clId="{3840A70C-1BDB-42C9-93AF-A2D976425B96}" dt="2023-09-06T12:40:17.734" v="20"/>
          <ac:spMkLst>
            <pc:docMk/>
            <pc:sldMk cId="3381549472" sldId="937"/>
            <ac:spMk id="3" creationId="{156C9043-5EE5-8FF0-B375-41D46A9336E2}"/>
          </ac:spMkLst>
        </pc:spChg>
      </pc:sldChg>
      <pc:sldChg chg="modSp new mod">
        <pc:chgData name="James Pengelly" userId="d269fecd-a8a2-4e5a-93ae-88bdaab21f51" providerId="ADAL" clId="{3840A70C-1BDB-42C9-93AF-A2D976425B96}" dt="2023-09-06T12:47:51.680" v="666" actId="20577"/>
        <pc:sldMkLst>
          <pc:docMk/>
          <pc:sldMk cId="3200360510" sldId="938"/>
        </pc:sldMkLst>
        <pc:spChg chg="mod">
          <ac:chgData name="James Pengelly" userId="d269fecd-a8a2-4e5a-93ae-88bdaab21f51" providerId="ADAL" clId="{3840A70C-1BDB-42C9-93AF-A2D976425B96}" dt="2023-09-06T12:47:51.680" v="666" actId="20577"/>
          <ac:spMkLst>
            <pc:docMk/>
            <pc:sldMk cId="3200360510" sldId="938"/>
            <ac:spMk id="2" creationId="{3435F445-9863-ACF4-F05E-804310C1A7AF}"/>
          </ac:spMkLst>
        </pc:spChg>
        <pc:spChg chg="mod">
          <ac:chgData name="James Pengelly" userId="d269fecd-a8a2-4e5a-93ae-88bdaab21f51" providerId="ADAL" clId="{3840A70C-1BDB-42C9-93AF-A2D976425B96}" dt="2023-09-06T12:40:28.553" v="22"/>
          <ac:spMkLst>
            <pc:docMk/>
            <pc:sldMk cId="3200360510" sldId="938"/>
            <ac:spMk id="3" creationId="{236C2790-D68F-0418-6B3F-664FB054DF9E}"/>
          </ac:spMkLst>
        </pc:spChg>
      </pc:sldChg>
      <pc:sldChg chg="modSp new mod">
        <pc:chgData name="James Pengelly" userId="d269fecd-a8a2-4e5a-93ae-88bdaab21f51" providerId="ADAL" clId="{3840A70C-1BDB-42C9-93AF-A2D976425B96}" dt="2023-09-06T12:49:19.279" v="762" actId="20577"/>
        <pc:sldMkLst>
          <pc:docMk/>
          <pc:sldMk cId="21009773" sldId="939"/>
        </pc:sldMkLst>
        <pc:spChg chg="mod">
          <ac:chgData name="James Pengelly" userId="d269fecd-a8a2-4e5a-93ae-88bdaab21f51" providerId="ADAL" clId="{3840A70C-1BDB-42C9-93AF-A2D976425B96}" dt="2023-09-06T12:49:19.279" v="762" actId="20577"/>
          <ac:spMkLst>
            <pc:docMk/>
            <pc:sldMk cId="21009773" sldId="939"/>
            <ac:spMk id="2" creationId="{951C6F1D-56DD-3EF6-5CEC-B35716C5E7C1}"/>
          </ac:spMkLst>
        </pc:spChg>
        <pc:spChg chg="mod">
          <ac:chgData name="James Pengelly" userId="d269fecd-a8a2-4e5a-93ae-88bdaab21f51" providerId="ADAL" clId="{3840A70C-1BDB-42C9-93AF-A2D976425B96}" dt="2023-09-06T12:40:39.289" v="24"/>
          <ac:spMkLst>
            <pc:docMk/>
            <pc:sldMk cId="21009773" sldId="939"/>
            <ac:spMk id="3" creationId="{29695820-11F9-85BE-B6D6-27F7DA6EF21D}"/>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So far we have covered general concepts, some of the main threat types, and the basis of access control systems. The next part of the course covers secure network architecture. This lesson covers on-premises networks, while Lesson 6 focuses on cloud and embedded systems.</a:t>
            </a:r>
          </a:p>
          <a:p>
            <a:endParaRPr lang="en-US" dirty="0"/>
          </a:p>
          <a:p>
            <a:r>
              <a:rPr lang="en-US" dirty="0"/>
              <a:t>Explain that architecture focuses on the purpose and placement of security controls. Later in the course we will cover the operational domain, which focuses on the proper configuration of controls.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4091193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subobjectives for 3.1 and 3.2 are divided between this lesson and Lesson 6. This lesson collects the subobjectives that relate more to on-premises network architecture.</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2381852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Stress the point that the network is there to meet business goals. The network should be designed around business logic.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85602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section is intended as a brief primer for students who have not completed Network+. You will not need to spend time on it otherwise.</a:t>
            </a:r>
          </a:p>
          <a:p>
            <a:endParaRPr lang="en-US" dirty="0"/>
          </a:p>
          <a:p>
            <a:r>
              <a:rPr lang="en-US" dirty="0"/>
              <a:t>The OSI model does get mentioned in the Security+ syllabus (in the context of firewall functionality) so students will need to know the layer IDs. We have omitted layers 5 and 6 from the diagram, however. </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63992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is more background information for students who haven't completed Network+.</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20535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is the final part of the Network+ background information.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555274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If students are struggling with the network terminology and functionality, summarize by pointing out that it basically gives you the ability to create lockable rooms and corridors.</a:t>
            </a:r>
          </a:p>
          <a:p>
            <a:endParaRPr lang="en-US" dirty="0"/>
          </a:p>
          <a:p>
            <a:r>
              <a:rPr lang="en-US" dirty="0"/>
              <a:t>The design part is deciding which assets should be stored in which rooms and who should have keys.</a:t>
            </a:r>
          </a:p>
          <a:p>
            <a:endParaRPr lang="en-US" dirty="0"/>
          </a:p>
          <a:p>
            <a:r>
              <a:rPr lang="en-US" dirty="0"/>
              <a:t>Optionally, point out that the assumption that hosts within a zone are trusted is not necessarily a secure one. This weakness is addressed by zero-trust security models. We'll cover these in the next lesson.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707181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porousness of perimeter-based security is prompting the rise of zero-trust/microsegmentation models. These are more prevalent and easier to apply in the datacenter and will be covered in the next lesson.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015733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the difference between physical network ports and TCP/UDP application ports.</a:t>
            </a:r>
          </a:p>
          <a:p>
            <a:endParaRPr lang="en-US" dirty="0"/>
          </a:p>
          <a:p>
            <a:r>
              <a:rPr lang="en-US" dirty="0"/>
              <a:t>Make sure students understand why the switch shouldn't be able to process authentication decisions directly. Duplicating the user account database to access devices weakens security.</a:t>
            </a:r>
          </a:p>
          <a:p>
            <a:endParaRPr lang="en-US" dirty="0"/>
          </a:p>
          <a:p>
            <a:r>
              <a:rPr lang="en-US" dirty="0"/>
              <a:t>Check students understand the role of each standard/protocol:</a:t>
            </a:r>
          </a:p>
          <a:p>
            <a:endParaRPr lang="en-US" dirty="0"/>
          </a:p>
          <a:p>
            <a:r>
              <a:rPr lang="en-US" dirty="0"/>
              <a:t>* 802.1X is the standard that allows this AAA framework to work on Ethernet switches and Wi-Fi access points.</a:t>
            </a:r>
          </a:p>
          <a:p>
            <a:r>
              <a:rPr lang="en-US" dirty="0"/>
              <a:t>* EAP is the standard for packaging different types of credentials and notably allows credentials to be protected by digital certificate encryption.</a:t>
            </a:r>
          </a:p>
          <a:p>
            <a:r>
              <a:rPr lang="en-US" dirty="0"/>
              <a:t>* RADIUS allows the switch and authentication server to establish a trust relationship and exchange data securely.</a:t>
            </a:r>
          </a:p>
          <a:p>
            <a:r>
              <a:rPr lang="en-US" dirty="0"/>
              <a:t>You might want to note that EAP and RADIUS are used in other contexts, such as remote access VPNs.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233225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Establish basic definitions of these performance characteristics. We'll be revisiting these throughout the course.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502871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considers placement and attributes of the principal network security solutions: firewalls, IDS, and load balancers.</a:t>
            </a:r>
          </a:p>
          <a:p>
            <a:endParaRPr lang="en-US" dirty="0"/>
          </a:p>
          <a:p>
            <a:r>
              <a:rPr lang="en-US" dirty="0"/>
              <a:t>Note that configuration issues (the operational domain in the exam) are covered in Lesson 9.</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809032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that defense in depth has several aspects:</a:t>
            </a:r>
          </a:p>
          <a:p>
            <a:endParaRPr lang="en-US" dirty="0"/>
          </a:p>
          <a:p>
            <a:r>
              <a:rPr lang="en-US" dirty="0"/>
              <a:t>* Selecting controls to address security at different network layers.</a:t>
            </a:r>
          </a:p>
          <a:p>
            <a:r>
              <a:rPr lang="en-US" dirty="0"/>
              <a:t>* Placing controls at multiple locations along the network path. </a:t>
            </a:r>
          </a:p>
          <a:p>
            <a:r>
              <a:rPr lang="en-US" dirty="0"/>
              <a:t>* Selecting controls that perform the full range of preventive, detective, and corrective functions.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786553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inline placement and active response versus passive detection, alerting, and logging of threats.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171041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Firewalls can be implemented in many different ways. They are often implemented as a function within a product, as well as the dedicated security appliances.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710576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very few, if any, firewalls are wholly stateless anymore. The principal distinction is between firewalls that track the state at the transport layer and those that can monitor application sessions.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2563663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Point out that many proxy servers are used to implement application-layer firewalls, but they can also improve client performance (through a caching engine).</a:t>
            </a:r>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35603150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IDS has developed into IPS and merged with firewall and antivirus/antispyware software. The systems are not as limited by network and host bandwidth as they were a few years ago. For the exam, however, you should stress the difference. It is  important to realize that a pure IDS will only provide a passive response.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435258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Encourage students to use both market research and vendor sites to navigate the various product classifications.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394929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We'll be turning to web application security in more detail later in the course. Just make sure students can distinguish the function of a WAF from more general network firewall/IDS types.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38982594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Students can find VPN and IPsec concepts challenging, so allocate plenty of time to this topic.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3925233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According to some definitions, a VPN need not be secure. However, this is what most people understand as a VPN these days.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16575283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that the important point about modern VPNs is to hide any authentication information from eavesdroppers. Protocols such as PPTP do not protect the hash exchanged during the CHAP/MSCHAP handshake, making the connection extremely vulnerable to offline cracking attempts.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1953650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the difference between the two modes and how they relate to VPN topologies:</a:t>
            </a:r>
          </a:p>
          <a:p>
            <a:endParaRPr lang="en-US" dirty="0"/>
          </a:p>
          <a:p>
            <a:r>
              <a:rPr lang="en-US" dirty="0"/>
              <a:t>* Transport mode is used for host-to-host topologies.</a:t>
            </a:r>
          </a:p>
          <a:p>
            <a:endParaRPr lang="en-US" dirty="0"/>
          </a:p>
          <a:p>
            <a:r>
              <a:rPr lang="en-US" dirty="0"/>
              <a:t>* Tunnel mode is used for site-to-site and remote access VPN topologies.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2088762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IKE isn't a specific subobjective, but it is critical to the operation of IPsec, so worth covering.</a:t>
            </a:r>
          </a:p>
          <a:p>
            <a:endParaRPr lang="en-US" dirty="0"/>
          </a:p>
          <a:p>
            <a:r>
              <a:rPr lang="en-US" dirty="0"/>
              <a:t>IKEv1 could only be used with another protocol (L2TP) for remote access VPNs. IKEv2 supports EAP/RADIUS architecture and so can be used on its own as a remote access VPN solution.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2856964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the difference between remote access VPN and remote access host management. Rather than connecting a remote client to a local network, an RDP solution provides access to a real or virtual desktop or app within the local network. Rather than tunneling all network traffic from a remote client, they tunnel the HID traffic in and the audio/video out.</a:t>
            </a:r>
          </a:p>
        </p:txBody>
      </p:sp>
      <p:sp>
        <p:nvSpPr>
          <p:cNvPr id="4" name="Slide Number Placeholder 3"/>
          <p:cNvSpPr>
            <a:spLocks noGrp="1"/>
          </p:cNvSpPr>
          <p:nvPr>
            <p:ph type="sldNum" sz="quarter" idx="5"/>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1341996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SSH is primarily for UNIX/Linux, though there are Windows versions. Windows can also use the proprietary Windows Remote Management (WinRM) and Windows Remote Shell (WinRS).</a:t>
            </a:r>
          </a:p>
          <a:p>
            <a:endParaRPr lang="en-US" dirty="0"/>
          </a:p>
          <a:p>
            <a:r>
              <a:rPr lang="en-US" dirty="0"/>
              <a:t>Make sure students understand the difference between identifying a server via its host key and connecting to the server using a client public key.</a:t>
            </a:r>
          </a:p>
        </p:txBody>
      </p:sp>
      <p:sp>
        <p:nvSpPr>
          <p:cNvPr id="4" name="Slide Number Placeholder 3"/>
          <p:cNvSpPr>
            <a:spLocks noGrp="1"/>
          </p:cNvSpPr>
          <p:nvPr>
            <p:ph type="sldNum" sz="quarter" idx="5"/>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142323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might want to point out another use case for jump servers to provide multiple hops through to back-end servers in the cloud.</a:t>
            </a:r>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3311761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a:t>
            </a:r>
            <a:r>
              <a:rPr lang="en-US"/>
              <a:t>If you have used all the available time for this lesson block, note the issues and schedule time for a review later in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2724942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0320-8234-C4F9-C7C1-5385605ED0A3}"/>
              </a:ext>
            </a:extLst>
          </p:cNvPr>
          <p:cNvSpPr>
            <a:spLocks noGrp="1"/>
          </p:cNvSpPr>
          <p:nvPr>
            <p:ph type="ctrTitle"/>
          </p:nvPr>
        </p:nvSpPr>
        <p:spPr/>
        <p:txBody>
          <a:bodyPr/>
          <a:lstStyle/>
          <a:p>
            <a:r>
              <a:rPr lang="en-US" noProof="0" dirty="0"/>
              <a:t>Maintain Enterprise Campus Network Architecture</a:t>
            </a:r>
          </a:p>
        </p:txBody>
      </p:sp>
      <p:sp>
        <p:nvSpPr>
          <p:cNvPr id="3" name="Subtitle 2">
            <a:extLst>
              <a:ext uri="{FF2B5EF4-FFF2-40B4-BE49-F238E27FC236}">
                <a16:creationId xmlns:a16="http://schemas.microsoft.com/office/drawing/2014/main" id="{1D4D6B1A-9B62-2B76-C4E2-0148D8FA8159}"/>
              </a:ext>
            </a:extLst>
          </p:cNvPr>
          <p:cNvSpPr>
            <a:spLocks noGrp="1"/>
          </p:cNvSpPr>
          <p:nvPr>
            <p:ph type="subTitle" idx="1"/>
          </p:nvPr>
        </p:nvSpPr>
        <p:spPr/>
        <p:txBody>
          <a:bodyPr/>
          <a:lstStyle/>
          <a:p>
            <a:r>
              <a:rPr lang="en-US" noProof="0" dirty="0"/>
              <a:t>Lesson 5</a:t>
            </a:r>
          </a:p>
        </p:txBody>
      </p:sp>
      <p:sp>
        <p:nvSpPr>
          <p:cNvPr id="4" name="Text Placeholder 3">
            <a:extLst>
              <a:ext uri="{FF2B5EF4-FFF2-40B4-BE49-F238E27FC236}">
                <a16:creationId xmlns:a16="http://schemas.microsoft.com/office/drawing/2014/main" id="{9E7F07E1-6841-201D-7493-D2071737A61C}"/>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B1CADC60-241B-2D7D-F74D-B3956A412B7A}"/>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139738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1D77B-EFC5-D74E-C903-A761C4171887}"/>
              </a:ext>
            </a:extLst>
          </p:cNvPr>
          <p:cNvSpPr>
            <a:spLocks noGrp="1"/>
          </p:cNvSpPr>
          <p:nvPr>
            <p:ph type="title"/>
          </p:nvPr>
        </p:nvSpPr>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814F5F71-2ED8-88FB-677B-6F581C90ACB5}"/>
              </a:ext>
            </a:extLst>
          </p:cNvPr>
          <p:cNvSpPr>
            <a:spLocks noGrp="1"/>
          </p:cNvSpPr>
          <p:nvPr>
            <p:ph idx="1"/>
          </p:nvPr>
        </p:nvSpPr>
        <p:spPr/>
        <p:txBody>
          <a:bodyPr/>
          <a:lstStyle/>
          <a:p>
            <a:r>
              <a:rPr lang="en-US" dirty="0"/>
              <a:t>Compare and contrast </a:t>
            </a:r>
            <a:r>
              <a:rPr lang="en-US"/>
              <a:t>security implications </a:t>
            </a:r>
            <a:r>
              <a:rPr lang="en-US" dirty="0"/>
              <a:t>of different on-premises network architecture models</a:t>
            </a:r>
          </a:p>
          <a:p>
            <a:r>
              <a:rPr lang="en-US" dirty="0"/>
              <a:t>Apply security principles to secure on-premises network architecture</a:t>
            </a:r>
          </a:p>
          <a:p>
            <a:r>
              <a:rPr lang="en-US" dirty="0"/>
              <a:t>Select effective controls to secure on-premises network architecture</a:t>
            </a:r>
          </a:p>
          <a:p>
            <a:r>
              <a:rPr lang="en-US" dirty="0"/>
              <a:t>Ensure secure communications for remote access and tunneling</a:t>
            </a:r>
          </a:p>
        </p:txBody>
      </p:sp>
      <p:sp>
        <p:nvSpPr>
          <p:cNvPr id="4" name="Slide Number Placeholder 3">
            <a:extLst>
              <a:ext uri="{FF2B5EF4-FFF2-40B4-BE49-F238E27FC236}">
                <a16:creationId xmlns:a16="http://schemas.microsoft.com/office/drawing/2014/main" id="{2072AF73-ADF7-DD18-782B-C9C58AA586F5}"/>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150777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Enterprise Network Architecture</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5A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5</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32508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79BA-994C-4805-2157-F24A5794DC4A}"/>
              </a:ext>
            </a:extLst>
          </p:cNvPr>
          <p:cNvSpPr>
            <a:spLocks noGrp="1"/>
          </p:cNvSpPr>
          <p:nvPr>
            <p:ph type="title"/>
          </p:nvPr>
        </p:nvSpPr>
        <p:spPr/>
        <p:txBody>
          <a:bodyPr/>
          <a:lstStyle/>
          <a:p>
            <a:r>
              <a:rPr lang="en-US" noProof="0" dirty="0"/>
              <a:t>Architecture and Infrastructure Concepts</a:t>
            </a:r>
          </a:p>
        </p:txBody>
      </p:sp>
      <p:sp>
        <p:nvSpPr>
          <p:cNvPr id="3" name="Content Placeholder 2">
            <a:extLst>
              <a:ext uri="{FF2B5EF4-FFF2-40B4-BE49-F238E27FC236}">
                <a16:creationId xmlns:a16="http://schemas.microsoft.com/office/drawing/2014/main" id="{8F6864B1-248C-BD27-F805-96D46EED5D44}"/>
              </a:ext>
            </a:extLst>
          </p:cNvPr>
          <p:cNvSpPr>
            <a:spLocks noGrp="1"/>
          </p:cNvSpPr>
          <p:nvPr>
            <p:ph idx="1"/>
          </p:nvPr>
        </p:nvSpPr>
        <p:spPr/>
        <p:txBody>
          <a:bodyPr>
            <a:normAutofit lnSpcReduction="10000"/>
          </a:bodyPr>
          <a:lstStyle/>
          <a:p>
            <a:r>
              <a:rPr lang="en-US" noProof="0" dirty="0"/>
              <a:t>Selection and placement</a:t>
            </a:r>
          </a:p>
          <a:p>
            <a:pPr lvl="1"/>
            <a:r>
              <a:rPr lang="en-US" noProof="0" dirty="0"/>
              <a:t>Infrastructure (media, appliances, addressing/forwarding for connectivity)</a:t>
            </a:r>
          </a:p>
          <a:p>
            <a:pPr lvl="1"/>
            <a:r>
              <a:rPr lang="en-US" noProof="0" dirty="0"/>
              <a:t>Applications/services</a:t>
            </a:r>
          </a:p>
          <a:p>
            <a:pPr lvl="1"/>
            <a:r>
              <a:rPr lang="en-US" noProof="0" dirty="0"/>
              <a:t>Data</a:t>
            </a:r>
          </a:p>
          <a:p>
            <a:r>
              <a:rPr lang="en-US" noProof="0" dirty="0"/>
              <a:t>Workflows</a:t>
            </a:r>
          </a:p>
          <a:p>
            <a:pPr lvl="1"/>
            <a:r>
              <a:rPr lang="en-US" noProof="0" dirty="0"/>
              <a:t>Access </a:t>
            </a:r>
          </a:p>
          <a:p>
            <a:pPr lvl="1"/>
            <a:r>
              <a:rPr lang="en-US" noProof="0" dirty="0"/>
              <a:t>Email mailbox server </a:t>
            </a:r>
          </a:p>
          <a:p>
            <a:pPr lvl="1"/>
            <a:r>
              <a:rPr lang="en-US" noProof="0" dirty="0"/>
              <a:t>Mail transfer server </a:t>
            </a:r>
          </a:p>
          <a:p>
            <a:endParaRPr lang="en-US" noProof="0" dirty="0"/>
          </a:p>
        </p:txBody>
      </p:sp>
      <p:sp>
        <p:nvSpPr>
          <p:cNvPr id="4" name="Slide Number Placeholder 3">
            <a:extLst>
              <a:ext uri="{FF2B5EF4-FFF2-40B4-BE49-F238E27FC236}">
                <a16:creationId xmlns:a16="http://schemas.microsoft.com/office/drawing/2014/main" id="{C1038F0A-E265-A8A0-2137-0C201094D082}"/>
              </a:ext>
            </a:extLst>
          </p:cNvPr>
          <p:cNvSpPr>
            <a:spLocks noGrp="1"/>
          </p:cNvSpPr>
          <p:nvPr>
            <p:ph type="sldNum" sz="quarter" idx="10"/>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76376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B96FA-1A69-5065-7073-B9CA22AD0875}"/>
              </a:ext>
            </a:extLst>
          </p:cNvPr>
          <p:cNvSpPr>
            <a:spLocks noGrp="1"/>
          </p:cNvSpPr>
          <p:nvPr>
            <p:ph type="title"/>
          </p:nvPr>
        </p:nvSpPr>
        <p:spPr/>
        <p:txBody>
          <a:bodyPr/>
          <a:lstStyle/>
          <a:p>
            <a:r>
              <a:rPr lang="en-US" noProof="0" dirty="0"/>
              <a:t>Network Infrastructure</a:t>
            </a:r>
          </a:p>
        </p:txBody>
      </p:sp>
      <p:sp>
        <p:nvSpPr>
          <p:cNvPr id="4" name="Slide Number Placeholder 3">
            <a:extLst>
              <a:ext uri="{FF2B5EF4-FFF2-40B4-BE49-F238E27FC236}">
                <a16:creationId xmlns:a16="http://schemas.microsoft.com/office/drawing/2014/main" id="{F0C5C257-B9E5-CDD7-9622-9B4E87AA80D7}"/>
              </a:ext>
            </a:extLst>
          </p:cNvPr>
          <p:cNvSpPr>
            <a:spLocks noGrp="1"/>
          </p:cNvSpPr>
          <p:nvPr>
            <p:ph type="sldNum" sz="quarter" idx="10"/>
          </p:nvPr>
        </p:nvSpPr>
        <p:spPr/>
        <p:txBody>
          <a:bodyPr/>
          <a:lstStyle/>
          <a:p>
            <a:fld id="{B7CF8A19-3A9E-4ABC-B336-2FDDE321C72D}" type="slidenum">
              <a:rPr lang="en-US" smtClean="0"/>
              <a:pPr/>
              <a:t>5</a:t>
            </a:fld>
            <a:endParaRPr lang="en-US"/>
          </a:p>
        </p:txBody>
      </p:sp>
      <p:sp>
        <p:nvSpPr>
          <p:cNvPr id="6" name="TextBox 5">
            <a:extLst>
              <a:ext uri="{FF2B5EF4-FFF2-40B4-BE49-F238E27FC236}">
                <a16:creationId xmlns:a16="http://schemas.microsoft.com/office/drawing/2014/main" id="{10011B6A-A13F-15CA-BD86-0B8F575FA747}"/>
              </a:ext>
            </a:extLst>
          </p:cNvPr>
          <p:cNvSpPr txBox="1"/>
          <p:nvPr/>
        </p:nvSpPr>
        <p:spPr>
          <a:xfrm>
            <a:off x="7515434" y="4523377"/>
            <a:ext cx="1285929" cy="230832"/>
          </a:xfrm>
          <a:prstGeom prst="rect">
            <a:avLst/>
          </a:prstGeom>
          <a:noFill/>
        </p:spPr>
        <p:txBody>
          <a:bodyPr wrap="none" rtlCol="0">
            <a:spAutoFit/>
          </a:bodyPr>
          <a:lstStyle/>
          <a:p>
            <a:pPr algn="just"/>
            <a:r>
              <a:rPr lang="en-US" sz="900" i="1" dirty="0">
                <a:solidFill>
                  <a:srgbClr val="45545F"/>
                </a:solidFill>
              </a:rPr>
              <a:t>Images © 123rf.com.</a:t>
            </a:r>
          </a:p>
        </p:txBody>
      </p:sp>
      <p:pic>
        <p:nvPicPr>
          <p:cNvPr id="1026" name="Picture 2">
            <a:extLst>
              <a:ext uri="{FF2B5EF4-FFF2-40B4-BE49-F238E27FC236}">
                <a16:creationId xmlns:a16="http://schemas.microsoft.com/office/drawing/2014/main" id="{8481C36E-5D5D-E83E-77BB-7D271103074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50579" y="746125"/>
            <a:ext cx="5861892"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527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E97B9-2A35-05DF-AD60-5AEDBCE0F7CF}"/>
              </a:ext>
            </a:extLst>
          </p:cNvPr>
          <p:cNvSpPr>
            <a:spLocks noGrp="1"/>
          </p:cNvSpPr>
          <p:nvPr>
            <p:ph type="title"/>
          </p:nvPr>
        </p:nvSpPr>
        <p:spPr/>
        <p:txBody>
          <a:bodyPr/>
          <a:lstStyle/>
          <a:p>
            <a:r>
              <a:rPr lang="en-US" noProof="0" dirty="0"/>
              <a:t>Switching Infrastructure Considerations</a:t>
            </a:r>
          </a:p>
        </p:txBody>
      </p:sp>
      <p:sp>
        <p:nvSpPr>
          <p:cNvPr id="3" name="Content Placeholder 2">
            <a:extLst>
              <a:ext uri="{FF2B5EF4-FFF2-40B4-BE49-F238E27FC236}">
                <a16:creationId xmlns:a16="http://schemas.microsoft.com/office/drawing/2014/main" id="{2CC26EFC-9489-F133-73E6-C89070629A74}"/>
              </a:ext>
            </a:extLst>
          </p:cNvPr>
          <p:cNvSpPr>
            <a:spLocks noGrp="1"/>
          </p:cNvSpPr>
          <p:nvPr>
            <p:ph idx="1"/>
          </p:nvPr>
        </p:nvSpPr>
        <p:spPr/>
        <p:txBody>
          <a:bodyPr>
            <a:normAutofit lnSpcReduction="10000"/>
          </a:bodyPr>
          <a:lstStyle/>
          <a:p>
            <a:r>
              <a:rPr lang="en-US" noProof="0" dirty="0"/>
              <a:t>Topology of nodes and links</a:t>
            </a:r>
          </a:p>
          <a:p>
            <a:pPr lvl="1"/>
            <a:r>
              <a:rPr lang="en-US" noProof="0" dirty="0"/>
              <a:t>Physical versus logical</a:t>
            </a:r>
          </a:p>
          <a:p>
            <a:r>
              <a:rPr lang="en-US" noProof="0" dirty="0"/>
              <a:t>On-premises networks</a:t>
            </a:r>
          </a:p>
          <a:p>
            <a:pPr lvl="1"/>
            <a:r>
              <a:rPr lang="en-US" noProof="0" dirty="0"/>
              <a:t>Office/campus</a:t>
            </a:r>
          </a:p>
          <a:p>
            <a:pPr lvl="1"/>
            <a:r>
              <a:rPr lang="en-US" noProof="0" dirty="0"/>
              <a:t>Structured cabling</a:t>
            </a:r>
          </a:p>
          <a:p>
            <a:r>
              <a:rPr lang="en-US" noProof="0" dirty="0"/>
              <a:t>Hierarchical design</a:t>
            </a:r>
          </a:p>
          <a:p>
            <a:pPr lvl="1"/>
            <a:r>
              <a:rPr lang="en-US" noProof="0" dirty="0"/>
              <a:t>Limit size of broadcast domains</a:t>
            </a:r>
          </a:p>
          <a:p>
            <a:pPr lvl="1"/>
            <a:r>
              <a:rPr lang="en-US" noProof="0" dirty="0"/>
              <a:t>Enforce segmentation</a:t>
            </a:r>
          </a:p>
          <a:p>
            <a:endParaRPr lang="en-US" noProof="0" dirty="0"/>
          </a:p>
        </p:txBody>
      </p:sp>
      <p:sp>
        <p:nvSpPr>
          <p:cNvPr id="5" name="Slide Number Placeholder 4">
            <a:extLst>
              <a:ext uri="{FF2B5EF4-FFF2-40B4-BE49-F238E27FC236}">
                <a16:creationId xmlns:a16="http://schemas.microsoft.com/office/drawing/2014/main" id="{B96579F6-B2D4-0DBB-DF96-9344A5DD2B80}"/>
              </a:ext>
            </a:extLst>
          </p:cNvPr>
          <p:cNvSpPr>
            <a:spLocks noGrp="1"/>
          </p:cNvSpPr>
          <p:nvPr>
            <p:ph type="sldNum" sz="quarter" idx="13"/>
          </p:nvPr>
        </p:nvSpPr>
        <p:spPr/>
        <p:txBody>
          <a:bodyPr/>
          <a:lstStyle/>
          <a:p>
            <a:fld id="{B7CF8A19-3A9E-4ABC-B336-2FDDE321C72D}" type="slidenum">
              <a:rPr lang="en-US" smtClean="0"/>
              <a:pPr/>
              <a:t>6</a:t>
            </a:fld>
            <a:endParaRPr lang="en-US"/>
          </a:p>
        </p:txBody>
      </p:sp>
      <p:sp>
        <p:nvSpPr>
          <p:cNvPr id="7" name="TextBox 6">
            <a:extLst>
              <a:ext uri="{FF2B5EF4-FFF2-40B4-BE49-F238E27FC236}">
                <a16:creationId xmlns:a16="http://schemas.microsoft.com/office/drawing/2014/main" id="{1CBF9E5E-BD2F-C75F-DE9E-E9B800BACDC6}"/>
              </a:ext>
            </a:extLst>
          </p:cNvPr>
          <p:cNvSpPr txBox="1"/>
          <p:nvPr/>
        </p:nvSpPr>
        <p:spPr>
          <a:xfrm>
            <a:off x="7251887" y="4770274"/>
            <a:ext cx="1285929" cy="230832"/>
          </a:xfrm>
          <a:prstGeom prst="rect">
            <a:avLst/>
          </a:prstGeom>
          <a:noFill/>
        </p:spPr>
        <p:txBody>
          <a:bodyPr wrap="none" rtlCol="0">
            <a:spAutoFit/>
          </a:bodyPr>
          <a:lstStyle/>
          <a:p>
            <a:pPr algn="just"/>
            <a:r>
              <a:rPr lang="en-US" sz="900" i="1" dirty="0">
                <a:solidFill>
                  <a:srgbClr val="45545F"/>
                </a:solidFill>
              </a:rPr>
              <a:t>Images © 123rf.com.</a:t>
            </a:r>
          </a:p>
        </p:txBody>
      </p:sp>
      <p:pic>
        <p:nvPicPr>
          <p:cNvPr id="16386" name="Picture 2" descr="The basic hierarchy of a network shows switching infrastructure.">
            <a:extLst>
              <a:ext uri="{FF2B5EF4-FFF2-40B4-BE49-F238E27FC236}">
                <a16:creationId xmlns:a16="http://schemas.microsoft.com/office/drawing/2014/main" id="{9482690A-8FD9-8E30-1827-382859AD48E2}"/>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572001" y="1122155"/>
            <a:ext cx="4510086" cy="3294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903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90F91-54C9-1684-98D5-3650F5862E82}"/>
              </a:ext>
            </a:extLst>
          </p:cNvPr>
          <p:cNvSpPr>
            <a:spLocks noGrp="1"/>
          </p:cNvSpPr>
          <p:nvPr>
            <p:ph type="title"/>
          </p:nvPr>
        </p:nvSpPr>
        <p:spPr/>
        <p:txBody>
          <a:bodyPr/>
          <a:lstStyle/>
          <a:p>
            <a:r>
              <a:rPr lang="en-US" noProof="0" dirty="0"/>
              <a:t>Routing Infrastructure Considerations</a:t>
            </a:r>
          </a:p>
        </p:txBody>
      </p:sp>
      <p:sp>
        <p:nvSpPr>
          <p:cNvPr id="5" name="Content Placeholder 4">
            <a:extLst>
              <a:ext uri="{FF2B5EF4-FFF2-40B4-BE49-F238E27FC236}">
                <a16:creationId xmlns:a16="http://schemas.microsoft.com/office/drawing/2014/main" id="{A5AA0A10-9FFE-69AC-DF3D-63B0C5323686}"/>
              </a:ext>
            </a:extLst>
          </p:cNvPr>
          <p:cNvSpPr>
            <a:spLocks noGrp="1"/>
          </p:cNvSpPr>
          <p:nvPr>
            <p:ph idx="12"/>
          </p:nvPr>
        </p:nvSpPr>
        <p:spPr/>
        <p:txBody>
          <a:bodyPr>
            <a:normAutofit fontScale="85000" lnSpcReduction="10000"/>
          </a:bodyPr>
          <a:lstStyle/>
          <a:p>
            <a:r>
              <a:rPr lang="en-US" noProof="0" dirty="0"/>
              <a:t>Layer 3 logical segmentation</a:t>
            </a:r>
          </a:p>
          <a:p>
            <a:pPr lvl="1"/>
            <a:r>
              <a:rPr lang="en-US" noProof="0" dirty="0"/>
              <a:t>Networks and subnetworks (subnets)</a:t>
            </a:r>
          </a:p>
          <a:p>
            <a:r>
              <a:rPr lang="en-US" noProof="0" dirty="0"/>
              <a:t>Internet Protocol (IP)</a:t>
            </a:r>
          </a:p>
          <a:p>
            <a:pPr lvl="1"/>
            <a:r>
              <a:rPr lang="en-US" noProof="0" dirty="0"/>
              <a:t>IPv4 and IPv6</a:t>
            </a:r>
          </a:p>
          <a:p>
            <a:pPr lvl="1"/>
            <a:r>
              <a:rPr lang="en-US" noProof="0" dirty="0"/>
              <a:t>Network prefix/subnet mask</a:t>
            </a:r>
          </a:p>
          <a:p>
            <a:r>
              <a:rPr lang="en-US" noProof="0" dirty="0"/>
              <a:t>Virtual LAN (VLAN)</a:t>
            </a:r>
          </a:p>
          <a:p>
            <a:pPr lvl="1"/>
            <a:r>
              <a:rPr lang="en-US" noProof="0" dirty="0"/>
              <a:t>Map layer 2 switch port topology to layer 3 IP subnet topology</a:t>
            </a:r>
          </a:p>
          <a:p>
            <a:pPr lvl="1"/>
            <a:r>
              <a:rPr lang="en-US" noProof="0" dirty="0"/>
              <a:t>Makes logical topology independent of port location on physical switches</a:t>
            </a:r>
          </a:p>
          <a:p>
            <a:endParaRPr lang="en-US" dirty="0"/>
          </a:p>
        </p:txBody>
      </p:sp>
      <p:sp>
        <p:nvSpPr>
          <p:cNvPr id="4" name="Slide Number Placeholder 3">
            <a:extLst>
              <a:ext uri="{FF2B5EF4-FFF2-40B4-BE49-F238E27FC236}">
                <a16:creationId xmlns:a16="http://schemas.microsoft.com/office/drawing/2014/main" id="{242535C4-462E-4A1F-0313-61C32471AFCF}"/>
              </a:ext>
            </a:extLst>
          </p:cNvPr>
          <p:cNvSpPr>
            <a:spLocks noGrp="1"/>
          </p:cNvSpPr>
          <p:nvPr>
            <p:ph type="sldNum" sz="quarter" idx="13"/>
          </p:nvPr>
        </p:nvSpPr>
        <p:spPr/>
        <p:txBody>
          <a:bodyPr/>
          <a:lstStyle/>
          <a:p>
            <a:fld id="{B7CF8A19-3A9E-4ABC-B336-2FDDE321C72D}" type="slidenum">
              <a:rPr lang="en-US" smtClean="0"/>
              <a:pPr/>
              <a:t>7</a:t>
            </a:fld>
            <a:endParaRPr lang="en-US"/>
          </a:p>
        </p:txBody>
      </p:sp>
      <p:pic>
        <p:nvPicPr>
          <p:cNvPr id="17412" name="Picture 4" descr="The basic hierarchy of a network shows the configuration of virtual LAN's.">
            <a:extLst>
              <a:ext uri="{FF2B5EF4-FFF2-40B4-BE49-F238E27FC236}">
                <a16:creationId xmlns:a16="http://schemas.microsoft.com/office/drawing/2014/main" id="{F0AC735B-A97E-4DE7-AE8F-1C9AF49ECCC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3075" y="1143250"/>
            <a:ext cx="4500464" cy="325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59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6E3D8-EAD0-A883-15A1-7BC7F8D25512}"/>
              </a:ext>
            </a:extLst>
          </p:cNvPr>
          <p:cNvSpPr>
            <a:spLocks noGrp="1"/>
          </p:cNvSpPr>
          <p:nvPr>
            <p:ph type="title"/>
          </p:nvPr>
        </p:nvSpPr>
        <p:spPr/>
        <p:txBody>
          <a:bodyPr/>
          <a:lstStyle/>
          <a:p>
            <a:r>
              <a:rPr lang="en-US" noProof="0" dirty="0"/>
              <a:t>Security Zones</a:t>
            </a:r>
          </a:p>
        </p:txBody>
      </p:sp>
      <p:sp>
        <p:nvSpPr>
          <p:cNvPr id="3" name="Content Placeholder 2">
            <a:extLst>
              <a:ext uri="{FF2B5EF4-FFF2-40B4-BE49-F238E27FC236}">
                <a16:creationId xmlns:a16="http://schemas.microsoft.com/office/drawing/2014/main" id="{E3B92BED-60E1-0C8E-A311-68944D24B9A3}"/>
              </a:ext>
            </a:extLst>
          </p:cNvPr>
          <p:cNvSpPr>
            <a:spLocks noGrp="1"/>
          </p:cNvSpPr>
          <p:nvPr>
            <p:ph idx="1"/>
          </p:nvPr>
        </p:nvSpPr>
        <p:spPr/>
        <p:txBody>
          <a:bodyPr>
            <a:normAutofit fontScale="92500" lnSpcReduction="10000"/>
          </a:bodyPr>
          <a:lstStyle/>
          <a:p>
            <a:r>
              <a:rPr lang="en-US" noProof="0" dirty="0"/>
              <a:t>Segment containing hosts with same access control/security requirements</a:t>
            </a:r>
          </a:p>
          <a:p>
            <a:pPr lvl="1"/>
            <a:r>
              <a:rPr lang="en-US" noProof="0" dirty="0"/>
              <a:t>Public versus private</a:t>
            </a:r>
          </a:p>
          <a:p>
            <a:pPr lvl="1"/>
            <a:r>
              <a:rPr lang="en-US" noProof="0" dirty="0"/>
              <a:t>Database and file servers</a:t>
            </a:r>
          </a:p>
          <a:p>
            <a:pPr lvl="2"/>
            <a:r>
              <a:rPr lang="en-US" noProof="0" dirty="0"/>
              <a:t>Compartmentalize different types of data assets</a:t>
            </a:r>
          </a:p>
          <a:p>
            <a:pPr lvl="1"/>
            <a:r>
              <a:rPr lang="en-US" noProof="0" dirty="0"/>
              <a:t>Client devices</a:t>
            </a:r>
          </a:p>
          <a:p>
            <a:pPr lvl="1"/>
            <a:r>
              <a:rPr lang="en-US" noProof="0" dirty="0"/>
              <a:t>Public-facing app servers</a:t>
            </a:r>
          </a:p>
          <a:p>
            <a:pPr lvl="1"/>
            <a:r>
              <a:rPr lang="en-US" noProof="0" dirty="0"/>
              <a:t>Network infrastructure servers</a:t>
            </a:r>
          </a:p>
        </p:txBody>
      </p:sp>
      <p:sp>
        <p:nvSpPr>
          <p:cNvPr id="5" name="Slide Number Placeholder 4">
            <a:extLst>
              <a:ext uri="{FF2B5EF4-FFF2-40B4-BE49-F238E27FC236}">
                <a16:creationId xmlns:a16="http://schemas.microsoft.com/office/drawing/2014/main" id="{BD8A5E9C-A1AD-3A17-EAB5-28FFC7F23189}"/>
              </a:ext>
            </a:extLst>
          </p:cNvPr>
          <p:cNvSpPr>
            <a:spLocks noGrp="1"/>
          </p:cNvSpPr>
          <p:nvPr>
            <p:ph type="sldNum" sz="quarter" idx="13"/>
          </p:nvPr>
        </p:nvSpPr>
        <p:spPr/>
        <p:txBody>
          <a:bodyPr/>
          <a:lstStyle/>
          <a:p>
            <a:fld id="{B7CF8A19-3A9E-4ABC-B336-2FDDE321C72D}" type="slidenum">
              <a:rPr lang="en-US" smtClean="0"/>
              <a:pPr/>
              <a:t>8</a:t>
            </a:fld>
            <a:endParaRPr lang="en-US"/>
          </a:p>
        </p:txBody>
      </p:sp>
      <p:pic>
        <p:nvPicPr>
          <p:cNvPr id="18434" name="Picture 2" descr="The basic hierarchy of a network shows security zones and access rules.">
            <a:extLst>
              <a:ext uri="{FF2B5EF4-FFF2-40B4-BE49-F238E27FC236}">
                <a16:creationId xmlns:a16="http://schemas.microsoft.com/office/drawing/2014/main" id="{7203436D-3CB6-3DC9-2DAA-91E8443E3768}"/>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534256" y="1022935"/>
            <a:ext cx="4585576" cy="349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507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2F71-70E6-36C3-F2DC-1A9E2CD5C944}"/>
              </a:ext>
            </a:extLst>
          </p:cNvPr>
          <p:cNvSpPr>
            <a:spLocks noGrp="1"/>
          </p:cNvSpPr>
          <p:nvPr>
            <p:ph type="title"/>
          </p:nvPr>
        </p:nvSpPr>
        <p:spPr/>
        <p:txBody>
          <a:bodyPr/>
          <a:lstStyle/>
          <a:p>
            <a:r>
              <a:rPr lang="en-US" noProof="0" dirty="0"/>
              <a:t>Attack Surface</a:t>
            </a:r>
          </a:p>
        </p:txBody>
      </p:sp>
      <p:sp>
        <p:nvSpPr>
          <p:cNvPr id="3" name="Content Placeholder 2">
            <a:extLst>
              <a:ext uri="{FF2B5EF4-FFF2-40B4-BE49-F238E27FC236}">
                <a16:creationId xmlns:a16="http://schemas.microsoft.com/office/drawing/2014/main" id="{BE6E8A5C-E6B5-FBC0-1CC8-3884196468CC}"/>
              </a:ext>
            </a:extLst>
          </p:cNvPr>
          <p:cNvSpPr>
            <a:spLocks noGrp="1"/>
          </p:cNvSpPr>
          <p:nvPr>
            <p:ph idx="1"/>
          </p:nvPr>
        </p:nvSpPr>
        <p:spPr/>
        <p:txBody>
          <a:bodyPr>
            <a:normAutofit fontScale="85000" lnSpcReduction="10000"/>
          </a:bodyPr>
          <a:lstStyle/>
          <a:p>
            <a:r>
              <a:rPr lang="en-US" noProof="0" dirty="0"/>
              <a:t>Points at which threat actor can gain access</a:t>
            </a:r>
          </a:p>
          <a:p>
            <a:pPr lvl="1"/>
            <a:r>
              <a:rPr lang="en-US" noProof="0" dirty="0"/>
              <a:t>Layer 1/2 versus layer 3 versus layer 4/7</a:t>
            </a:r>
          </a:p>
          <a:p>
            <a:r>
              <a:rPr lang="en-US" noProof="0" dirty="0"/>
              <a:t>Defense in depth and layered security controls</a:t>
            </a:r>
          </a:p>
          <a:p>
            <a:r>
              <a:rPr lang="en-US" noProof="0" dirty="0"/>
              <a:t>What problems arise from weaknesses in the network design/architecture?</a:t>
            </a:r>
          </a:p>
          <a:p>
            <a:pPr lvl="1"/>
            <a:r>
              <a:rPr lang="en-US" noProof="0" dirty="0"/>
              <a:t>Single points of failure </a:t>
            </a:r>
          </a:p>
          <a:p>
            <a:pPr lvl="1"/>
            <a:r>
              <a:rPr lang="en-US" noProof="0" dirty="0"/>
              <a:t>Complex dependencies </a:t>
            </a:r>
          </a:p>
          <a:p>
            <a:pPr lvl="1"/>
            <a:r>
              <a:rPr lang="en-US" noProof="0" dirty="0"/>
              <a:t>Availability over confidentiality and integrity </a:t>
            </a:r>
          </a:p>
          <a:p>
            <a:pPr lvl="1"/>
            <a:r>
              <a:rPr lang="en-US" noProof="0" dirty="0"/>
              <a:t>Lack of documentation and change control </a:t>
            </a:r>
          </a:p>
          <a:p>
            <a:pPr lvl="1"/>
            <a:r>
              <a:rPr lang="en-US" noProof="0" dirty="0"/>
              <a:t>Overdependence on perimeter security </a:t>
            </a:r>
          </a:p>
          <a:p>
            <a:endParaRPr lang="en-US" noProof="0" dirty="0"/>
          </a:p>
        </p:txBody>
      </p:sp>
      <p:sp>
        <p:nvSpPr>
          <p:cNvPr id="4" name="Slide Number Placeholder 3">
            <a:extLst>
              <a:ext uri="{FF2B5EF4-FFF2-40B4-BE49-F238E27FC236}">
                <a16:creationId xmlns:a16="http://schemas.microsoft.com/office/drawing/2014/main" id="{606421A8-3719-6215-0D9D-082024BE65AE}"/>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781024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3A427-361B-33C1-579E-2BBA9F8E3694}"/>
              </a:ext>
            </a:extLst>
          </p:cNvPr>
          <p:cNvSpPr>
            <a:spLocks noGrp="1"/>
          </p:cNvSpPr>
          <p:nvPr>
            <p:ph type="title"/>
          </p:nvPr>
        </p:nvSpPr>
        <p:spPr/>
        <p:txBody>
          <a:bodyPr/>
          <a:lstStyle/>
          <a:p>
            <a:r>
              <a:rPr lang="en-US" noProof="0" dirty="0"/>
              <a:t>Port Security</a:t>
            </a:r>
          </a:p>
        </p:txBody>
      </p:sp>
      <p:sp>
        <p:nvSpPr>
          <p:cNvPr id="5" name="Content Placeholder 4">
            <a:extLst>
              <a:ext uri="{FF2B5EF4-FFF2-40B4-BE49-F238E27FC236}">
                <a16:creationId xmlns:a16="http://schemas.microsoft.com/office/drawing/2014/main" id="{AF293915-621B-93EA-6309-C0F30D8C0954}"/>
              </a:ext>
            </a:extLst>
          </p:cNvPr>
          <p:cNvSpPr>
            <a:spLocks noGrp="1"/>
          </p:cNvSpPr>
          <p:nvPr>
            <p:ph idx="12"/>
          </p:nvPr>
        </p:nvSpPr>
        <p:spPr/>
        <p:txBody>
          <a:bodyPr>
            <a:normAutofit fontScale="62500" lnSpcReduction="20000"/>
          </a:bodyPr>
          <a:lstStyle/>
          <a:p>
            <a:r>
              <a:rPr lang="en-US" noProof="0" dirty="0"/>
              <a:t>Physical port security and administratively disabled ports</a:t>
            </a:r>
          </a:p>
          <a:p>
            <a:r>
              <a:rPr lang="en-US" noProof="0" dirty="0"/>
              <a:t>MAC filtering and limiting</a:t>
            </a:r>
          </a:p>
          <a:p>
            <a:r>
              <a:rPr lang="en-US" noProof="0" dirty="0"/>
              <a:t>802.1X, EAP, and RADIUS</a:t>
            </a:r>
          </a:p>
          <a:p>
            <a:pPr lvl="1"/>
            <a:r>
              <a:rPr lang="en-US" noProof="0" dirty="0"/>
              <a:t>Supplicant (user’s computer)</a:t>
            </a:r>
          </a:p>
          <a:p>
            <a:pPr lvl="1"/>
            <a:r>
              <a:rPr lang="en-US" dirty="0"/>
              <a:t>A</a:t>
            </a:r>
            <a:r>
              <a:rPr lang="en-US" noProof="0" dirty="0" err="1"/>
              <a:t>uthenticator</a:t>
            </a:r>
            <a:r>
              <a:rPr lang="en-US" noProof="0" dirty="0"/>
              <a:t>/RADIUS client (switch)</a:t>
            </a:r>
          </a:p>
          <a:p>
            <a:pPr lvl="1"/>
            <a:r>
              <a:rPr lang="en-US" noProof="0" dirty="0"/>
              <a:t>Authentication/RADIUS server</a:t>
            </a:r>
          </a:p>
          <a:p>
            <a:pPr lvl="1"/>
            <a:r>
              <a:rPr lang="en-US" noProof="0" dirty="0"/>
              <a:t>IEEE 802.1X allows switches to implement EAP over LAN (EAPoL)</a:t>
            </a:r>
          </a:p>
          <a:p>
            <a:pPr lvl="1"/>
            <a:r>
              <a:rPr lang="en-US" noProof="0" dirty="0"/>
              <a:t>Extensible Authentication Protocol (EAP) provides framework for authentication methods/factors</a:t>
            </a:r>
          </a:p>
          <a:p>
            <a:pPr lvl="1"/>
            <a:r>
              <a:rPr lang="en-US" noProof="0" dirty="0"/>
              <a:t>Remote Authentication Dial-in User Service (RADIUS) allows use of a directory of user accounts and credentials</a:t>
            </a:r>
            <a:endParaRPr lang="en-US" dirty="0"/>
          </a:p>
        </p:txBody>
      </p:sp>
      <p:sp>
        <p:nvSpPr>
          <p:cNvPr id="4" name="Slide Number Placeholder 3">
            <a:extLst>
              <a:ext uri="{FF2B5EF4-FFF2-40B4-BE49-F238E27FC236}">
                <a16:creationId xmlns:a16="http://schemas.microsoft.com/office/drawing/2014/main" id="{0D9A8879-4BAC-2D00-1873-D684C0ED5CDC}"/>
              </a:ext>
            </a:extLst>
          </p:cNvPr>
          <p:cNvSpPr>
            <a:spLocks noGrp="1"/>
          </p:cNvSpPr>
          <p:nvPr>
            <p:ph type="sldNum" sz="quarter" idx="13"/>
          </p:nvPr>
        </p:nvSpPr>
        <p:spPr/>
        <p:txBody>
          <a:bodyPr/>
          <a:lstStyle/>
          <a:p>
            <a:fld id="{B7CF8A19-3A9E-4ABC-B336-2FDDE321C72D}" type="slidenum">
              <a:rPr lang="en-US" smtClean="0"/>
              <a:pPr/>
              <a:t>10</a:t>
            </a:fld>
            <a:endParaRPr lang="en-US"/>
          </a:p>
        </p:txBody>
      </p:sp>
      <p:pic>
        <p:nvPicPr>
          <p:cNvPr id="19458" name="Picture 2" descr="Eight steps for port based network access control.">
            <a:extLst>
              <a:ext uri="{FF2B5EF4-FFF2-40B4-BE49-F238E27FC236}">
                <a16:creationId xmlns:a16="http://schemas.microsoft.com/office/drawing/2014/main" id="{2A7699C5-6AD4-6131-8603-BBE6A3DB759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4383" y="745807"/>
            <a:ext cx="4257848" cy="4047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135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38BA-1A58-5C92-89C3-44D4B76A0AFE}"/>
              </a:ext>
            </a:extLst>
          </p:cNvPr>
          <p:cNvSpPr>
            <a:spLocks noGrp="1"/>
          </p:cNvSpPr>
          <p:nvPr>
            <p:ph type="title"/>
          </p:nvPr>
        </p:nvSpPr>
        <p:spPr/>
        <p:txBody>
          <a:bodyPr/>
          <a:lstStyle/>
          <a:p>
            <a:r>
              <a:rPr lang="en-US" noProof="0" dirty="0"/>
              <a:t>Physical Isolation</a:t>
            </a:r>
          </a:p>
        </p:txBody>
      </p:sp>
      <p:sp>
        <p:nvSpPr>
          <p:cNvPr id="3" name="Content Placeholder 2">
            <a:extLst>
              <a:ext uri="{FF2B5EF4-FFF2-40B4-BE49-F238E27FC236}">
                <a16:creationId xmlns:a16="http://schemas.microsoft.com/office/drawing/2014/main" id="{5991D1BD-6946-5DC5-96F5-69089183333F}"/>
              </a:ext>
            </a:extLst>
          </p:cNvPr>
          <p:cNvSpPr>
            <a:spLocks noGrp="1"/>
          </p:cNvSpPr>
          <p:nvPr>
            <p:ph idx="1"/>
          </p:nvPr>
        </p:nvSpPr>
        <p:spPr/>
        <p:txBody>
          <a:bodyPr/>
          <a:lstStyle/>
          <a:p>
            <a:r>
              <a:rPr lang="en-US" noProof="0" dirty="0"/>
              <a:t>Single host or group of hosts not connected to any other network</a:t>
            </a:r>
          </a:p>
          <a:p>
            <a:pPr lvl="1"/>
            <a:r>
              <a:rPr lang="en-US" noProof="0" dirty="0"/>
              <a:t>Air gapped</a:t>
            </a:r>
          </a:p>
          <a:p>
            <a:r>
              <a:rPr lang="en-US" noProof="0" dirty="0"/>
              <a:t>Difficult to manage</a:t>
            </a:r>
          </a:p>
          <a:p>
            <a:pPr lvl="1"/>
            <a:r>
              <a:rPr lang="en-US" noProof="0" dirty="0"/>
              <a:t>Updates via media devices</a:t>
            </a:r>
          </a:p>
        </p:txBody>
      </p:sp>
      <p:sp>
        <p:nvSpPr>
          <p:cNvPr id="4" name="Slide Number Placeholder 3">
            <a:extLst>
              <a:ext uri="{FF2B5EF4-FFF2-40B4-BE49-F238E27FC236}">
                <a16:creationId xmlns:a16="http://schemas.microsoft.com/office/drawing/2014/main" id="{90F4485E-B943-2A79-1E77-67633F445498}"/>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2233051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693C-9F82-94A1-0E7E-A60D2F97A9D3}"/>
              </a:ext>
            </a:extLst>
          </p:cNvPr>
          <p:cNvSpPr>
            <a:spLocks noGrp="1"/>
          </p:cNvSpPr>
          <p:nvPr>
            <p:ph type="title"/>
          </p:nvPr>
        </p:nvSpPr>
        <p:spPr/>
        <p:txBody>
          <a:bodyPr/>
          <a:lstStyle/>
          <a:p>
            <a:r>
              <a:rPr lang="en-US" noProof="0" dirty="0"/>
              <a:t>Architecture Considerations (1)</a:t>
            </a:r>
          </a:p>
        </p:txBody>
      </p:sp>
      <p:sp>
        <p:nvSpPr>
          <p:cNvPr id="3" name="Content Placeholder 2">
            <a:extLst>
              <a:ext uri="{FF2B5EF4-FFF2-40B4-BE49-F238E27FC236}">
                <a16:creationId xmlns:a16="http://schemas.microsoft.com/office/drawing/2014/main" id="{DD4AB702-50E1-3AC0-AE10-70D7B78A5DF8}"/>
              </a:ext>
            </a:extLst>
          </p:cNvPr>
          <p:cNvSpPr>
            <a:spLocks noGrp="1"/>
          </p:cNvSpPr>
          <p:nvPr>
            <p:ph idx="1"/>
          </p:nvPr>
        </p:nvSpPr>
        <p:spPr/>
        <p:txBody>
          <a:bodyPr/>
          <a:lstStyle/>
          <a:p>
            <a:r>
              <a:rPr lang="en-US" noProof="0" dirty="0"/>
              <a:t>Cost</a:t>
            </a:r>
          </a:p>
          <a:p>
            <a:pPr lvl="1"/>
            <a:r>
              <a:rPr lang="en-US" noProof="0" dirty="0"/>
              <a:t>Upfront capital cost and loss of value through depreciation</a:t>
            </a:r>
          </a:p>
          <a:p>
            <a:pPr lvl="1"/>
            <a:r>
              <a:rPr lang="en-US" noProof="0" dirty="0"/>
              <a:t>Ongoing maintenance and support</a:t>
            </a:r>
          </a:p>
          <a:p>
            <a:r>
              <a:rPr lang="en-US" noProof="0" dirty="0"/>
              <a:t>Compute and responsiveness</a:t>
            </a:r>
          </a:p>
          <a:p>
            <a:pPr lvl="1"/>
            <a:r>
              <a:rPr lang="en-US" noProof="0" dirty="0"/>
              <a:t>Reduce workload processing time</a:t>
            </a:r>
          </a:p>
          <a:p>
            <a:r>
              <a:rPr lang="en-US" noProof="0" dirty="0"/>
              <a:t>Scalability and ease of deployment</a:t>
            </a:r>
          </a:p>
          <a:p>
            <a:pPr lvl="1"/>
            <a:r>
              <a:rPr lang="en-US" noProof="0" dirty="0"/>
              <a:t>Minimize costs associated with increasing (or decreasing) workloads</a:t>
            </a:r>
          </a:p>
        </p:txBody>
      </p:sp>
      <p:sp>
        <p:nvSpPr>
          <p:cNvPr id="4" name="Slide Number Placeholder 3">
            <a:extLst>
              <a:ext uri="{FF2B5EF4-FFF2-40B4-BE49-F238E27FC236}">
                <a16:creationId xmlns:a16="http://schemas.microsoft.com/office/drawing/2014/main" id="{086349C3-DA62-B7FC-2890-6EB46B93A5E1}"/>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1342897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693C-9F82-94A1-0E7E-A60D2F97A9D3}"/>
              </a:ext>
            </a:extLst>
          </p:cNvPr>
          <p:cNvSpPr>
            <a:spLocks noGrp="1"/>
          </p:cNvSpPr>
          <p:nvPr>
            <p:ph type="title"/>
          </p:nvPr>
        </p:nvSpPr>
        <p:spPr/>
        <p:txBody>
          <a:bodyPr/>
          <a:lstStyle/>
          <a:p>
            <a:r>
              <a:rPr lang="en-US" noProof="0" dirty="0"/>
              <a:t>Architecture Considerations (2)</a:t>
            </a:r>
          </a:p>
        </p:txBody>
      </p:sp>
      <p:sp>
        <p:nvSpPr>
          <p:cNvPr id="3" name="Content Placeholder 2">
            <a:extLst>
              <a:ext uri="{FF2B5EF4-FFF2-40B4-BE49-F238E27FC236}">
                <a16:creationId xmlns:a16="http://schemas.microsoft.com/office/drawing/2014/main" id="{DD4AB702-50E1-3AC0-AE10-70D7B78A5DF8}"/>
              </a:ext>
            </a:extLst>
          </p:cNvPr>
          <p:cNvSpPr>
            <a:spLocks noGrp="1"/>
          </p:cNvSpPr>
          <p:nvPr>
            <p:ph idx="1"/>
          </p:nvPr>
        </p:nvSpPr>
        <p:spPr/>
        <p:txBody>
          <a:bodyPr>
            <a:normAutofit fontScale="62500" lnSpcReduction="20000"/>
          </a:bodyPr>
          <a:lstStyle/>
          <a:p>
            <a:r>
              <a:rPr lang="en-US" noProof="0" dirty="0"/>
              <a:t>Availability</a:t>
            </a:r>
          </a:p>
          <a:p>
            <a:pPr lvl="1"/>
            <a:r>
              <a:rPr lang="en-US" noProof="0" dirty="0"/>
              <a:t>Minimize downtime</a:t>
            </a:r>
          </a:p>
          <a:p>
            <a:r>
              <a:rPr lang="en-US" noProof="0" dirty="0"/>
              <a:t>Resilience and ease of recovery</a:t>
            </a:r>
          </a:p>
          <a:p>
            <a:pPr lvl="1"/>
            <a:r>
              <a:rPr lang="en-US" noProof="0" dirty="0"/>
              <a:t>Reduce time taken to recover from failures</a:t>
            </a:r>
          </a:p>
          <a:p>
            <a:r>
              <a:rPr lang="en-US" noProof="0" dirty="0"/>
              <a:t>Power</a:t>
            </a:r>
          </a:p>
          <a:p>
            <a:pPr lvl="1"/>
            <a:r>
              <a:rPr lang="en-US" noProof="0" dirty="0"/>
              <a:t>Costs of high compute resources and reliability of infrastructure</a:t>
            </a:r>
          </a:p>
          <a:p>
            <a:r>
              <a:rPr lang="en-US" noProof="0" dirty="0"/>
              <a:t>Patch availability</a:t>
            </a:r>
          </a:p>
          <a:p>
            <a:pPr lvl="1"/>
            <a:r>
              <a:rPr lang="en-US" noProof="0" dirty="0"/>
              <a:t>Mitigate vulnerabilities</a:t>
            </a:r>
          </a:p>
          <a:p>
            <a:pPr lvl="1"/>
            <a:r>
              <a:rPr lang="en-US" noProof="0" dirty="0"/>
              <a:t>Inability patch due to third-party management or lack of vendor support</a:t>
            </a:r>
          </a:p>
          <a:p>
            <a:r>
              <a:rPr lang="en-US" noProof="0" dirty="0"/>
              <a:t>Risk transference</a:t>
            </a:r>
          </a:p>
          <a:p>
            <a:pPr lvl="1"/>
            <a:r>
              <a:rPr lang="en-US" noProof="0" dirty="0"/>
              <a:t>Contracting infrastructure to third-parties</a:t>
            </a:r>
          </a:p>
        </p:txBody>
      </p:sp>
      <p:sp>
        <p:nvSpPr>
          <p:cNvPr id="4" name="Slide Number Placeholder 3">
            <a:extLst>
              <a:ext uri="{FF2B5EF4-FFF2-40B4-BE49-F238E27FC236}">
                <a16:creationId xmlns:a16="http://schemas.microsoft.com/office/drawing/2014/main" id="{086349C3-DA62-B7FC-2890-6EB46B93A5E1}"/>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580490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C7D36A-8F96-8FBC-5013-26BFEA15055C}"/>
              </a:ext>
            </a:extLst>
          </p:cNvPr>
          <p:cNvSpPr>
            <a:spLocks noGrp="1"/>
          </p:cNvSpPr>
          <p:nvPr>
            <p:ph sz="quarter" idx="11"/>
          </p:nvPr>
        </p:nvSpPr>
        <p:spPr/>
        <p:txBody>
          <a:bodyPr>
            <a:normAutofit fontScale="70000" lnSpcReduction="20000"/>
          </a:bodyPr>
          <a:lstStyle/>
          <a:p>
            <a:r>
              <a:rPr lang="en-US" dirty="0"/>
              <a:t>Architecture and infrastructure concepts</a:t>
            </a:r>
          </a:p>
          <a:p>
            <a:pPr lvl="1"/>
            <a:r>
              <a:rPr lang="en-US" dirty="0"/>
              <a:t>Media, applications/services, data supporting workflows</a:t>
            </a:r>
          </a:p>
          <a:p>
            <a:r>
              <a:rPr lang="en-US" dirty="0"/>
              <a:t>Network infrastructure</a:t>
            </a:r>
          </a:p>
          <a:p>
            <a:pPr lvl="1"/>
            <a:r>
              <a:rPr lang="en-US" dirty="0"/>
              <a:t>OSI layer model</a:t>
            </a:r>
          </a:p>
          <a:p>
            <a:r>
              <a:rPr lang="en-US" dirty="0"/>
              <a:t>Switching and routing infrastructure considerations</a:t>
            </a:r>
          </a:p>
          <a:p>
            <a:r>
              <a:rPr lang="en-US" dirty="0"/>
              <a:t>Security zones and attack surface</a:t>
            </a:r>
          </a:p>
          <a:p>
            <a:r>
              <a:rPr lang="en-US" dirty="0"/>
              <a:t>Port security and physical isolation</a:t>
            </a:r>
          </a:p>
          <a:p>
            <a:pPr lvl="1"/>
            <a:r>
              <a:rPr lang="en-US" dirty="0"/>
              <a:t>MAC filtering, 802.1X/EAP/RADIUS</a:t>
            </a:r>
          </a:p>
          <a:p>
            <a:r>
              <a:rPr lang="en-US" dirty="0"/>
              <a:t>Architecture considerations</a:t>
            </a:r>
          </a:p>
          <a:p>
            <a:pPr lvl="1"/>
            <a:r>
              <a:rPr lang="en-US" dirty="0"/>
              <a:t>Cost, compute/responsiveness, scalability/ease of deployment, availability, resilience/ease of recovery, power, patch availability, risk transference</a:t>
            </a:r>
          </a:p>
        </p:txBody>
      </p:sp>
      <p:sp>
        <p:nvSpPr>
          <p:cNvPr id="3" name="Title 2">
            <a:extLst>
              <a:ext uri="{FF2B5EF4-FFF2-40B4-BE49-F238E27FC236}">
                <a16:creationId xmlns:a16="http://schemas.microsoft.com/office/drawing/2014/main" id="{156C9043-5EE5-8FF0-B375-41D46A9336E2}"/>
              </a:ext>
            </a:extLst>
          </p:cNvPr>
          <p:cNvSpPr>
            <a:spLocks noGrp="1"/>
          </p:cNvSpPr>
          <p:nvPr>
            <p:ph type="title"/>
          </p:nvPr>
        </p:nvSpPr>
        <p:spPr/>
        <p:txBody>
          <a:bodyPr/>
          <a:lstStyle/>
          <a:p>
            <a:r>
              <a:rPr lang="en-US" dirty="0"/>
              <a:t>Enterprise Network Architecture</a:t>
            </a:r>
          </a:p>
        </p:txBody>
      </p:sp>
      <p:sp>
        <p:nvSpPr>
          <p:cNvPr id="4" name="Slide Number Placeholder 3">
            <a:extLst>
              <a:ext uri="{FF2B5EF4-FFF2-40B4-BE49-F238E27FC236}">
                <a16:creationId xmlns:a16="http://schemas.microsoft.com/office/drawing/2014/main" id="{CD9B0788-C6C1-AF45-66A2-C304492BE436}"/>
              </a:ext>
            </a:extLst>
          </p:cNvPr>
          <p:cNvSpPr>
            <a:spLocks noGrp="1"/>
          </p:cNvSpPr>
          <p:nvPr>
            <p:ph type="sldNum" sz="quarter" idx="12"/>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338154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Network Security Appliances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5B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5</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724492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7BDCD-482D-C95F-A123-140DEAFEE50C}"/>
              </a:ext>
            </a:extLst>
          </p:cNvPr>
          <p:cNvSpPr>
            <a:spLocks noGrp="1"/>
          </p:cNvSpPr>
          <p:nvPr>
            <p:ph type="title"/>
          </p:nvPr>
        </p:nvSpPr>
        <p:spPr/>
        <p:txBody>
          <a:bodyPr/>
          <a:lstStyle/>
          <a:p>
            <a:r>
              <a:rPr lang="en-US" noProof="0" dirty="0"/>
              <a:t>Device Placement</a:t>
            </a:r>
          </a:p>
        </p:txBody>
      </p:sp>
      <p:sp>
        <p:nvSpPr>
          <p:cNvPr id="5" name="Content Placeholder 4">
            <a:extLst>
              <a:ext uri="{FF2B5EF4-FFF2-40B4-BE49-F238E27FC236}">
                <a16:creationId xmlns:a16="http://schemas.microsoft.com/office/drawing/2014/main" id="{A9AD1127-D868-49DB-A338-B0C609E1A2C5}"/>
              </a:ext>
            </a:extLst>
          </p:cNvPr>
          <p:cNvSpPr>
            <a:spLocks noGrp="1"/>
          </p:cNvSpPr>
          <p:nvPr>
            <p:ph idx="12"/>
          </p:nvPr>
        </p:nvSpPr>
        <p:spPr/>
        <p:txBody>
          <a:bodyPr/>
          <a:lstStyle/>
          <a:p>
            <a:r>
              <a:rPr lang="en-US" noProof="0" dirty="0"/>
              <a:t>Selection of effective controls</a:t>
            </a:r>
          </a:p>
          <a:p>
            <a:pPr lvl="1"/>
            <a:r>
              <a:rPr lang="en-US" noProof="0" dirty="0"/>
              <a:t>Enforce segmentation, apply access controls, monitor traffic</a:t>
            </a:r>
          </a:p>
          <a:p>
            <a:r>
              <a:rPr lang="en-US" noProof="0" dirty="0"/>
              <a:t>Defense in depth</a:t>
            </a:r>
          </a:p>
          <a:p>
            <a:pPr lvl="1"/>
            <a:r>
              <a:rPr lang="en-US" noProof="0" dirty="0"/>
              <a:t>Zone border (mostly preventive)</a:t>
            </a:r>
          </a:p>
          <a:p>
            <a:pPr lvl="1"/>
            <a:r>
              <a:rPr lang="en-US" noProof="0" dirty="0"/>
              <a:t>Within zone (mostly detective)</a:t>
            </a:r>
          </a:p>
          <a:p>
            <a:pPr lvl="1"/>
            <a:r>
              <a:rPr lang="en-US" noProof="0" dirty="0"/>
              <a:t>Endpoint controls (preventive, detective, and corrective)</a:t>
            </a:r>
          </a:p>
          <a:p>
            <a:pPr lvl="1"/>
            <a:endParaRPr lang="en-US" noProof="0" dirty="0"/>
          </a:p>
          <a:p>
            <a:endParaRPr lang="en-US" dirty="0"/>
          </a:p>
        </p:txBody>
      </p:sp>
      <p:sp>
        <p:nvSpPr>
          <p:cNvPr id="4" name="Slide Number Placeholder 3">
            <a:extLst>
              <a:ext uri="{FF2B5EF4-FFF2-40B4-BE49-F238E27FC236}">
                <a16:creationId xmlns:a16="http://schemas.microsoft.com/office/drawing/2014/main" id="{ADB67DA1-D090-5855-61D0-C045564D83DC}"/>
              </a:ext>
            </a:extLst>
          </p:cNvPr>
          <p:cNvSpPr>
            <a:spLocks noGrp="1"/>
          </p:cNvSpPr>
          <p:nvPr>
            <p:ph type="sldNum" sz="quarter" idx="13"/>
          </p:nvPr>
        </p:nvSpPr>
        <p:spPr/>
        <p:txBody>
          <a:bodyPr/>
          <a:lstStyle/>
          <a:p>
            <a:fld id="{B7CF8A19-3A9E-4ABC-B336-2FDDE321C72D}" type="slidenum">
              <a:rPr lang="en-US" smtClean="0"/>
              <a:pPr/>
              <a:t>16</a:t>
            </a:fld>
            <a:endParaRPr lang="en-US"/>
          </a:p>
        </p:txBody>
      </p:sp>
      <p:pic>
        <p:nvPicPr>
          <p:cNvPr id="20482" name="Picture 2" descr="The basic hierarchy of a network shows the placement security controls.">
            <a:extLst>
              <a:ext uri="{FF2B5EF4-FFF2-40B4-BE49-F238E27FC236}">
                <a16:creationId xmlns:a16="http://schemas.microsoft.com/office/drawing/2014/main" id="{9FC13AE7-4FB7-3D9E-2ECF-140EDE9A2EE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011" y="1303671"/>
            <a:ext cx="4594592" cy="2931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504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EB1B7-7FBF-A5B8-65CA-E0DE9D6C90F9}"/>
              </a:ext>
            </a:extLst>
          </p:cNvPr>
          <p:cNvSpPr>
            <a:spLocks noGrp="1"/>
          </p:cNvSpPr>
          <p:nvPr>
            <p:ph type="title"/>
          </p:nvPr>
        </p:nvSpPr>
        <p:spPr/>
        <p:txBody>
          <a:bodyPr/>
          <a:lstStyle/>
          <a:p>
            <a:r>
              <a:rPr lang="en-US" noProof="0" dirty="0"/>
              <a:t>Device Attributes</a:t>
            </a:r>
          </a:p>
        </p:txBody>
      </p:sp>
      <p:sp>
        <p:nvSpPr>
          <p:cNvPr id="6" name="Content Placeholder 5">
            <a:extLst>
              <a:ext uri="{FF2B5EF4-FFF2-40B4-BE49-F238E27FC236}">
                <a16:creationId xmlns:a16="http://schemas.microsoft.com/office/drawing/2014/main" id="{B6E5938D-7A6F-4312-F19A-09C9F852D71C}"/>
              </a:ext>
            </a:extLst>
          </p:cNvPr>
          <p:cNvSpPr>
            <a:spLocks noGrp="1"/>
          </p:cNvSpPr>
          <p:nvPr>
            <p:ph idx="1"/>
          </p:nvPr>
        </p:nvSpPr>
        <p:spPr>
          <a:xfrm>
            <a:off x="146049" y="746759"/>
            <a:ext cx="4425951" cy="4337605"/>
          </a:xfrm>
        </p:spPr>
        <p:txBody>
          <a:bodyPr>
            <a:normAutofit fontScale="55000" lnSpcReduction="20000"/>
          </a:bodyPr>
          <a:lstStyle/>
          <a:p>
            <a:r>
              <a:rPr lang="en-US" noProof="0" dirty="0"/>
              <a:t>Active versus passive</a:t>
            </a:r>
          </a:p>
          <a:p>
            <a:pPr lvl="1"/>
            <a:r>
              <a:rPr lang="en-US" noProof="0" dirty="0"/>
              <a:t>Passive controls don’t require hosts to be configured to use them (and might not be detectable by hosts)</a:t>
            </a:r>
          </a:p>
          <a:p>
            <a:pPr lvl="1"/>
            <a:r>
              <a:rPr lang="en-US" noProof="0" dirty="0"/>
              <a:t>Active controls require host configuration or software agents</a:t>
            </a:r>
          </a:p>
          <a:p>
            <a:r>
              <a:rPr lang="en-US" noProof="0" dirty="0"/>
              <a:t>Inline versus tap/monitor</a:t>
            </a:r>
          </a:p>
          <a:p>
            <a:pPr lvl="1"/>
            <a:r>
              <a:rPr lang="en-US" noProof="0" dirty="0"/>
              <a:t>Inline is installed as part of cable path (“bump-in-the-wire”)</a:t>
            </a:r>
          </a:p>
          <a:p>
            <a:pPr lvl="1"/>
            <a:r>
              <a:rPr lang="en-US" noProof="0" dirty="0"/>
              <a:t>Switched port analyzer (SPAN) or mirror port</a:t>
            </a:r>
          </a:p>
          <a:p>
            <a:pPr lvl="1"/>
            <a:r>
              <a:rPr lang="en-US" noProof="0" dirty="0"/>
              <a:t>Test access point (TAP)</a:t>
            </a:r>
          </a:p>
          <a:p>
            <a:r>
              <a:rPr lang="en-US" noProof="0" dirty="0"/>
              <a:t>Fail-open</a:t>
            </a:r>
          </a:p>
          <a:p>
            <a:pPr lvl="1"/>
            <a:r>
              <a:rPr lang="en-US" noProof="0" dirty="0"/>
              <a:t>Preserves access on fail to prioritize availability</a:t>
            </a:r>
          </a:p>
          <a:p>
            <a:r>
              <a:rPr lang="en-US" noProof="0" dirty="0"/>
              <a:t>Fail-close</a:t>
            </a:r>
          </a:p>
          <a:p>
            <a:pPr lvl="1"/>
            <a:r>
              <a:rPr lang="en-US" noProof="0" dirty="0"/>
              <a:t>Prevents access on fail to priorities confidentiality/integrity</a:t>
            </a:r>
          </a:p>
        </p:txBody>
      </p:sp>
      <p:sp>
        <p:nvSpPr>
          <p:cNvPr id="5" name="Slide Number Placeholder 4">
            <a:extLst>
              <a:ext uri="{FF2B5EF4-FFF2-40B4-BE49-F238E27FC236}">
                <a16:creationId xmlns:a16="http://schemas.microsoft.com/office/drawing/2014/main" id="{DA674B53-08E2-8179-26EC-8F30A15571C2}"/>
              </a:ext>
            </a:extLst>
          </p:cNvPr>
          <p:cNvSpPr>
            <a:spLocks noGrp="1"/>
          </p:cNvSpPr>
          <p:nvPr>
            <p:ph type="sldNum" sz="quarter" idx="13"/>
          </p:nvPr>
        </p:nvSpPr>
        <p:spPr/>
        <p:txBody>
          <a:bodyPr/>
          <a:lstStyle/>
          <a:p>
            <a:fld id="{B7CF8A19-3A9E-4ABC-B336-2FDDE321C72D}" type="slidenum">
              <a:rPr lang="en-US" smtClean="0"/>
              <a:pPr/>
              <a:t>17</a:t>
            </a:fld>
            <a:endParaRPr lang="en-US"/>
          </a:p>
        </p:txBody>
      </p:sp>
      <p:pic>
        <p:nvPicPr>
          <p:cNvPr id="21506" name="Picture 2">
            <a:extLst>
              <a:ext uri="{FF2B5EF4-FFF2-40B4-BE49-F238E27FC236}">
                <a16:creationId xmlns:a16="http://schemas.microsoft.com/office/drawing/2014/main" id="{E3557F1E-0ED2-43C4-1A36-8521CE9402DD}"/>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548038" y="1656599"/>
            <a:ext cx="4558012" cy="2225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087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ACC08-ED32-E070-67C5-C4FD9ADE5D2D}"/>
              </a:ext>
            </a:extLst>
          </p:cNvPr>
          <p:cNvSpPr>
            <a:spLocks noGrp="1"/>
          </p:cNvSpPr>
          <p:nvPr>
            <p:ph type="title"/>
          </p:nvPr>
        </p:nvSpPr>
        <p:spPr/>
        <p:txBody>
          <a:bodyPr/>
          <a:lstStyle/>
          <a:p>
            <a:r>
              <a:rPr lang="en-US" noProof="0" dirty="0"/>
              <a:t>Firewalls</a:t>
            </a:r>
          </a:p>
        </p:txBody>
      </p:sp>
      <p:sp>
        <p:nvSpPr>
          <p:cNvPr id="3" name="Content Placeholder 2">
            <a:extLst>
              <a:ext uri="{FF2B5EF4-FFF2-40B4-BE49-F238E27FC236}">
                <a16:creationId xmlns:a16="http://schemas.microsoft.com/office/drawing/2014/main" id="{387A2718-50DC-C922-47E7-9444A5216A86}"/>
              </a:ext>
            </a:extLst>
          </p:cNvPr>
          <p:cNvSpPr>
            <a:spLocks noGrp="1"/>
          </p:cNvSpPr>
          <p:nvPr>
            <p:ph idx="1"/>
          </p:nvPr>
        </p:nvSpPr>
        <p:spPr>
          <a:xfrm>
            <a:off x="146049" y="746759"/>
            <a:ext cx="4353949" cy="4274419"/>
          </a:xfrm>
        </p:spPr>
        <p:txBody>
          <a:bodyPr>
            <a:normAutofit fontScale="70000" lnSpcReduction="20000"/>
          </a:bodyPr>
          <a:lstStyle/>
          <a:p>
            <a:r>
              <a:rPr lang="en-US" noProof="0" dirty="0"/>
              <a:t>Enforce a network access control list (ACL) </a:t>
            </a:r>
          </a:p>
          <a:p>
            <a:r>
              <a:rPr lang="en-US" noProof="0" dirty="0"/>
              <a:t>Packet filtering inspects headers only</a:t>
            </a:r>
          </a:p>
          <a:p>
            <a:pPr lvl="1"/>
            <a:r>
              <a:rPr lang="en-US" noProof="0" dirty="0"/>
              <a:t>Source and destination IP address</a:t>
            </a:r>
          </a:p>
          <a:p>
            <a:pPr lvl="1"/>
            <a:r>
              <a:rPr lang="en-US" noProof="0" dirty="0"/>
              <a:t>Protocol ID/type (TCP, UDP, ICMP, routing protocols, and so on)</a:t>
            </a:r>
          </a:p>
          <a:p>
            <a:pPr lvl="1"/>
            <a:r>
              <a:rPr lang="en-US" noProof="0" dirty="0"/>
              <a:t>Source and destination port numbers (TCP or UDP application type)</a:t>
            </a:r>
          </a:p>
          <a:p>
            <a:pPr lvl="1"/>
            <a:r>
              <a:rPr lang="en-US" noProof="0" dirty="0"/>
              <a:t>Drop/deny/reject or accept/permit a packet (and/or log)</a:t>
            </a:r>
          </a:p>
          <a:p>
            <a:pPr lvl="1"/>
            <a:r>
              <a:rPr lang="en-US" noProof="0" dirty="0"/>
              <a:t>Inbound, outbound, or both</a:t>
            </a:r>
          </a:p>
          <a:p>
            <a:r>
              <a:rPr lang="en-US" noProof="0" dirty="0"/>
              <a:t>Placement and attributes</a:t>
            </a:r>
          </a:p>
          <a:p>
            <a:pPr lvl="1"/>
            <a:r>
              <a:rPr lang="en-US" noProof="0" dirty="0"/>
              <a:t>Routed, bridged, or inline placement</a:t>
            </a:r>
          </a:p>
          <a:p>
            <a:pPr lvl="1"/>
            <a:r>
              <a:rPr lang="en-US" noProof="0" dirty="0"/>
              <a:t>Firewall appliance versus router firewall</a:t>
            </a:r>
          </a:p>
        </p:txBody>
      </p:sp>
      <p:sp>
        <p:nvSpPr>
          <p:cNvPr id="4" name="Slide Number Placeholder 3">
            <a:extLst>
              <a:ext uri="{FF2B5EF4-FFF2-40B4-BE49-F238E27FC236}">
                <a16:creationId xmlns:a16="http://schemas.microsoft.com/office/drawing/2014/main" id="{0C8BD80D-E892-E32C-5846-CE99B11B4091}"/>
              </a:ext>
            </a:extLst>
          </p:cNvPr>
          <p:cNvSpPr>
            <a:spLocks noGrp="1"/>
          </p:cNvSpPr>
          <p:nvPr>
            <p:ph type="sldNum" sz="quarter" idx="13"/>
          </p:nvPr>
        </p:nvSpPr>
        <p:spPr/>
        <p:txBody>
          <a:bodyPr/>
          <a:lstStyle/>
          <a:p>
            <a:fld id="{B7CF8A19-3A9E-4ABC-B336-2FDDE321C72D}" type="slidenum">
              <a:rPr lang="en-US" smtClean="0"/>
              <a:pPr/>
              <a:t>18</a:t>
            </a:fld>
            <a:endParaRPr lang="en-US"/>
          </a:p>
        </p:txBody>
      </p:sp>
      <p:pic>
        <p:nvPicPr>
          <p:cNvPr id="7170" name="Picture 2">
            <a:extLst>
              <a:ext uri="{FF2B5EF4-FFF2-40B4-BE49-F238E27FC236}">
                <a16:creationId xmlns:a16="http://schemas.microsoft.com/office/drawing/2014/main" id="{8979EA42-7A6F-CA41-5B19-470DAEE5E3D9}"/>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394871"/>
            <a:ext cx="4379912" cy="2749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499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4D6C-5AE1-237C-D5E4-D6C5470D8EA6}"/>
              </a:ext>
            </a:extLst>
          </p:cNvPr>
          <p:cNvSpPr>
            <a:spLocks noGrp="1"/>
          </p:cNvSpPr>
          <p:nvPr>
            <p:ph type="title"/>
          </p:nvPr>
        </p:nvSpPr>
        <p:spPr/>
        <p:txBody>
          <a:bodyPr/>
          <a:lstStyle/>
          <a:p>
            <a:r>
              <a:rPr lang="en-US" noProof="0" dirty="0"/>
              <a:t>Layer 4 and Layer 7 Firewalls</a:t>
            </a:r>
          </a:p>
        </p:txBody>
      </p:sp>
      <p:sp>
        <p:nvSpPr>
          <p:cNvPr id="3" name="Content Placeholder 2">
            <a:extLst>
              <a:ext uri="{FF2B5EF4-FFF2-40B4-BE49-F238E27FC236}">
                <a16:creationId xmlns:a16="http://schemas.microsoft.com/office/drawing/2014/main" id="{F24C8E07-5E2A-5260-7A82-D80C77570640}"/>
              </a:ext>
            </a:extLst>
          </p:cNvPr>
          <p:cNvSpPr>
            <a:spLocks noGrp="1"/>
          </p:cNvSpPr>
          <p:nvPr>
            <p:ph idx="1"/>
          </p:nvPr>
        </p:nvSpPr>
        <p:spPr/>
        <p:txBody>
          <a:bodyPr>
            <a:normAutofit fontScale="70000" lnSpcReduction="20000"/>
          </a:bodyPr>
          <a:lstStyle/>
          <a:p>
            <a:r>
              <a:rPr lang="en-US" noProof="0" dirty="0"/>
              <a:t>Stateful inspection validates connections</a:t>
            </a:r>
          </a:p>
          <a:p>
            <a:pPr lvl="1"/>
            <a:r>
              <a:rPr lang="en-US" noProof="0" dirty="0"/>
              <a:t>State table stores connection </a:t>
            </a:r>
            <a:br>
              <a:rPr lang="en-US" noProof="0" dirty="0"/>
            </a:br>
            <a:r>
              <a:rPr lang="en-US" noProof="0" dirty="0"/>
              <a:t>information</a:t>
            </a:r>
          </a:p>
          <a:p>
            <a:r>
              <a:rPr lang="en-US" noProof="0" dirty="0"/>
              <a:t>Transport layer (layer 4)</a:t>
            </a:r>
          </a:p>
          <a:p>
            <a:pPr lvl="1"/>
            <a:r>
              <a:rPr lang="en-US" noProof="0" dirty="0"/>
              <a:t>TCP handshake</a:t>
            </a:r>
          </a:p>
          <a:p>
            <a:pPr lvl="1"/>
            <a:r>
              <a:rPr lang="en-US" noProof="0" dirty="0"/>
              <a:t>New versus established and related connections</a:t>
            </a:r>
          </a:p>
          <a:p>
            <a:r>
              <a:rPr lang="en-US" noProof="0" dirty="0"/>
              <a:t>Application layer (layer 7)</a:t>
            </a:r>
          </a:p>
          <a:p>
            <a:pPr lvl="1"/>
            <a:r>
              <a:rPr lang="en-US" noProof="0" dirty="0"/>
              <a:t>Validate protocol and match threat signatures</a:t>
            </a:r>
          </a:p>
          <a:p>
            <a:pPr lvl="1"/>
            <a:r>
              <a:rPr lang="en-US" noProof="0" dirty="0"/>
              <a:t>Application layer gateway, stateful multilayer inspection, or deep packet inspection</a:t>
            </a:r>
          </a:p>
          <a:p>
            <a:pPr lvl="1"/>
            <a:r>
              <a:rPr lang="en-US" noProof="0" dirty="0"/>
              <a:t>Application-specific filtering</a:t>
            </a:r>
          </a:p>
          <a:p>
            <a:endParaRPr lang="en-US" noProof="0" dirty="0"/>
          </a:p>
          <a:p>
            <a:endParaRPr lang="en-US" noProof="0" dirty="0"/>
          </a:p>
        </p:txBody>
      </p:sp>
      <p:sp>
        <p:nvSpPr>
          <p:cNvPr id="5" name="Slide Number Placeholder 4">
            <a:extLst>
              <a:ext uri="{FF2B5EF4-FFF2-40B4-BE49-F238E27FC236}">
                <a16:creationId xmlns:a16="http://schemas.microsoft.com/office/drawing/2014/main" id="{AB35BF27-AFDD-6075-5D86-943089DC8FFF}"/>
              </a:ext>
            </a:extLst>
          </p:cNvPr>
          <p:cNvSpPr>
            <a:spLocks noGrp="1"/>
          </p:cNvSpPr>
          <p:nvPr>
            <p:ph type="sldNum" sz="quarter" idx="13"/>
          </p:nvPr>
        </p:nvSpPr>
        <p:spPr/>
        <p:txBody>
          <a:bodyPr/>
          <a:lstStyle/>
          <a:p>
            <a:fld id="{B7CF8A19-3A9E-4ABC-B336-2FDDE321C72D}" type="slidenum">
              <a:rPr lang="en-US" smtClean="0"/>
              <a:pPr/>
              <a:t>19</a:t>
            </a:fld>
            <a:endParaRPr lang="en-US"/>
          </a:p>
        </p:txBody>
      </p:sp>
      <p:sp>
        <p:nvSpPr>
          <p:cNvPr id="7" name="Rectangle 6">
            <a:extLst>
              <a:ext uri="{FF2B5EF4-FFF2-40B4-BE49-F238E27FC236}">
                <a16:creationId xmlns:a16="http://schemas.microsoft.com/office/drawing/2014/main" id="{70571683-6533-A9AD-639C-36B6CF57074F}"/>
              </a:ext>
            </a:extLst>
          </p:cNvPr>
          <p:cNvSpPr/>
          <p:nvPr/>
        </p:nvSpPr>
        <p:spPr>
          <a:xfrm>
            <a:off x="4571999" y="4320624"/>
            <a:ext cx="4572000" cy="230832"/>
          </a:xfrm>
          <a:prstGeom prst="rect">
            <a:avLst/>
          </a:prstGeom>
        </p:spPr>
        <p:txBody>
          <a:bodyPr>
            <a:spAutoFit/>
          </a:bodyPr>
          <a:lstStyle/>
          <a:p>
            <a:r>
              <a:rPr lang="en-US" sz="900" i="1" dirty="0">
                <a:solidFill>
                  <a:srgbClr val="45545F"/>
                </a:solidFill>
              </a:rPr>
              <a:t>Screenshot used with permission from Rubicon Communications, LLC</a:t>
            </a:r>
          </a:p>
        </p:txBody>
      </p:sp>
      <p:pic>
        <p:nvPicPr>
          <p:cNvPr id="8194" name="Picture 2">
            <a:extLst>
              <a:ext uri="{FF2B5EF4-FFF2-40B4-BE49-F238E27FC236}">
                <a16:creationId xmlns:a16="http://schemas.microsoft.com/office/drawing/2014/main" id="{0F62F239-4AF9-9844-4823-C1BC8C1DD1A9}"/>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499998" y="884407"/>
            <a:ext cx="4379912" cy="3374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2437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0B1B0-97EE-E6C5-E45A-71ECBE432D1E}"/>
              </a:ext>
            </a:extLst>
          </p:cNvPr>
          <p:cNvSpPr>
            <a:spLocks noGrp="1"/>
          </p:cNvSpPr>
          <p:nvPr>
            <p:ph type="title"/>
          </p:nvPr>
        </p:nvSpPr>
        <p:spPr/>
        <p:txBody>
          <a:bodyPr/>
          <a:lstStyle/>
          <a:p>
            <a:r>
              <a:rPr lang="en-US" noProof="0" dirty="0"/>
              <a:t>Proxy Servers</a:t>
            </a:r>
          </a:p>
        </p:txBody>
      </p:sp>
      <p:sp>
        <p:nvSpPr>
          <p:cNvPr id="4" name="Content Placeholder 3">
            <a:extLst>
              <a:ext uri="{FF2B5EF4-FFF2-40B4-BE49-F238E27FC236}">
                <a16:creationId xmlns:a16="http://schemas.microsoft.com/office/drawing/2014/main" id="{9DA8B935-DE37-FA0D-7D9E-A00A5B9C378F}"/>
              </a:ext>
            </a:extLst>
          </p:cNvPr>
          <p:cNvSpPr>
            <a:spLocks noGrp="1"/>
          </p:cNvSpPr>
          <p:nvPr>
            <p:ph idx="12"/>
          </p:nvPr>
        </p:nvSpPr>
        <p:spPr/>
        <p:txBody>
          <a:bodyPr>
            <a:normAutofit fontScale="85000" lnSpcReduction="10000"/>
          </a:bodyPr>
          <a:lstStyle/>
          <a:p>
            <a:r>
              <a:rPr lang="en-US" noProof="0" dirty="0"/>
              <a:t>Forward proxy server</a:t>
            </a:r>
          </a:p>
          <a:p>
            <a:pPr lvl="1"/>
            <a:r>
              <a:rPr lang="en-US" noProof="0" dirty="0"/>
              <a:t>Proxy opens connections with external servers on behalf of internal clients</a:t>
            </a:r>
          </a:p>
          <a:p>
            <a:pPr lvl="1"/>
            <a:r>
              <a:rPr lang="en-US" noProof="0" dirty="0"/>
              <a:t>Application-specific filters</a:t>
            </a:r>
          </a:p>
          <a:p>
            <a:pPr lvl="1"/>
            <a:r>
              <a:rPr lang="en-US" noProof="0" dirty="0"/>
              <a:t>Non-transparent and transparent proxies</a:t>
            </a:r>
          </a:p>
          <a:p>
            <a:pPr lvl="1"/>
            <a:r>
              <a:rPr lang="en-US" noProof="0" dirty="0"/>
              <a:t>User authentication</a:t>
            </a:r>
          </a:p>
          <a:p>
            <a:r>
              <a:rPr lang="en-US" noProof="0" dirty="0"/>
              <a:t>Reverse proxy server</a:t>
            </a:r>
          </a:p>
          <a:p>
            <a:pPr lvl="1"/>
            <a:r>
              <a:rPr lang="en-US" noProof="0" dirty="0"/>
              <a:t>Proxy opens connections with internal servers on behalf of external clients</a:t>
            </a:r>
          </a:p>
          <a:p>
            <a:endParaRPr lang="en-US" noProof="0" dirty="0"/>
          </a:p>
          <a:p>
            <a:endParaRPr lang="en-US" noProof="0" dirty="0"/>
          </a:p>
        </p:txBody>
      </p:sp>
      <p:sp>
        <p:nvSpPr>
          <p:cNvPr id="5" name="Slide Number Placeholder 4">
            <a:extLst>
              <a:ext uri="{FF2B5EF4-FFF2-40B4-BE49-F238E27FC236}">
                <a16:creationId xmlns:a16="http://schemas.microsoft.com/office/drawing/2014/main" id="{A5EE0EE1-C6F2-89CE-116D-B210A9718FEA}"/>
              </a:ext>
            </a:extLst>
          </p:cNvPr>
          <p:cNvSpPr>
            <a:spLocks noGrp="1"/>
          </p:cNvSpPr>
          <p:nvPr>
            <p:ph type="sldNum" sz="quarter" idx="13"/>
          </p:nvPr>
        </p:nvSpPr>
        <p:spPr/>
        <p:txBody>
          <a:bodyPr/>
          <a:lstStyle/>
          <a:p>
            <a:fld id="{B7CF8A19-3A9E-4ABC-B336-2FDDE321C72D}" type="slidenum">
              <a:rPr lang="en-US" smtClean="0"/>
              <a:pPr/>
              <a:t>20</a:t>
            </a:fld>
            <a:endParaRPr lang="en-US"/>
          </a:p>
        </p:txBody>
      </p:sp>
      <p:pic>
        <p:nvPicPr>
          <p:cNvPr id="9218" name="Picture 2">
            <a:extLst>
              <a:ext uri="{FF2B5EF4-FFF2-40B4-BE49-F238E27FC236}">
                <a16:creationId xmlns:a16="http://schemas.microsoft.com/office/drawing/2014/main" id="{0B65C338-ED11-BECD-E226-C6561DC25C9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401461"/>
            <a:ext cx="4354513" cy="2735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432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EC627-862E-0F90-FFE7-49F5CBE23F74}"/>
              </a:ext>
            </a:extLst>
          </p:cNvPr>
          <p:cNvSpPr>
            <a:spLocks noGrp="1"/>
          </p:cNvSpPr>
          <p:nvPr>
            <p:ph type="title"/>
          </p:nvPr>
        </p:nvSpPr>
        <p:spPr/>
        <p:txBody>
          <a:bodyPr/>
          <a:lstStyle/>
          <a:p>
            <a:r>
              <a:rPr lang="en-US" noProof="0" dirty="0"/>
              <a:t>Intrusion Detection Systems</a:t>
            </a:r>
          </a:p>
        </p:txBody>
      </p:sp>
      <p:sp>
        <p:nvSpPr>
          <p:cNvPr id="3" name="Content Placeholder 2">
            <a:extLst>
              <a:ext uri="{FF2B5EF4-FFF2-40B4-BE49-F238E27FC236}">
                <a16:creationId xmlns:a16="http://schemas.microsoft.com/office/drawing/2014/main" id="{1A7589D0-7EFA-FAE9-CCF0-3930FE625A19}"/>
              </a:ext>
            </a:extLst>
          </p:cNvPr>
          <p:cNvSpPr>
            <a:spLocks noGrp="1"/>
          </p:cNvSpPr>
          <p:nvPr>
            <p:ph idx="1"/>
          </p:nvPr>
        </p:nvSpPr>
        <p:spPr/>
        <p:txBody>
          <a:bodyPr>
            <a:normAutofit fontScale="77500" lnSpcReduction="20000"/>
          </a:bodyPr>
          <a:lstStyle/>
          <a:p>
            <a:r>
              <a:rPr lang="en-US" noProof="0" dirty="0"/>
              <a:t>Sensor captures traffic</a:t>
            </a:r>
          </a:p>
          <a:p>
            <a:pPr lvl="1"/>
            <a:r>
              <a:rPr lang="en-US" noProof="0" dirty="0"/>
              <a:t>Placement</a:t>
            </a:r>
          </a:p>
          <a:p>
            <a:pPr lvl="1"/>
            <a:r>
              <a:rPr lang="en-US" noProof="0" dirty="0"/>
              <a:t>Inline versus mirror/tap/monitor</a:t>
            </a:r>
          </a:p>
          <a:p>
            <a:r>
              <a:rPr lang="en-US" noProof="0" dirty="0"/>
              <a:t>Intrusion Detection System (IDS)</a:t>
            </a:r>
          </a:p>
          <a:p>
            <a:pPr lvl="1"/>
            <a:r>
              <a:rPr lang="en-US" noProof="0" dirty="0"/>
              <a:t>Detection engine performs real-time analysis of indicators</a:t>
            </a:r>
          </a:p>
          <a:p>
            <a:pPr lvl="1"/>
            <a:r>
              <a:rPr lang="en-US" noProof="0" dirty="0"/>
              <a:t>Passive logging/alerting</a:t>
            </a:r>
          </a:p>
          <a:p>
            <a:r>
              <a:rPr lang="en-US" noProof="0" dirty="0"/>
              <a:t>Intrusion Prevention System (IPS)</a:t>
            </a:r>
          </a:p>
          <a:p>
            <a:pPr lvl="1"/>
            <a:r>
              <a:rPr lang="en-US" noProof="0" dirty="0"/>
              <a:t>Active response (block, reset, redirect)</a:t>
            </a:r>
          </a:p>
          <a:p>
            <a:pPr lvl="1"/>
            <a:r>
              <a:rPr lang="en-US" noProof="0" dirty="0"/>
              <a:t>Inline response versus integration with other security tools</a:t>
            </a:r>
          </a:p>
        </p:txBody>
      </p:sp>
      <p:pic>
        <p:nvPicPr>
          <p:cNvPr id="6" name="Picture 2" descr="Kibana dashboard showing a single alert of type &quot;Possible Trojan Downloader&quot;">
            <a:extLst>
              <a:ext uri="{FF2B5EF4-FFF2-40B4-BE49-F238E27FC236}">
                <a16:creationId xmlns:a16="http://schemas.microsoft.com/office/drawing/2014/main" id="{B888D365-F0A0-ECA6-2FFD-D1A72793848A}"/>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1490827"/>
            <a:ext cx="4379912" cy="2557134"/>
          </a:xfrm>
        </p:spPr>
      </p:pic>
      <p:sp>
        <p:nvSpPr>
          <p:cNvPr id="5" name="Slide Number Placeholder 4">
            <a:extLst>
              <a:ext uri="{FF2B5EF4-FFF2-40B4-BE49-F238E27FC236}">
                <a16:creationId xmlns:a16="http://schemas.microsoft.com/office/drawing/2014/main" id="{2CC22B3B-9ED9-A470-D71B-FD5A5FDD671C}"/>
              </a:ext>
            </a:extLst>
          </p:cNvPr>
          <p:cNvSpPr>
            <a:spLocks noGrp="1"/>
          </p:cNvSpPr>
          <p:nvPr>
            <p:ph type="sldNum" sz="quarter" idx="13"/>
          </p:nvPr>
        </p:nvSpPr>
        <p:spPr/>
        <p:txBody>
          <a:bodyPr/>
          <a:lstStyle/>
          <a:p>
            <a:fld id="{B7CF8A19-3A9E-4ABC-B336-2FDDE321C72D}" type="slidenum">
              <a:rPr lang="en-US" smtClean="0"/>
              <a:pPr/>
              <a:t>21</a:t>
            </a:fld>
            <a:endParaRPr lang="en-US"/>
          </a:p>
        </p:txBody>
      </p:sp>
      <p:sp>
        <p:nvSpPr>
          <p:cNvPr id="7" name="TextBox 6">
            <a:extLst>
              <a:ext uri="{FF2B5EF4-FFF2-40B4-BE49-F238E27FC236}">
                <a16:creationId xmlns:a16="http://schemas.microsoft.com/office/drawing/2014/main" id="{BCDCB697-B7D8-ADAF-E56D-12DE8D119573}"/>
              </a:ext>
            </a:extLst>
          </p:cNvPr>
          <p:cNvSpPr txBox="1"/>
          <p:nvPr/>
        </p:nvSpPr>
        <p:spPr>
          <a:xfrm>
            <a:off x="6603023" y="4189569"/>
            <a:ext cx="2540978" cy="230832"/>
          </a:xfrm>
          <a:prstGeom prst="rect">
            <a:avLst/>
          </a:prstGeom>
          <a:noFill/>
        </p:spPr>
        <p:txBody>
          <a:bodyPr wrap="square" rtlCol="0">
            <a:spAutoFit/>
          </a:bodyPr>
          <a:lstStyle/>
          <a:p>
            <a:pPr algn="r"/>
            <a:r>
              <a:rPr lang="en-GB" sz="900" i="1" dirty="0">
                <a:solidFill>
                  <a:srgbClr val="45545F"/>
                </a:solidFill>
              </a:rPr>
              <a:t>Screenshot Security Onion securityonion.net</a:t>
            </a:r>
            <a:endParaRPr lang="en-US" sz="900" i="1" dirty="0">
              <a:solidFill>
                <a:srgbClr val="45545F"/>
              </a:solidFill>
            </a:endParaRPr>
          </a:p>
        </p:txBody>
      </p:sp>
    </p:spTree>
    <p:extLst>
      <p:ext uri="{BB962C8B-B14F-4D97-AF65-F5344CB8AC3E}">
        <p14:creationId xmlns:p14="http://schemas.microsoft.com/office/powerpoint/2010/main" val="263362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146C-49EE-9672-138F-4DFDD0E3D09E}"/>
              </a:ext>
            </a:extLst>
          </p:cNvPr>
          <p:cNvSpPr>
            <a:spLocks noGrp="1"/>
          </p:cNvSpPr>
          <p:nvPr>
            <p:ph type="title"/>
          </p:nvPr>
        </p:nvSpPr>
        <p:spPr/>
        <p:txBody>
          <a:bodyPr/>
          <a:lstStyle/>
          <a:p>
            <a:r>
              <a:rPr lang="en-US" noProof="0" dirty="0"/>
              <a:t>Next-generation Firewalls and Unified Threat Management</a:t>
            </a:r>
          </a:p>
        </p:txBody>
      </p:sp>
      <p:sp>
        <p:nvSpPr>
          <p:cNvPr id="3" name="Content Placeholder 2">
            <a:extLst>
              <a:ext uri="{FF2B5EF4-FFF2-40B4-BE49-F238E27FC236}">
                <a16:creationId xmlns:a16="http://schemas.microsoft.com/office/drawing/2014/main" id="{D2811524-C080-BC76-8D30-94253E6AD6F7}"/>
              </a:ext>
            </a:extLst>
          </p:cNvPr>
          <p:cNvSpPr>
            <a:spLocks noGrp="1"/>
          </p:cNvSpPr>
          <p:nvPr>
            <p:ph idx="1"/>
          </p:nvPr>
        </p:nvSpPr>
        <p:spPr/>
        <p:txBody>
          <a:bodyPr/>
          <a:lstStyle/>
          <a:p>
            <a:r>
              <a:rPr lang="en-US" noProof="0" dirty="0"/>
              <a:t>Next-generation firewall </a:t>
            </a:r>
          </a:p>
          <a:p>
            <a:pPr lvl="1"/>
            <a:r>
              <a:rPr lang="en-US" noProof="0" dirty="0"/>
              <a:t>Application-aware filtering, user account-based filtering, IPS, cloud inspection, …</a:t>
            </a:r>
          </a:p>
          <a:p>
            <a:r>
              <a:rPr lang="en-US" noProof="0" dirty="0"/>
              <a:t>Unified threat management (UTM)</a:t>
            </a:r>
          </a:p>
          <a:p>
            <a:pPr lvl="1"/>
            <a:r>
              <a:rPr lang="en-US" noProof="0" dirty="0"/>
              <a:t>Combining security controls into single agent and management platforms</a:t>
            </a:r>
          </a:p>
          <a:p>
            <a:pPr lvl="1"/>
            <a:r>
              <a:rPr lang="en-US" noProof="0" dirty="0"/>
              <a:t>Firewall, anti-malware, network intrusion prevention, spam filtering, content filtering, data loss prevention, VPN, cloud access gateway, …</a:t>
            </a:r>
          </a:p>
          <a:p>
            <a:endParaRPr lang="en-US" noProof="0" dirty="0"/>
          </a:p>
        </p:txBody>
      </p:sp>
      <p:sp>
        <p:nvSpPr>
          <p:cNvPr id="4" name="Slide Number Placeholder 3">
            <a:extLst>
              <a:ext uri="{FF2B5EF4-FFF2-40B4-BE49-F238E27FC236}">
                <a16:creationId xmlns:a16="http://schemas.microsoft.com/office/drawing/2014/main" id="{8F34ACF9-A352-B70F-AB5F-3D7CF0831971}"/>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519644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3280-2638-C52A-6D9B-E024A94314D1}"/>
              </a:ext>
            </a:extLst>
          </p:cNvPr>
          <p:cNvSpPr>
            <a:spLocks noGrp="1"/>
          </p:cNvSpPr>
          <p:nvPr>
            <p:ph type="title"/>
          </p:nvPr>
        </p:nvSpPr>
        <p:spPr/>
        <p:txBody>
          <a:bodyPr/>
          <a:lstStyle/>
          <a:p>
            <a:r>
              <a:rPr lang="en-US" noProof="0" dirty="0"/>
              <a:t>Load Balancers</a:t>
            </a:r>
          </a:p>
        </p:txBody>
      </p:sp>
      <p:sp>
        <p:nvSpPr>
          <p:cNvPr id="3" name="Content Placeholder 2">
            <a:extLst>
              <a:ext uri="{FF2B5EF4-FFF2-40B4-BE49-F238E27FC236}">
                <a16:creationId xmlns:a16="http://schemas.microsoft.com/office/drawing/2014/main" id="{0E4C63E9-098A-0C5D-BF2E-069FEAAE49CD}"/>
              </a:ext>
            </a:extLst>
          </p:cNvPr>
          <p:cNvSpPr>
            <a:spLocks noGrp="1"/>
          </p:cNvSpPr>
          <p:nvPr>
            <p:ph idx="1"/>
          </p:nvPr>
        </p:nvSpPr>
        <p:spPr/>
        <p:txBody>
          <a:bodyPr>
            <a:normAutofit fontScale="62500" lnSpcReduction="20000"/>
          </a:bodyPr>
          <a:lstStyle/>
          <a:p>
            <a:r>
              <a:rPr lang="en-US" noProof="0" dirty="0"/>
              <a:t>Distributes requests across farm or pool of servers (nodes)</a:t>
            </a:r>
          </a:p>
          <a:p>
            <a:pPr lvl="1"/>
            <a:r>
              <a:rPr lang="en-US" noProof="0" dirty="0"/>
              <a:t>Layer 4 load balancer </a:t>
            </a:r>
          </a:p>
          <a:p>
            <a:pPr lvl="1"/>
            <a:r>
              <a:rPr lang="en-US" noProof="0" dirty="0"/>
              <a:t>Layer 7 load balancer (content switch) </a:t>
            </a:r>
          </a:p>
          <a:p>
            <a:r>
              <a:rPr lang="en-US" noProof="0" dirty="0"/>
              <a:t>Scheduling</a:t>
            </a:r>
          </a:p>
          <a:p>
            <a:pPr lvl="1"/>
            <a:r>
              <a:rPr lang="en-US" noProof="0" dirty="0"/>
              <a:t>Round robin</a:t>
            </a:r>
          </a:p>
          <a:p>
            <a:pPr lvl="1"/>
            <a:r>
              <a:rPr lang="en-US" noProof="0" dirty="0"/>
              <a:t>Fewest existing connections / best response time</a:t>
            </a:r>
          </a:p>
          <a:p>
            <a:pPr lvl="1"/>
            <a:r>
              <a:rPr lang="en-US" noProof="0" dirty="0"/>
              <a:t>Weighting</a:t>
            </a:r>
          </a:p>
          <a:p>
            <a:pPr lvl="1"/>
            <a:r>
              <a:rPr lang="en-US" noProof="0" dirty="0"/>
              <a:t>Heartbeat and health checks</a:t>
            </a:r>
          </a:p>
          <a:p>
            <a:r>
              <a:rPr lang="en-US" noProof="0" dirty="0"/>
              <a:t>Source IP affinity</a:t>
            </a:r>
          </a:p>
          <a:p>
            <a:r>
              <a:rPr lang="en-US" noProof="0" dirty="0"/>
              <a:t>Session persistence</a:t>
            </a:r>
          </a:p>
          <a:p>
            <a:endParaRPr lang="en-US" noProof="0" dirty="0"/>
          </a:p>
          <a:p>
            <a:endParaRPr lang="en-US" noProof="0" dirty="0"/>
          </a:p>
          <a:p>
            <a:endParaRPr lang="en-US" noProof="0" dirty="0"/>
          </a:p>
        </p:txBody>
      </p:sp>
      <p:pic>
        <p:nvPicPr>
          <p:cNvPr id="6" name="Content Placeholder 6" descr="A screenshot of a cell phone&#10;&#10;Description automatically generated">
            <a:extLst>
              <a:ext uri="{FF2B5EF4-FFF2-40B4-BE49-F238E27FC236}">
                <a16:creationId xmlns:a16="http://schemas.microsoft.com/office/drawing/2014/main" id="{814199CF-C1E9-FF9A-D912-37BE5EFBCDD5}"/>
              </a:ext>
            </a:extLst>
          </p:cNvPr>
          <p:cNvPicPr>
            <a:picLocks noGrp="1" noChangeAspect="1"/>
          </p:cNvPicPr>
          <p:nvPr>
            <p:ph idx="12"/>
          </p:nvPr>
        </p:nvPicPr>
        <p:blipFill>
          <a:blip r:embed="rId2"/>
          <a:stretch>
            <a:fillRect/>
          </a:stretch>
        </p:blipFill>
        <p:spPr>
          <a:xfrm>
            <a:off x="4637088" y="1685366"/>
            <a:ext cx="4379912" cy="2168056"/>
          </a:xfrm>
        </p:spPr>
      </p:pic>
      <p:sp>
        <p:nvSpPr>
          <p:cNvPr id="5" name="Slide Number Placeholder 4">
            <a:extLst>
              <a:ext uri="{FF2B5EF4-FFF2-40B4-BE49-F238E27FC236}">
                <a16:creationId xmlns:a16="http://schemas.microsoft.com/office/drawing/2014/main" id="{262B6C30-54AA-5EA0-2A29-599DD5F8A539}"/>
              </a:ext>
            </a:extLst>
          </p:cNvPr>
          <p:cNvSpPr>
            <a:spLocks noGrp="1"/>
          </p:cNvSpPr>
          <p:nvPr>
            <p:ph type="sldNum" sz="quarter" idx="13"/>
          </p:nvPr>
        </p:nvSpPr>
        <p:spPr/>
        <p:txBody>
          <a:bodyPr/>
          <a:lstStyle/>
          <a:p>
            <a:fld id="{B7CF8A19-3A9E-4ABC-B336-2FDDE321C72D}" type="slidenum">
              <a:rPr lang="en-US" smtClean="0"/>
              <a:pPr/>
              <a:t>23</a:t>
            </a:fld>
            <a:endParaRPr lang="en-US"/>
          </a:p>
        </p:txBody>
      </p:sp>
      <p:sp>
        <p:nvSpPr>
          <p:cNvPr id="7" name="TextBox 6">
            <a:extLst>
              <a:ext uri="{FF2B5EF4-FFF2-40B4-BE49-F238E27FC236}">
                <a16:creationId xmlns:a16="http://schemas.microsoft.com/office/drawing/2014/main" id="{D10121B5-3E99-4348-FBBD-2972607EDBAD}"/>
              </a:ext>
            </a:extLst>
          </p:cNvPr>
          <p:cNvSpPr txBox="1"/>
          <p:nvPr/>
        </p:nvSpPr>
        <p:spPr>
          <a:xfrm>
            <a:off x="7712022" y="3978498"/>
            <a:ext cx="1285929" cy="230832"/>
          </a:xfrm>
          <a:prstGeom prst="rect">
            <a:avLst/>
          </a:prstGeom>
          <a:noFill/>
        </p:spPr>
        <p:txBody>
          <a:bodyPr wrap="none" rtlCol="0">
            <a:spAutoFit/>
          </a:bodyPr>
          <a:lstStyle/>
          <a:p>
            <a:pPr algn="just"/>
            <a:r>
              <a:rPr lang="en-US" sz="900" i="1" dirty="0">
                <a:solidFill>
                  <a:srgbClr val="45545F"/>
                </a:solidFill>
              </a:rPr>
              <a:t>Images © 123rf.com.</a:t>
            </a:r>
          </a:p>
        </p:txBody>
      </p:sp>
    </p:spTree>
    <p:extLst>
      <p:ext uri="{BB962C8B-B14F-4D97-AF65-F5344CB8AC3E}">
        <p14:creationId xmlns:p14="http://schemas.microsoft.com/office/powerpoint/2010/main" val="1848990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9C6FD-15AE-0568-A6B7-E47C5243DDB4}"/>
              </a:ext>
            </a:extLst>
          </p:cNvPr>
          <p:cNvSpPr>
            <a:spLocks noGrp="1"/>
          </p:cNvSpPr>
          <p:nvPr>
            <p:ph type="title"/>
          </p:nvPr>
        </p:nvSpPr>
        <p:spPr/>
        <p:txBody>
          <a:bodyPr/>
          <a:lstStyle/>
          <a:p>
            <a:r>
              <a:rPr lang="en-US" noProof="0" dirty="0"/>
              <a:t>Web Application Firewalls</a:t>
            </a:r>
          </a:p>
        </p:txBody>
      </p:sp>
      <p:sp>
        <p:nvSpPr>
          <p:cNvPr id="8" name="Content Placeholder 7">
            <a:extLst>
              <a:ext uri="{FF2B5EF4-FFF2-40B4-BE49-F238E27FC236}">
                <a16:creationId xmlns:a16="http://schemas.microsoft.com/office/drawing/2014/main" id="{26AE8AB0-2540-3F44-2566-265B4B535262}"/>
              </a:ext>
            </a:extLst>
          </p:cNvPr>
          <p:cNvSpPr>
            <a:spLocks noGrp="1"/>
          </p:cNvSpPr>
          <p:nvPr>
            <p:ph idx="12"/>
          </p:nvPr>
        </p:nvSpPr>
        <p:spPr/>
        <p:txBody>
          <a:bodyPr/>
          <a:lstStyle/>
          <a:p>
            <a:r>
              <a:rPr lang="en-US" noProof="0" dirty="0"/>
              <a:t>Able to inspect code in HTTP </a:t>
            </a:r>
            <a:br>
              <a:rPr lang="en-US" noProof="0" dirty="0"/>
            </a:br>
            <a:r>
              <a:rPr lang="en-US" noProof="0" dirty="0"/>
              <a:t>packets</a:t>
            </a:r>
          </a:p>
          <a:p>
            <a:r>
              <a:rPr lang="en-US" noProof="0" dirty="0"/>
              <a:t>Matches suspicious code to </a:t>
            </a:r>
            <a:br>
              <a:rPr lang="en-US" noProof="0" dirty="0"/>
            </a:br>
            <a:r>
              <a:rPr lang="en-US" noProof="0" dirty="0"/>
              <a:t>vulnerability database</a:t>
            </a:r>
          </a:p>
          <a:p>
            <a:r>
              <a:rPr lang="en-US" noProof="0" dirty="0"/>
              <a:t>Can be implemented as software </a:t>
            </a:r>
            <a:br>
              <a:rPr lang="en-US" noProof="0" dirty="0"/>
            </a:br>
            <a:r>
              <a:rPr lang="en-US" noProof="0" dirty="0"/>
              <a:t>on host or as appliance</a:t>
            </a:r>
          </a:p>
          <a:p>
            <a:endParaRPr lang="en-US" noProof="0" dirty="0"/>
          </a:p>
          <a:p>
            <a:endParaRPr lang="en-US" noProof="0" dirty="0"/>
          </a:p>
          <a:p>
            <a:endParaRPr lang="en-US" dirty="0"/>
          </a:p>
        </p:txBody>
      </p:sp>
      <p:sp>
        <p:nvSpPr>
          <p:cNvPr id="5" name="Slide Number Placeholder 4">
            <a:extLst>
              <a:ext uri="{FF2B5EF4-FFF2-40B4-BE49-F238E27FC236}">
                <a16:creationId xmlns:a16="http://schemas.microsoft.com/office/drawing/2014/main" id="{42901047-9E4C-6D69-0304-0F370A1B8B3D}"/>
              </a:ext>
            </a:extLst>
          </p:cNvPr>
          <p:cNvSpPr>
            <a:spLocks noGrp="1"/>
          </p:cNvSpPr>
          <p:nvPr>
            <p:ph type="sldNum" sz="quarter" idx="13"/>
          </p:nvPr>
        </p:nvSpPr>
        <p:spPr/>
        <p:txBody>
          <a:bodyPr/>
          <a:lstStyle/>
          <a:p>
            <a:fld id="{B7CF8A19-3A9E-4ABC-B336-2FDDE321C72D}" type="slidenum">
              <a:rPr lang="en-US" smtClean="0"/>
              <a:pPr/>
              <a:t>24</a:t>
            </a:fld>
            <a:endParaRPr lang="en-US"/>
          </a:p>
        </p:txBody>
      </p:sp>
      <p:sp>
        <p:nvSpPr>
          <p:cNvPr id="7" name="Rectangle 6">
            <a:extLst>
              <a:ext uri="{FF2B5EF4-FFF2-40B4-BE49-F238E27FC236}">
                <a16:creationId xmlns:a16="http://schemas.microsoft.com/office/drawing/2014/main" id="{93D425FA-54E0-43B1-41F3-D90634294C80}"/>
              </a:ext>
            </a:extLst>
          </p:cNvPr>
          <p:cNvSpPr/>
          <p:nvPr/>
        </p:nvSpPr>
        <p:spPr>
          <a:xfrm>
            <a:off x="0" y="4754195"/>
            <a:ext cx="3262381" cy="230832"/>
          </a:xfrm>
          <a:prstGeom prst="rect">
            <a:avLst/>
          </a:prstGeom>
        </p:spPr>
        <p:txBody>
          <a:bodyPr wrap="square">
            <a:spAutoFit/>
          </a:bodyPr>
          <a:lstStyle/>
          <a:p>
            <a:r>
              <a:rPr lang="en-US" sz="900" i="1" dirty="0">
                <a:solidFill>
                  <a:srgbClr val="45545F"/>
                </a:solidFill>
              </a:rPr>
              <a:t>Screenshot used with permission from Microsoft.</a:t>
            </a:r>
          </a:p>
        </p:txBody>
      </p:sp>
      <p:pic>
        <p:nvPicPr>
          <p:cNvPr id="10242" name="Picture 2" descr="List of events shows Level, Date and Time, Source. “Friendly View” Details for Event 1 include “Request Indicates a Security Scanner Scanned the Site">
            <a:extLst>
              <a:ext uri="{FF2B5EF4-FFF2-40B4-BE49-F238E27FC236}">
                <a16:creationId xmlns:a16="http://schemas.microsoft.com/office/drawing/2014/main" id="{13F5534D-1CE7-CC98-B18D-26D0EB91281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232659"/>
            <a:ext cx="4354513" cy="3073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224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35F445-9863-ACF4-F05E-804310C1A7AF}"/>
              </a:ext>
            </a:extLst>
          </p:cNvPr>
          <p:cNvSpPr>
            <a:spLocks noGrp="1"/>
          </p:cNvSpPr>
          <p:nvPr>
            <p:ph sz="quarter" idx="11"/>
          </p:nvPr>
        </p:nvSpPr>
        <p:spPr/>
        <p:txBody>
          <a:bodyPr>
            <a:normAutofit fontScale="70000" lnSpcReduction="20000"/>
          </a:bodyPr>
          <a:lstStyle/>
          <a:p>
            <a:r>
              <a:rPr lang="en-US" dirty="0"/>
              <a:t>Device placement</a:t>
            </a:r>
          </a:p>
          <a:p>
            <a:pPr lvl="1"/>
            <a:r>
              <a:rPr lang="en-US" dirty="0"/>
              <a:t>Defense in depth plus use of preventive, detective, and corrective controls</a:t>
            </a:r>
          </a:p>
          <a:p>
            <a:r>
              <a:rPr lang="en-US" dirty="0"/>
              <a:t>Device attributes</a:t>
            </a:r>
          </a:p>
          <a:p>
            <a:pPr lvl="1"/>
            <a:r>
              <a:rPr lang="en-US" dirty="0"/>
              <a:t>Active versus passive, inline versus TAP/monitor, fail-open versus fail-closed</a:t>
            </a:r>
          </a:p>
          <a:p>
            <a:r>
              <a:rPr lang="en-US" dirty="0"/>
              <a:t>Firewalls (layer 4/7)</a:t>
            </a:r>
          </a:p>
          <a:p>
            <a:r>
              <a:rPr lang="en-US" dirty="0"/>
              <a:t>Proxy servers</a:t>
            </a:r>
          </a:p>
          <a:p>
            <a:r>
              <a:rPr lang="en-US" dirty="0"/>
              <a:t>Intrusion detection systems</a:t>
            </a:r>
          </a:p>
          <a:p>
            <a:r>
              <a:rPr lang="en-US" dirty="0"/>
              <a:t>Next-generation firewalls and unified threat management</a:t>
            </a:r>
          </a:p>
          <a:p>
            <a:r>
              <a:rPr lang="en-US" dirty="0"/>
              <a:t>Load balancers</a:t>
            </a:r>
          </a:p>
          <a:p>
            <a:r>
              <a:rPr lang="en-US" dirty="0"/>
              <a:t>Web application firewalls</a:t>
            </a:r>
          </a:p>
        </p:txBody>
      </p:sp>
      <p:sp>
        <p:nvSpPr>
          <p:cNvPr id="3" name="Title 2">
            <a:extLst>
              <a:ext uri="{FF2B5EF4-FFF2-40B4-BE49-F238E27FC236}">
                <a16:creationId xmlns:a16="http://schemas.microsoft.com/office/drawing/2014/main" id="{236C2790-D68F-0418-6B3F-664FB054DF9E}"/>
              </a:ext>
            </a:extLst>
          </p:cNvPr>
          <p:cNvSpPr>
            <a:spLocks noGrp="1"/>
          </p:cNvSpPr>
          <p:nvPr>
            <p:ph type="title"/>
          </p:nvPr>
        </p:nvSpPr>
        <p:spPr/>
        <p:txBody>
          <a:bodyPr/>
          <a:lstStyle/>
          <a:p>
            <a:r>
              <a:rPr lang="en-US" dirty="0"/>
              <a:t>Network Security Appliances</a:t>
            </a:r>
          </a:p>
        </p:txBody>
      </p:sp>
      <p:sp>
        <p:nvSpPr>
          <p:cNvPr id="4" name="Slide Number Placeholder 3">
            <a:extLst>
              <a:ext uri="{FF2B5EF4-FFF2-40B4-BE49-F238E27FC236}">
                <a16:creationId xmlns:a16="http://schemas.microsoft.com/office/drawing/2014/main" id="{20240535-C8F9-745C-8F38-7AD6F4338510}"/>
              </a:ext>
            </a:extLst>
          </p:cNvPr>
          <p:cNvSpPr>
            <a:spLocks noGrp="1"/>
          </p:cNvSpPr>
          <p:nvPr>
            <p:ph type="sldNum" sz="quarter" idx="12"/>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3200360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Virtual Private Networks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5C</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5</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2041858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E23B0-CE4C-CDC5-798F-94661846030E}"/>
              </a:ext>
            </a:extLst>
          </p:cNvPr>
          <p:cNvSpPr>
            <a:spLocks noGrp="1"/>
          </p:cNvSpPr>
          <p:nvPr>
            <p:ph type="title"/>
          </p:nvPr>
        </p:nvSpPr>
        <p:spPr/>
        <p:txBody>
          <a:bodyPr/>
          <a:lstStyle/>
          <a:p>
            <a:r>
              <a:rPr lang="en-US" noProof="0" dirty="0"/>
              <a:t>Remote Access Architecture (1)</a:t>
            </a:r>
          </a:p>
        </p:txBody>
      </p:sp>
      <p:pic>
        <p:nvPicPr>
          <p:cNvPr id="5" name="Picture 2" descr="Diagram showing connection of VPN Client to a Remote Access Server. Other connections are to ISP's Network Access Server and the Internet.">
            <a:extLst>
              <a:ext uri="{FF2B5EF4-FFF2-40B4-BE49-F238E27FC236}">
                <a16:creationId xmlns:a16="http://schemas.microsoft.com/office/drawing/2014/main" id="{DC6B2F0B-0D50-29B8-B8E7-6B96C290BEF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94113" y="746125"/>
            <a:ext cx="8174824" cy="4046538"/>
          </a:xfrm>
        </p:spPr>
      </p:pic>
      <p:sp>
        <p:nvSpPr>
          <p:cNvPr id="4" name="Slide Number Placeholder 3">
            <a:extLst>
              <a:ext uri="{FF2B5EF4-FFF2-40B4-BE49-F238E27FC236}">
                <a16:creationId xmlns:a16="http://schemas.microsoft.com/office/drawing/2014/main" id="{D0D9303B-D796-49EA-53F9-0368B4F781D8}"/>
              </a:ext>
            </a:extLst>
          </p:cNvPr>
          <p:cNvSpPr>
            <a:spLocks noGrp="1"/>
          </p:cNvSpPr>
          <p:nvPr>
            <p:ph type="sldNum" sz="quarter" idx="10"/>
          </p:nvPr>
        </p:nvSpPr>
        <p:spPr/>
        <p:txBody>
          <a:bodyPr/>
          <a:lstStyle/>
          <a:p>
            <a:fld id="{B7CF8A19-3A9E-4ABC-B336-2FDDE321C72D}" type="slidenum">
              <a:rPr lang="en-US" smtClean="0"/>
              <a:pPr/>
              <a:t>27</a:t>
            </a:fld>
            <a:endParaRPr lang="en-US"/>
          </a:p>
        </p:txBody>
      </p:sp>
      <p:sp>
        <p:nvSpPr>
          <p:cNvPr id="6" name="TextBox 5">
            <a:extLst>
              <a:ext uri="{FF2B5EF4-FFF2-40B4-BE49-F238E27FC236}">
                <a16:creationId xmlns:a16="http://schemas.microsoft.com/office/drawing/2014/main" id="{FCBDB659-DB68-DAB1-16E9-0B884B8FB78B}"/>
              </a:ext>
            </a:extLst>
          </p:cNvPr>
          <p:cNvSpPr txBox="1"/>
          <p:nvPr/>
        </p:nvSpPr>
        <p:spPr>
          <a:xfrm>
            <a:off x="281937" y="4624612"/>
            <a:ext cx="1333692" cy="230832"/>
          </a:xfrm>
          <a:prstGeom prst="rect">
            <a:avLst/>
          </a:prstGeom>
          <a:noFill/>
        </p:spPr>
        <p:txBody>
          <a:bodyPr wrap="square" rtlCol="0">
            <a:spAutoFit/>
          </a:bodyPr>
          <a:lstStyle/>
          <a:p>
            <a:r>
              <a:rPr lang="en-US" sz="900" i="1" dirty="0">
                <a:solidFill>
                  <a:srgbClr val="45545F"/>
                </a:solidFill>
              </a:rPr>
              <a:t>Images © 123RF.com.</a:t>
            </a:r>
          </a:p>
        </p:txBody>
      </p:sp>
    </p:spTree>
    <p:extLst>
      <p:ext uri="{BB962C8B-B14F-4D97-AF65-F5344CB8AC3E}">
        <p14:creationId xmlns:p14="http://schemas.microsoft.com/office/powerpoint/2010/main" val="1221700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7208-CF0F-BE5A-DD99-FC9EF5E4D899}"/>
              </a:ext>
            </a:extLst>
          </p:cNvPr>
          <p:cNvSpPr>
            <a:spLocks noGrp="1"/>
          </p:cNvSpPr>
          <p:nvPr>
            <p:ph type="title"/>
          </p:nvPr>
        </p:nvSpPr>
        <p:spPr/>
        <p:txBody>
          <a:bodyPr/>
          <a:lstStyle/>
          <a:p>
            <a:r>
              <a:rPr lang="en-US" noProof="0" dirty="0"/>
              <a:t>Remote Access Architecture (2)</a:t>
            </a:r>
          </a:p>
        </p:txBody>
      </p:sp>
      <p:pic>
        <p:nvPicPr>
          <p:cNvPr id="5" name="Picture 2" descr="Workstation icons connected to an icon labeled VPN Router connect through a pipe and icon labeled Internet to another VPN Router and workstation icons">
            <a:extLst>
              <a:ext uri="{FF2B5EF4-FFF2-40B4-BE49-F238E27FC236}">
                <a16:creationId xmlns:a16="http://schemas.microsoft.com/office/drawing/2014/main" id="{646B1659-7F32-8D31-AB42-BF6C209A37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70560" y="746125"/>
            <a:ext cx="7221930" cy="4046538"/>
          </a:xfrm>
        </p:spPr>
      </p:pic>
      <p:sp>
        <p:nvSpPr>
          <p:cNvPr id="4" name="Slide Number Placeholder 3">
            <a:extLst>
              <a:ext uri="{FF2B5EF4-FFF2-40B4-BE49-F238E27FC236}">
                <a16:creationId xmlns:a16="http://schemas.microsoft.com/office/drawing/2014/main" id="{ED8DC84E-4DFD-0E82-FB7B-3666D256D95C}"/>
              </a:ext>
            </a:extLst>
          </p:cNvPr>
          <p:cNvSpPr>
            <a:spLocks noGrp="1"/>
          </p:cNvSpPr>
          <p:nvPr>
            <p:ph type="sldNum" sz="quarter" idx="10"/>
          </p:nvPr>
        </p:nvSpPr>
        <p:spPr/>
        <p:txBody>
          <a:bodyPr/>
          <a:lstStyle/>
          <a:p>
            <a:fld id="{B7CF8A19-3A9E-4ABC-B336-2FDDE321C72D}" type="slidenum">
              <a:rPr lang="en-US" smtClean="0"/>
              <a:pPr/>
              <a:t>28</a:t>
            </a:fld>
            <a:endParaRPr lang="en-US"/>
          </a:p>
        </p:txBody>
      </p:sp>
      <p:sp>
        <p:nvSpPr>
          <p:cNvPr id="6" name="TextBox 5">
            <a:extLst>
              <a:ext uri="{FF2B5EF4-FFF2-40B4-BE49-F238E27FC236}">
                <a16:creationId xmlns:a16="http://schemas.microsoft.com/office/drawing/2014/main" id="{87C6721B-B56A-2254-539C-EC28350441DE}"/>
              </a:ext>
            </a:extLst>
          </p:cNvPr>
          <p:cNvSpPr txBox="1"/>
          <p:nvPr/>
        </p:nvSpPr>
        <p:spPr>
          <a:xfrm>
            <a:off x="6337832" y="4186709"/>
            <a:ext cx="1333692" cy="230832"/>
          </a:xfrm>
          <a:prstGeom prst="rect">
            <a:avLst/>
          </a:prstGeom>
          <a:noFill/>
        </p:spPr>
        <p:txBody>
          <a:bodyPr wrap="square" rtlCol="0">
            <a:spAutoFit/>
          </a:bodyPr>
          <a:lstStyle/>
          <a:p>
            <a:r>
              <a:rPr lang="en-US" sz="900" i="1" dirty="0">
                <a:solidFill>
                  <a:srgbClr val="45545F"/>
                </a:solidFill>
              </a:rPr>
              <a:t>Images © 123RF.com.</a:t>
            </a:r>
          </a:p>
        </p:txBody>
      </p:sp>
    </p:spTree>
    <p:extLst>
      <p:ext uri="{BB962C8B-B14F-4D97-AF65-F5344CB8AC3E}">
        <p14:creationId xmlns:p14="http://schemas.microsoft.com/office/powerpoint/2010/main" val="747938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88121-8AE7-DC92-F271-328BBCA6C6C6}"/>
              </a:ext>
            </a:extLst>
          </p:cNvPr>
          <p:cNvSpPr>
            <a:spLocks noGrp="1"/>
          </p:cNvSpPr>
          <p:nvPr>
            <p:ph type="title"/>
          </p:nvPr>
        </p:nvSpPr>
        <p:spPr/>
        <p:txBody>
          <a:bodyPr/>
          <a:lstStyle/>
          <a:p>
            <a:r>
              <a:rPr lang="en-US" noProof="0" dirty="0"/>
              <a:t>Transport Layer Security Tunneling</a:t>
            </a:r>
          </a:p>
        </p:txBody>
      </p:sp>
      <p:sp>
        <p:nvSpPr>
          <p:cNvPr id="3" name="Content Placeholder 2">
            <a:extLst>
              <a:ext uri="{FF2B5EF4-FFF2-40B4-BE49-F238E27FC236}">
                <a16:creationId xmlns:a16="http://schemas.microsoft.com/office/drawing/2014/main" id="{06B8DE4E-96C9-A717-D325-F88CA67CD74C}"/>
              </a:ext>
            </a:extLst>
          </p:cNvPr>
          <p:cNvSpPr>
            <a:spLocks noGrp="1"/>
          </p:cNvSpPr>
          <p:nvPr>
            <p:ph idx="1"/>
          </p:nvPr>
        </p:nvSpPr>
        <p:spPr/>
        <p:txBody>
          <a:bodyPr>
            <a:normAutofit fontScale="92500" lnSpcReduction="20000"/>
          </a:bodyPr>
          <a:lstStyle/>
          <a:p>
            <a:r>
              <a:rPr lang="en-US" noProof="0" dirty="0"/>
              <a:t>Use TLS to negotiate a secure connection</a:t>
            </a:r>
          </a:p>
          <a:p>
            <a:pPr lvl="1"/>
            <a:r>
              <a:rPr lang="en-US" dirty="0"/>
              <a:t>Machines</a:t>
            </a:r>
            <a:r>
              <a:rPr lang="en-US" noProof="0" dirty="0"/>
              <a:t> authenticated by PKI certificates</a:t>
            </a:r>
          </a:p>
          <a:p>
            <a:pPr lvl="2"/>
            <a:r>
              <a:rPr lang="en-US" noProof="0" dirty="0"/>
              <a:t>Mutual authentication allows VPN gateway to authenticate client certificates</a:t>
            </a:r>
          </a:p>
          <a:p>
            <a:pPr lvl="1"/>
            <a:r>
              <a:rPr lang="en-US" dirty="0"/>
              <a:t>User account authentication via RADIUS</a:t>
            </a:r>
            <a:endParaRPr lang="en-US" noProof="0" dirty="0"/>
          </a:p>
          <a:p>
            <a:r>
              <a:rPr lang="en-US" noProof="0" dirty="0"/>
              <a:t>Tunnel network traffic over TLS</a:t>
            </a:r>
          </a:p>
          <a:p>
            <a:r>
              <a:rPr lang="en-US" noProof="0" dirty="0"/>
              <a:t>Can use TCP or UDP</a:t>
            </a:r>
          </a:p>
        </p:txBody>
      </p:sp>
      <p:sp>
        <p:nvSpPr>
          <p:cNvPr id="5" name="Slide Number Placeholder 4">
            <a:extLst>
              <a:ext uri="{FF2B5EF4-FFF2-40B4-BE49-F238E27FC236}">
                <a16:creationId xmlns:a16="http://schemas.microsoft.com/office/drawing/2014/main" id="{3CC9A3A0-8D0C-9E6E-ACF8-AF184C06CA90}"/>
              </a:ext>
            </a:extLst>
          </p:cNvPr>
          <p:cNvSpPr>
            <a:spLocks noGrp="1"/>
          </p:cNvSpPr>
          <p:nvPr>
            <p:ph type="sldNum" sz="quarter" idx="13"/>
          </p:nvPr>
        </p:nvSpPr>
        <p:spPr/>
        <p:txBody>
          <a:bodyPr/>
          <a:lstStyle/>
          <a:p>
            <a:fld id="{B7CF8A19-3A9E-4ABC-B336-2FDDE321C72D}" type="slidenum">
              <a:rPr lang="en-US" smtClean="0"/>
              <a:pPr/>
              <a:t>29</a:t>
            </a:fld>
            <a:endParaRPr lang="en-US"/>
          </a:p>
        </p:txBody>
      </p:sp>
      <p:sp>
        <p:nvSpPr>
          <p:cNvPr id="7" name="TextBox 6">
            <a:extLst>
              <a:ext uri="{FF2B5EF4-FFF2-40B4-BE49-F238E27FC236}">
                <a16:creationId xmlns:a16="http://schemas.microsoft.com/office/drawing/2014/main" id="{4DE62B63-F07F-73C1-4A85-0CC18F1B0E31}"/>
              </a:ext>
            </a:extLst>
          </p:cNvPr>
          <p:cNvSpPr txBox="1"/>
          <p:nvPr/>
        </p:nvSpPr>
        <p:spPr>
          <a:xfrm>
            <a:off x="5330993" y="4153608"/>
            <a:ext cx="4029403" cy="230832"/>
          </a:xfrm>
          <a:prstGeom prst="rect">
            <a:avLst/>
          </a:prstGeom>
          <a:noFill/>
        </p:spPr>
        <p:txBody>
          <a:bodyPr wrap="square" rtlCol="0">
            <a:spAutoFit/>
          </a:bodyPr>
          <a:lstStyle/>
          <a:p>
            <a:r>
              <a:rPr lang="en-US" sz="900" i="1" dirty="0">
                <a:solidFill>
                  <a:srgbClr val="45545F"/>
                </a:solidFill>
              </a:rPr>
              <a:t>Screenshot used with permission from Rubicon Communications, LLC.</a:t>
            </a:r>
          </a:p>
        </p:txBody>
      </p:sp>
      <p:pic>
        <p:nvPicPr>
          <p:cNvPr id="11266" name="Picture 2">
            <a:extLst>
              <a:ext uri="{FF2B5EF4-FFF2-40B4-BE49-F238E27FC236}">
                <a16:creationId xmlns:a16="http://schemas.microsoft.com/office/drawing/2014/main" id="{F656CFC5-2D6F-659B-3A5D-56C51436CD2E}"/>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506897"/>
            <a:ext cx="4379912" cy="2524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672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51CB7-2C23-0043-C774-6E9351D9EC1A}"/>
              </a:ext>
            </a:extLst>
          </p:cNvPr>
          <p:cNvSpPr>
            <a:spLocks noGrp="1"/>
          </p:cNvSpPr>
          <p:nvPr>
            <p:ph type="title"/>
          </p:nvPr>
        </p:nvSpPr>
        <p:spPr/>
        <p:txBody>
          <a:bodyPr/>
          <a:lstStyle/>
          <a:p>
            <a:r>
              <a:rPr lang="en-US" noProof="0" dirty="0"/>
              <a:t>Internet Protocol Security Tunneling</a:t>
            </a:r>
          </a:p>
        </p:txBody>
      </p:sp>
      <p:sp>
        <p:nvSpPr>
          <p:cNvPr id="13" name="Content Placeholder 12">
            <a:extLst>
              <a:ext uri="{FF2B5EF4-FFF2-40B4-BE49-F238E27FC236}">
                <a16:creationId xmlns:a16="http://schemas.microsoft.com/office/drawing/2014/main" id="{86782DB8-526A-37A5-9EC7-7C16D9974B7B}"/>
              </a:ext>
            </a:extLst>
          </p:cNvPr>
          <p:cNvSpPr>
            <a:spLocks noGrp="1"/>
          </p:cNvSpPr>
          <p:nvPr>
            <p:ph idx="12"/>
          </p:nvPr>
        </p:nvSpPr>
        <p:spPr/>
        <p:txBody>
          <a:bodyPr>
            <a:normAutofit fontScale="70000" lnSpcReduction="20000"/>
          </a:bodyPr>
          <a:lstStyle/>
          <a:p>
            <a:r>
              <a:rPr lang="en-US" noProof="0" dirty="0"/>
              <a:t>Provides confidentiality and/or integrity</a:t>
            </a:r>
          </a:p>
          <a:p>
            <a:pPr lvl="1"/>
            <a:r>
              <a:rPr lang="en-US" noProof="0" dirty="0"/>
              <a:t>Authentication Header (AH)</a:t>
            </a:r>
          </a:p>
          <a:p>
            <a:pPr lvl="2"/>
            <a:r>
              <a:rPr lang="en-US" noProof="0" dirty="0"/>
              <a:t>Signs packet but does not encrypt payload</a:t>
            </a:r>
          </a:p>
          <a:p>
            <a:pPr lvl="2"/>
            <a:r>
              <a:rPr lang="en-US" noProof="0" dirty="0"/>
              <a:t>Provides authentication/integrity only</a:t>
            </a:r>
          </a:p>
          <a:p>
            <a:pPr lvl="1"/>
            <a:r>
              <a:rPr lang="en-US" noProof="0" dirty="0"/>
              <a:t>Encapsulation Security Payload (ESP)</a:t>
            </a:r>
          </a:p>
          <a:p>
            <a:pPr lvl="2"/>
            <a:r>
              <a:rPr lang="en-US" noProof="0" dirty="0"/>
              <a:t>Provides confidentiality and/or authentication/integrity</a:t>
            </a:r>
          </a:p>
          <a:p>
            <a:r>
              <a:rPr lang="en-US" noProof="0" dirty="0"/>
              <a:t>Modes</a:t>
            </a:r>
          </a:p>
          <a:p>
            <a:pPr lvl="1"/>
            <a:r>
              <a:rPr lang="en-US" noProof="0" dirty="0"/>
              <a:t>Transport mode for host-to-host connections on a private network</a:t>
            </a:r>
          </a:p>
          <a:p>
            <a:pPr lvl="1"/>
            <a:r>
              <a:rPr lang="en-US" noProof="0" dirty="0"/>
              <a:t>Tunnel mode between gateways across an unsecure network</a:t>
            </a:r>
          </a:p>
          <a:p>
            <a:pPr lvl="1"/>
            <a:endParaRPr lang="en-US" noProof="0" dirty="0"/>
          </a:p>
          <a:p>
            <a:endParaRPr lang="en-US" noProof="0" dirty="0"/>
          </a:p>
          <a:p>
            <a:endParaRPr lang="en-US" noProof="0" dirty="0"/>
          </a:p>
          <a:p>
            <a:endParaRPr lang="en-US" dirty="0"/>
          </a:p>
        </p:txBody>
      </p:sp>
      <p:sp>
        <p:nvSpPr>
          <p:cNvPr id="5" name="Slide Number Placeholder 4">
            <a:extLst>
              <a:ext uri="{FF2B5EF4-FFF2-40B4-BE49-F238E27FC236}">
                <a16:creationId xmlns:a16="http://schemas.microsoft.com/office/drawing/2014/main" id="{8BCE3440-3EBE-2E9B-9B1E-42A411F46410}"/>
              </a:ext>
            </a:extLst>
          </p:cNvPr>
          <p:cNvSpPr>
            <a:spLocks noGrp="1"/>
          </p:cNvSpPr>
          <p:nvPr>
            <p:ph type="sldNum" sz="quarter" idx="13"/>
          </p:nvPr>
        </p:nvSpPr>
        <p:spPr/>
        <p:txBody>
          <a:bodyPr/>
          <a:lstStyle/>
          <a:p>
            <a:fld id="{B7CF8A19-3A9E-4ABC-B336-2FDDE321C72D}" type="slidenum">
              <a:rPr lang="en-US" smtClean="0"/>
              <a:pPr/>
              <a:t>30</a:t>
            </a:fld>
            <a:endParaRPr lang="en-US"/>
          </a:p>
        </p:txBody>
      </p:sp>
      <p:sp>
        <p:nvSpPr>
          <p:cNvPr id="12" name="TextBox 11">
            <a:extLst>
              <a:ext uri="{FF2B5EF4-FFF2-40B4-BE49-F238E27FC236}">
                <a16:creationId xmlns:a16="http://schemas.microsoft.com/office/drawing/2014/main" id="{D038D425-AE55-396E-9ED7-8BC9BD6D3C8F}"/>
              </a:ext>
            </a:extLst>
          </p:cNvPr>
          <p:cNvSpPr txBox="1"/>
          <p:nvPr/>
        </p:nvSpPr>
        <p:spPr>
          <a:xfrm>
            <a:off x="301206" y="4770274"/>
            <a:ext cx="4011336" cy="230832"/>
          </a:xfrm>
          <a:prstGeom prst="rect">
            <a:avLst/>
          </a:prstGeom>
          <a:noFill/>
        </p:spPr>
        <p:txBody>
          <a:bodyPr wrap="square" rtlCol="0">
            <a:spAutoFit/>
          </a:bodyPr>
          <a:lstStyle/>
          <a:p>
            <a:r>
              <a:rPr lang="en-US" sz="900" i="1" dirty="0">
                <a:solidFill>
                  <a:srgbClr val="45545F"/>
                </a:solidFill>
              </a:rPr>
              <a:t>Screenshot used with permission from Rubicon Communications, LLC.</a:t>
            </a:r>
          </a:p>
        </p:txBody>
      </p:sp>
      <p:pic>
        <p:nvPicPr>
          <p:cNvPr id="12290" name="Picture 2">
            <a:extLst>
              <a:ext uri="{FF2B5EF4-FFF2-40B4-BE49-F238E27FC236}">
                <a16:creationId xmlns:a16="http://schemas.microsoft.com/office/drawing/2014/main" id="{E9881A79-8EF5-E1F6-65F8-A603F6F7E7B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1870" y="1314368"/>
            <a:ext cx="4354513" cy="2514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881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2AF90-DE8A-4720-4D20-2E547042BFAB}"/>
              </a:ext>
            </a:extLst>
          </p:cNvPr>
          <p:cNvSpPr>
            <a:spLocks noGrp="1"/>
          </p:cNvSpPr>
          <p:nvPr>
            <p:ph type="title"/>
          </p:nvPr>
        </p:nvSpPr>
        <p:spPr/>
        <p:txBody>
          <a:bodyPr/>
          <a:lstStyle/>
          <a:p>
            <a:r>
              <a:rPr lang="en-US" noProof="0" dirty="0"/>
              <a:t>Internet Key Exchange</a:t>
            </a:r>
          </a:p>
        </p:txBody>
      </p:sp>
      <p:sp>
        <p:nvSpPr>
          <p:cNvPr id="3" name="Content Placeholder 2">
            <a:extLst>
              <a:ext uri="{FF2B5EF4-FFF2-40B4-BE49-F238E27FC236}">
                <a16:creationId xmlns:a16="http://schemas.microsoft.com/office/drawing/2014/main" id="{486E8DEF-7AE1-E54F-A1C5-9B98B983595C}"/>
              </a:ext>
            </a:extLst>
          </p:cNvPr>
          <p:cNvSpPr>
            <a:spLocks noGrp="1"/>
          </p:cNvSpPr>
          <p:nvPr>
            <p:ph idx="1"/>
          </p:nvPr>
        </p:nvSpPr>
        <p:spPr/>
        <p:txBody>
          <a:bodyPr>
            <a:normAutofit fontScale="85000" lnSpcReduction="20000"/>
          </a:bodyPr>
          <a:lstStyle/>
          <a:p>
            <a:r>
              <a:rPr lang="en-US" noProof="0" dirty="0"/>
              <a:t>Establishes Security Association (SA) between peers</a:t>
            </a:r>
          </a:p>
          <a:p>
            <a:r>
              <a:rPr lang="en-US" noProof="0" dirty="0"/>
              <a:t>Phase I provides authentication</a:t>
            </a:r>
          </a:p>
          <a:p>
            <a:pPr lvl="1"/>
            <a:r>
              <a:rPr lang="en-US" noProof="0" dirty="0"/>
              <a:t>PKI/certificates</a:t>
            </a:r>
          </a:p>
          <a:p>
            <a:pPr lvl="1"/>
            <a:r>
              <a:rPr lang="en-US" noProof="0" dirty="0"/>
              <a:t>Pre-shared key</a:t>
            </a:r>
          </a:p>
          <a:p>
            <a:r>
              <a:rPr lang="en-US" noProof="0" dirty="0"/>
              <a:t>Phase II establishes cipher suites </a:t>
            </a:r>
            <a:br>
              <a:rPr lang="en-US" noProof="0" dirty="0"/>
            </a:br>
            <a:r>
              <a:rPr lang="en-US" noProof="0" dirty="0"/>
              <a:t>and key sizes and use of AH or ESP</a:t>
            </a:r>
          </a:p>
          <a:p>
            <a:r>
              <a:rPr lang="en-US" noProof="0" dirty="0"/>
              <a:t>IKE v1 supports host-to-host and site-to-site tunneling</a:t>
            </a:r>
          </a:p>
          <a:p>
            <a:r>
              <a:rPr lang="en-US" noProof="0" dirty="0"/>
              <a:t>IKE v2 adds better support for client-to-site remote access VPN</a:t>
            </a:r>
          </a:p>
          <a:p>
            <a:endParaRPr lang="en-US" noProof="0" dirty="0"/>
          </a:p>
        </p:txBody>
      </p:sp>
      <p:sp>
        <p:nvSpPr>
          <p:cNvPr id="5" name="Slide Number Placeholder 4">
            <a:extLst>
              <a:ext uri="{FF2B5EF4-FFF2-40B4-BE49-F238E27FC236}">
                <a16:creationId xmlns:a16="http://schemas.microsoft.com/office/drawing/2014/main" id="{C890A9FA-15C3-DF09-C075-71395B105250}"/>
              </a:ext>
            </a:extLst>
          </p:cNvPr>
          <p:cNvSpPr>
            <a:spLocks noGrp="1"/>
          </p:cNvSpPr>
          <p:nvPr>
            <p:ph type="sldNum" sz="quarter" idx="13"/>
          </p:nvPr>
        </p:nvSpPr>
        <p:spPr/>
        <p:txBody>
          <a:bodyPr/>
          <a:lstStyle/>
          <a:p>
            <a:fld id="{B7CF8A19-3A9E-4ABC-B336-2FDDE321C72D}" type="slidenum">
              <a:rPr lang="en-US" smtClean="0"/>
              <a:pPr/>
              <a:t>31</a:t>
            </a:fld>
            <a:endParaRPr lang="en-US"/>
          </a:p>
        </p:txBody>
      </p:sp>
      <p:sp>
        <p:nvSpPr>
          <p:cNvPr id="7" name="TextBox 6">
            <a:extLst>
              <a:ext uri="{FF2B5EF4-FFF2-40B4-BE49-F238E27FC236}">
                <a16:creationId xmlns:a16="http://schemas.microsoft.com/office/drawing/2014/main" id="{4BF8832F-CDFE-9D89-F710-8F05DEE230EC}"/>
              </a:ext>
            </a:extLst>
          </p:cNvPr>
          <p:cNvSpPr txBox="1"/>
          <p:nvPr/>
        </p:nvSpPr>
        <p:spPr>
          <a:xfrm>
            <a:off x="4728791" y="4869611"/>
            <a:ext cx="4195799" cy="230832"/>
          </a:xfrm>
          <a:prstGeom prst="rect">
            <a:avLst/>
          </a:prstGeom>
          <a:noFill/>
        </p:spPr>
        <p:txBody>
          <a:bodyPr wrap="square" rtlCol="0">
            <a:spAutoFit/>
          </a:bodyPr>
          <a:lstStyle/>
          <a:p>
            <a:r>
              <a:rPr lang="en-US" sz="900" i="1" dirty="0">
                <a:solidFill>
                  <a:srgbClr val="45545F"/>
                </a:solidFill>
              </a:rPr>
              <a:t>Screenshot used with permission from Rubicon Communications, LLC.</a:t>
            </a:r>
          </a:p>
        </p:txBody>
      </p:sp>
      <p:pic>
        <p:nvPicPr>
          <p:cNvPr id="13314" name="Picture 2">
            <a:extLst>
              <a:ext uri="{FF2B5EF4-FFF2-40B4-BE49-F238E27FC236}">
                <a16:creationId xmlns:a16="http://schemas.microsoft.com/office/drawing/2014/main" id="{0CC4EF1E-FB40-091B-6661-8B18C0C06AEB}"/>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028349"/>
            <a:ext cx="4379912" cy="3482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481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3C77-886F-80C4-1B81-8500DCC85474}"/>
              </a:ext>
            </a:extLst>
          </p:cNvPr>
          <p:cNvSpPr>
            <a:spLocks noGrp="1"/>
          </p:cNvSpPr>
          <p:nvPr>
            <p:ph type="title"/>
          </p:nvPr>
        </p:nvSpPr>
        <p:spPr/>
        <p:txBody>
          <a:bodyPr/>
          <a:lstStyle/>
          <a:p>
            <a:r>
              <a:rPr lang="en-US" noProof="0" dirty="0"/>
              <a:t>Remote Desktop</a:t>
            </a:r>
          </a:p>
        </p:txBody>
      </p:sp>
      <p:sp>
        <p:nvSpPr>
          <p:cNvPr id="3" name="Content Placeholder 2">
            <a:extLst>
              <a:ext uri="{FF2B5EF4-FFF2-40B4-BE49-F238E27FC236}">
                <a16:creationId xmlns:a16="http://schemas.microsoft.com/office/drawing/2014/main" id="{DC8E0538-3069-5828-A760-D43339583D85}"/>
              </a:ext>
            </a:extLst>
          </p:cNvPr>
          <p:cNvSpPr>
            <a:spLocks noGrp="1"/>
          </p:cNvSpPr>
          <p:nvPr>
            <p:ph idx="1"/>
          </p:nvPr>
        </p:nvSpPr>
        <p:spPr/>
        <p:txBody>
          <a:bodyPr/>
          <a:lstStyle/>
          <a:p>
            <a:r>
              <a:rPr lang="en-US" noProof="0" dirty="0"/>
              <a:t>GUI-based remote terminal software</a:t>
            </a:r>
          </a:p>
          <a:p>
            <a:r>
              <a:rPr lang="en-US" noProof="0" dirty="0"/>
              <a:t>Remote Desktop Protocol (RDP)</a:t>
            </a:r>
          </a:p>
          <a:p>
            <a:pPr lvl="1"/>
            <a:r>
              <a:rPr lang="en-US" noProof="0" dirty="0"/>
              <a:t>Connect to physical machines</a:t>
            </a:r>
          </a:p>
          <a:p>
            <a:pPr lvl="1"/>
            <a:r>
              <a:rPr lang="en-US" noProof="0" dirty="0"/>
              <a:t>RDP gateway to virtual desktops and apps</a:t>
            </a:r>
          </a:p>
          <a:p>
            <a:r>
              <a:rPr lang="en-US" noProof="0" dirty="0"/>
              <a:t>HTML5/clientless</a:t>
            </a:r>
          </a:p>
          <a:p>
            <a:pPr lvl="1"/>
            <a:r>
              <a:rPr lang="en-US" noProof="0" dirty="0"/>
              <a:t>Access desktops and web applications from Internet via gateway to internal network</a:t>
            </a:r>
          </a:p>
          <a:p>
            <a:pPr lvl="1"/>
            <a:r>
              <a:rPr lang="en-US" noProof="0" dirty="0"/>
              <a:t>Browser support for canvas element plus WebSockets</a:t>
            </a:r>
          </a:p>
          <a:p>
            <a:endParaRPr lang="en-US" noProof="0" dirty="0"/>
          </a:p>
        </p:txBody>
      </p:sp>
      <p:sp>
        <p:nvSpPr>
          <p:cNvPr id="4" name="Slide Number Placeholder 3">
            <a:extLst>
              <a:ext uri="{FF2B5EF4-FFF2-40B4-BE49-F238E27FC236}">
                <a16:creationId xmlns:a16="http://schemas.microsoft.com/office/drawing/2014/main" id="{431DA6E4-B3AF-04DC-A38C-73FBDFE5EB22}"/>
              </a:ext>
            </a:extLst>
          </p:cNvPr>
          <p:cNvSpPr>
            <a:spLocks noGrp="1"/>
          </p:cNvSpPr>
          <p:nvPr>
            <p:ph type="sldNum" sz="quarter" idx="10"/>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1349580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B2A25D-5D26-DBAD-F2BF-6E59638EEC6C}"/>
              </a:ext>
            </a:extLst>
          </p:cNvPr>
          <p:cNvSpPr>
            <a:spLocks noGrp="1"/>
          </p:cNvSpPr>
          <p:nvPr>
            <p:ph type="title"/>
          </p:nvPr>
        </p:nvSpPr>
        <p:spPr/>
        <p:txBody>
          <a:bodyPr/>
          <a:lstStyle/>
          <a:p>
            <a:r>
              <a:rPr lang="en-US" noProof="0" dirty="0"/>
              <a:t>Secure Shell</a:t>
            </a:r>
          </a:p>
        </p:txBody>
      </p:sp>
      <p:pic>
        <p:nvPicPr>
          <p:cNvPr id="14338" name="Picture 2" descr="Warning box lists the unknown server’s rsa2 key fingerprint and has buttons: Yes, No, Cancel, Copy Key, Help.">
            <a:extLst>
              <a:ext uri="{FF2B5EF4-FFF2-40B4-BE49-F238E27FC236}">
                <a16:creationId xmlns:a16="http://schemas.microsoft.com/office/drawing/2014/main" id="{334DE511-CDFB-B20F-545F-1CBE63DDC16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050" y="1476207"/>
            <a:ext cx="4354513" cy="2586374"/>
          </a:xfrm>
        </p:spPr>
      </p:pic>
      <p:sp>
        <p:nvSpPr>
          <p:cNvPr id="6" name="Content Placeholder 5">
            <a:extLst>
              <a:ext uri="{FF2B5EF4-FFF2-40B4-BE49-F238E27FC236}">
                <a16:creationId xmlns:a16="http://schemas.microsoft.com/office/drawing/2014/main" id="{CD7D118E-F307-B6CB-1514-164327B57AD5}"/>
              </a:ext>
            </a:extLst>
          </p:cNvPr>
          <p:cNvSpPr>
            <a:spLocks noGrp="1"/>
          </p:cNvSpPr>
          <p:nvPr>
            <p:ph idx="12"/>
          </p:nvPr>
        </p:nvSpPr>
        <p:spPr/>
        <p:txBody>
          <a:bodyPr>
            <a:normAutofit fontScale="77500" lnSpcReduction="20000"/>
          </a:bodyPr>
          <a:lstStyle/>
          <a:p>
            <a:r>
              <a:rPr lang="en-US" noProof="0" dirty="0"/>
              <a:t>Remote administration with public key cryptography security</a:t>
            </a:r>
          </a:p>
          <a:p>
            <a:r>
              <a:rPr lang="en-US" noProof="0" dirty="0"/>
              <a:t>Host key identifies server</a:t>
            </a:r>
          </a:p>
          <a:p>
            <a:r>
              <a:rPr lang="en-US" noProof="0" dirty="0"/>
              <a:t>Client authentication</a:t>
            </a:r>
          </a:p>
          <a:p>
            <a:pPr lvl="1"/>
            <a:r>
              <a:rPr lang="en-US" noProof="0" dirty="0"/>
              <a:t>Username/password</a:t>
            </a:r>
          </a:p>
          <a:p>
            <a:pPr lvl="1"/>
            <a:r>
              <a:rPr lang="en-US" noProof="0" dirty="0"/>
              <a:t>Public key authentication</a:t>
            </a:r>
          </a:p>
          <a:p>
            <a:pPr lvl="1"/>
            <a:r>
              <a:rPr lang="en-US" noProof="0" dirty="0"/>
              <a:t>Kerberos</a:t>
            </a:r>
          </a:p>
          <a:p>
            <a:r>
              <a:rPr lang="en-US" noProof="0" dirty="0"/>
              <a:t>Key management</a:t>
            </a:r>
          </a:p>
          <a:p>
            <a:r>
              <a:rPr lang="en-US" noProof="0" dirty="0"/>
              <a:t>SSH commands</a:t>
            </a:r>
          </a:p>
          <a:p>
            <a:pPr lvl="1"/>
            <a:r>
              <a:rPr lang="en-US" dirty="0"/>
              <a:t>ssh versus scp (Secure Copy)</a:t>
            </a:r>
            <a:endParaRPr lang="en-US" noProof="0" dirty="0"/>
          </a:p>
          <a:p>
            <a:endParaRPr lang="en-US" noProof="0" dirty="0"/>
          </a:p>
          <a:p>
            <a:endParaRPr lang="en-US" dirty="0"/>
          </a:p>
        </p:txBody>
      </p:sp>
      <p:sp>
        <p:nvSpPr>
          <p:cNvPr id="4" name="Slide Number Placeholder 3">
            <a:extLst>
              <a:ext uri="{FF2B5EF4-FFF2-40B4-BE49-F238E27FC236}">
                <a16:creationId xmlns:a16="http://schemas.microsoft.com/office/drawing/2014/main" id="{93EC884D-7228-C6BF-6EFF-05264E9ED975}"/>
              </a:ext>
            </a:extLst>
          </p:cNvPr>
          <p:cNvSpPr>
            <a:spLocks noGrp="1"/>
          </p:cNvSpPr>
          <p:nvPr>
            <p:ph type="sldNum" sz="quarter" idx="13"/>
          </p:nvPr>
        </p:nvSpPr>
        <p:spPr/>
        <p:txBody>
          <a:bodyPr/>
          <a:lstStyle/>
          <a:p>
            <a:fld id="{B7CF8A19-3A9E-4ABC-B336-2FDDE321C72D}" type="slidenum">
              <a:rPr lang="en-US" smtClean="0"/>
              <a:pPr/>
              <a:t>33</a:t>
            </a:fld>
            <a:endParaRPr lang="en-US"/>
          </a:p>
        </p:txBody>
      </p:sp>
      <p:sp>
        <p:nvSpPr>
          <p:cNvPr id="8" name="TextBox 7">
            <a:extLst>
              <a:ext uri="{FF2B5EF4-FFF2-40B4-BE49-F238E27FC236}">
                <a16:creationId xmlns:a16="http://schemas.microsoft.com/office/drawing/2014/main" id="{4BF6FEEC-9BAD-EFF1-97CF-7C774DAE7ED2}"/>
              </a:ext>
            </a:extLst>
          </p:cNvPr>
          <p:cNvSpPr txBox="1"/>
          <p:nvPr/>
        </p:nvSpPr>
        <p:spPr>
          <a:xfrm>
            <a:off x="404944" y="4705658"/>
            <a:ext cx="2723265" cy="230832"/>
          </a:xfrm>
          <a:prstGeom prst="rect">
            <a:avLst/>
          </a:prstGeom>
          <a:noFill/>
        </p:spPr>
        <p:txBody>
          <a:bodyPr wrap="square" rtlCol="0">
            <a:spAutoFit/>
          </a:bodyPr>
          <a:lstStyle/>
          <a:p>
            <a:r>
              <a:rPr lang="en-US" sz="900" i="1" dirty="0">
                <a:solidFill>
                  <a:srgbClr val="45545F"/>
                </a:solidFill>
              </a:rPr>
              <a:t>Screenshot used with permission from PuTTY.</a:t>
            </a:r>
          </a:p>
        </p:txBody>
      </p:sp>
    </p:spTree>
    <p:extLst>
      <p:ext uri="{BB962C8B-B14F-4D97-AF65-F5344CB8AC3E}">
        <p14:creationId xmlns:p14="http://schemas.microsoft.com/office/powerpoint/2010/main" val="2863113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C7CE-2D01-E035-4980-61769BDE4EEA}"/>
              </a:ext>
            </a:extLst>
          </p:cNvPr>
          <p:cNvSpPr>
            <a:spLocks noGrp="1"/>
          </p:cNvSpPr>
          <p:nvPr>
            <p:ph type="title"/>
          </p:nvPr>
        </p:nvSpPr>
        <p:spPr/>
        <p:txBody>
          <a:bodyPr/>
          <a:lstStyle/>
          <a:p>
            <a:r>
              <a:rPr lang="en-US" noProof="0" dirty="0"/>
              <a:t>Out-of-band Management and Jump Servers</a:t>
            </a:r>
          </a:p>
        </p:txBody>
      </p:sp>
      <p:sp>
        <p:nvSpPr>
          <p:cNvPr id="4" name="Slide Number Placeholder 3">
            <a:extLst>
              <a:ext uri="{FF2B5EF4-FFF2-40B4-BE49-F238E27FC236}">
                <a16:creationId xmlns:a16="http://schemas.microsoft.com/office/drawing/2014/main" id="{53C1AC3B-480E-4ED2-C9C1-7368662A7590}"/>
              </a:ext>
            </a:extLst>
          </p:cNvPr>
          <p:cNvSpPr>
            <a:spLocks noGrp="1"/>
          </p:cNvSpPr>
          <p:nvPr>
            <p:ph type="sldNum" sz="quarter" idx="13"/>
          </p:nvPr>
        </p:nvSpPr>
        <p:spPr/>
        <p:txBody>
          <a:bodyPr/>
          <a:lstStyle/>
          <a:p>
            <a:fld id="{B7CF8A19-3A9E-4ABC-B336-2FDDE321C72D}" type="slidenum">
              <a:rPr lang="en-US" smtClean="0"/>
              <a:pPr/>
              <a:t>34</a:t>
            </a:fld>
            <a:endParaRPr lang="en-US"/>
          </a:p>
        </p:txBody>
      </p:sp>
      <p:sp>
        <p:nvSpPr>
          <p:cNvPr id="8" name="TextBox 7">
            <a:extLst>
              <a:ext uri="{FF2B5EF4-FFF2-40B4-BE49-F238E27FC236}">
                <a16:creationId xmlns:a16="http://schemas.microsoft.com/office/drawing/2014/main" id="{70B81B2D-8475-8A15-B330-BEDE20FF638C}"/>
              </a:ext>
            </a:extLst>
          </p:cNvPr>
          <p:cNvSpPr txBox="1"/>
          <p:nvPr/>
        </p:nvSpPr>
        <p:spPr>
          <a:xfrm>
            <a:off x="2889920" y="4704706"/>
            <a:ext cx="1285929" cy="230832"/>
          </a:xfrm>
          <a:prstGeom prst="rect">
            <a:avLst/>
          </a:prstGeom>
          <a:noFill/>
        </p:spPr>
        <p:txBody>
          <a:bodyPr wrap="none" rtlCol="0">
            <a:spAutoFit/>
          </a:bodyPr>
          <a:lstStyle/>
          <a:p>
            <a:pPr algn="just"/>
            <a:r>
              <a:rPr lang="en-US" sz="900" i="1" dirty="0">
                <a:solidFill>
                  <a:srgbClr val="45545F"/>
                </a:solidFill>
              </a:rPr>
              <a:t>Images © 123rf.com.</a:t>
            </a:r>
          </a:p>
        </p:txBody>
      </p:sp>
      <p:sp>
        <p:nvSpPr>
          <p:cNvPr id="5" name="Content Placeholder 4">
            <a:extLst>
              <a:ext uri="{FF2B5EF4-FFF2-40B4-BE49-F238E27FC236}">
                <a16:creationId xmlns:a16="http://schemas.microsoft.com/office/drawing/2014/main" id="{770FF6CF-4985-8114-018D-67D701C8F2FD}"/>
              </a:ext>
            </a:extLst>
          </p:cNvPr>
          <p:cNvSpPr>
            <a:spLocks noGrp="1"/>
          </p:cNvSpPr>
          <p:nvPr>
            <p:ph idx="1"/>
          </p:nvPr>
        </p:nvSpPr>
        <p:spPr/>
        <p:txBody>
          <a:bodyPr>
            <a:normAutofit fontScale="70000" lnSpcReduction="20000"/>
          </a:bodyPr>
          <a:lstStyle/>
          <a:p>
            <a:r>
              <a:rPr lang="en-US" noProof="0" dirty="0"/>
              <a:t>Secure admin workstations (SAWs)</a:t>
            </a:r>
          </a:p>
          <a:p>
            <a:r>
              <a:rPr lang="en-US" noProof="0" dirty="0"/>
              <a:t>Out-of-band (OOB) management</a:t>
            </a:r>
          </a:p>
          <a:p>
            <a:pPr lvl="1"/>
            <a:r>
              <a:rPr lang="en-US" noProof="0" dirty="0"/>
              <a:t>Serial/modem/console port</a:t>
            </a:r>
          </a:p>
          <a:p>
            <a:pPr lvl="1"/>
            <a:r>
              <a:rPr lang="en-US" noProof="0" dirty="0"/>
              <a:t>Virtual terminal</a:t>
            </a:r>
          </a:p>
          <a:p>
            <a:pPr lvl="1"/>
            <a:r>
              <a:rPr lang="en-US" noProof="0" dirty="0"/>
              <a:t>Separate cabling or VLAN isolation</a:t>
            </a:r>
          </a:p>
          <a:p>
            <a:r>
              <a:rPr lang="en-US" noProof="0" dirty="0"/>
              <a:t>Jump servers</a:t>
            </a:r>
          </a:p>
          <a:p>
            <a:pPr lvl="1"/>
            <a:r>
              <a:rPr lang="en-US" noProof="0" dirty="0"/>
              <a:t>Single host accepts SSH or RDP connections from SAWs</a:t>
            </a:r>
          </a:p>
          <a:p>
            <a:pPr lvl="1"/>
            <a:r>
              <a:rPr lang="en-US" noProof="0" dirty="0"/>
              <a:t>Forwards connections to app servers</a:t>
            </a:r>
          </a:p>
          <a:p>
            <a:pPr lvl="1"/>
            <a:r>
              <a:rPr lang="en-US" noProof="0" dirty="0"/>
              <a:t>App servers only accept connections from jump server</a:t>
            </a:r>
          </a:p>
          <a:p>
            <a:endParaRPr lang="en-US" noProof="0" dirty="0"/>
          </a:p>
          <a:p>
            <a:endParaRPr lang="en-US" noProof="0" dirty="0"/>
          </a:p>
          <a:p>
            <a:endParaRPr lang="en-US" dirty="0"/>
          </a:p>
        </p:txBody>
      </p:sp>
      <p:pic>
        <p:nvPicPr>
          <p:cNvPr id="15362" name="Picture 2">
            <a:extLst>
              <a:ext uri="{FF2B5EF4-FFF2-40B4-BE49-F238E27FC236}">
                <a16:creationId xmlns:a16="http://schemas.microsoft.com/office/drawing/2014/main" id="{945577C3-E471-E489-6369-713EBCBE41A9}"/>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98687" y="746125"/>
            <a:ext cx="4256713" cy="404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083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1C6F1D-56DD-3EF6-5CEC-B35716C5E7C1}"/>
              </a:ext>
            </a:extLst>
          </p:cNvPr>
          <p:cNvSpPr>
            <a:spLocks noGrp="1"/>
          </p:cNvSpPr>
          <p:nvPr>
            <p:ph sz="quarter" idx="11"/>
          </p:nvPr>
        </p:nvSpPr>
        <p:spPr/>
        <p:txBody>
          <a:bodyPr>
            <a:normAutofit fontScale="92500" lnSpcReduction="10000"/>
          </a:bodyPr>
          <a:lstStyle/>
          <a:p>
            <a:r>
              <a:rPr lang="en-US" dirty="0"/>
              <a:t>Remote access architecture</a:t>
            </a:r>
          </a:p>
          <a:p>
            <a:pPr lvl="1"/>
            <a:r>
              <a:rPr lang="en-US" dirty="0"/>
              <a:t>Tunneling, client-to-site remote access VPN</a:t>
            </a:r>
            <a:r>
              <a:rPr lang="en-US"/>
              <a:t>, site-to-site VPN</a:t>
            </a:r>
            <a:endParaRPr lang="en-US" dirty="0"/>
          </a:p>
          <a:p>
            <a:r>
              <a:rPr lang="en-US" dirty="0"/>
              <a:t>Transport Layer Security (TLS) tunneling</a:t>
            </a:r>
          </a:p>
          <a:p>
            <a:r>
              <a:rPr lang="en-US" dirty="0"/>
              <a:t>Internet Protocol Security (IPSec) tunneling</a:t>
            </a:r>
          </a:p>
          <a:p>
            <a:r>
              <a:rPr lang="en-US" dirty="0"/>
              <a:t>Internet Key Exchange</a:t>
            </a:r>
          </a:p>
          <a:p>
            <a:r>
              <a:rPr lang="en-US" dirty="0"/>
              <a:t>Remote Desktop</a:t>
            </a:r>
          </a:p>
          <a:p>
            <a:r>
              <a:rPr lang="en-US" dirty="0"/>
              <a:t>Secure Shell</a:t>
            </a:r>
          </a:p>
          <a:p>
            <a:r>
              <a:rPr lang="en-US" dirty="0"/>
              <a:t>Out-of-band management and jump servers</a:t>
            </a:r>
          </a:p>
          <a:p>
            <a:pPr marL="0" indent="0">
              <a:buNone/>
            </a:pPr>
            <a:endParaRPr lang="en-US" dirty="0"/>
          </a:p>
        </p:txBody>
      </p:sp>
      <p:sp>
        <p:nvSpPr>
          <p:cNvPr id="3" name="Title 2">
            <a:extLst>
              <a:ext uri="{FF2B5EF4-FFF2-40B4-BE49-F238E27FC236}">
                <a16:creationId xmlns:a16="http://schemas.microsoft.com/office/drawing/2014/main" id="{29695820-11F9-85BE-B6D6-27F7DA6EF21D}"/>
              </a:ext>
            </a:extLst>
          </p:cNvPr>
          <p:cNvSpPr>
            <a:spLocks noGrp="1"/>
          </p:cNvSpPr>
          <p:nvPr>
            <p:ph type="title"/>
          </p:nvPr>
        </p:nvSpPr>
        <p:spPr/>
        <p:txBody>
          <a:bodyPr/>
          <a:lstStyle/>
          <a:p>
            <a:r>
              <a:rPr lang="en-US" dirty="0"/>
              <a:t>Virtual Private Networks</a:t>
            </a:r>
          </a:p>
        </p:txBody>
      </p:sp>
      <p:sp>
        <p:nvSpPr>
          <p:cNvPr id="4" name="Slide Number Placeholder 3">
            <a:extLst>
              <a:ext uri="{FF2B5EF4-FFF2-40B4-BE49-F238E27FC236}">
                <a16:creationId xmlns:a16="http://schemas.microsoft.com/office/drawing/2014/main" id="{B560072A-BAB7-C4FB-3A19-6199FFFD3AE9}"/>
              </a:ext>
            </a:extLst>
          </p:cNvPr>
          <p:cNvSpPr>
            <a:spLocks noGrp="1"/>
          </p:cNvSpPr>
          <p:nvPr>
            <p:ph type="sldNum" sz="quarter" idx="12"/>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21009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AA2BDF-7BA0-9586-5C26-2F282F075978}"/>
              </a:ext>
            </a:extLst>
          </p:cNvPr>
          <p:cNvSpPr>
            <a:spLocks noGrp="1"/>
          </p:cNvSpPr>
          <p:nvPr>
            <p:ph type="sldNum" sz="quarter" idx="13"/>
          </p:nvPr>
        </p:nvSpPr>
        <p:spPr/>
        <p:txBody>
          <a:bodyPr/>
          <a:lstStyle/>
          <a:p>
            <a:fld id="{B7CF8A19-3A9E-4ABC-B336-2FDDE321C72D}" type="slidenum">
              <a:rPr lang="en-US" smtClean="0"/>
              <a:pPr/>
              <a:t>36</a:t>
            </a:fld>
            <a:endParaRPr lang="en-US"/>
          </a:p>
        </p:txBody>
      </p:sp>
      <p:sp>
        <p:nvSpPr>
          <p:cNvPr id="5" name="Content Placeholder 4">
            <a:extLst>
              <a:ext uri="{FF2B5EF4-FFF2-40B4-BE49-F238E27FC236}">
                <a16:creationId xmlns:a16="http://schemas.microsoft.com/office/drawing/2014/main" id="{CE78C337-4F03-60BC-C5E6-7C863D2CE8CE}"/>
              </a:ext>
            </a:extLst>
          </p:cNvPr>
          <p:cNvSpPr>
            <a:spLocks noGrp="1"/>
          </p:cNvSpPr>
          <p:nvPr>
            <p:ph sz="quarter" idx="14"/>
          </p:nvPr>
        </p:nvSpPr>
        <p:spPr/>
        <p:txBody>
          <a:bodyPr/>
          <a:lstStyle/>
          <a:p>
            <a:r>
              <a:rPr lang="en-US" dirty="0"/>
              <a:t>Assisted Lab: Setting up Remote Access</a:t>
            </a:r>
          </a:p>
          <a:p>
            <a:r>
              <a:rPr lang="en-US" dirty="0"/>
              <a:t>Assisted Lab: Using </a:t>
            </a:r>
            <a:r>
              <a:rPr lang="en-US" dirty="0" err="1"/>
              <a:t>IPSec</a:t>
            </a:r>
            <a:r>
              <a:rPr lang="en-US" dirty="0"/>
              <a:t> Tunneling</a:t>
            </a:r>
          </a:p>
        </p:txBody>
      </p:sp>
    </p:spTree>
    <p:extLst>
      <p:ext uri="{BB962C8B-B14F-4D97-AF65-F5344CB8AC3E}">
        <p14:creationId xmlns:p14="http://schemas.microsoft.com/office/powerpoint/2010/main" val="4056847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5</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500033866"/>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2798</Words>
  <Application>Microsoft Office PowerPoint</Application>
  <PresentationFormat>On-screen Show (16:9)</PresentationFormat>
  <Paragraphs>410</Paragraphs>
  <Slides>37</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Open Sans</vt:lpstr>
      <vt:lpstr>Calibri</vt:lpstr>
      <vt:lpstr>Arial</vt:lpstr>
      <vt:lpstr>comptia_ov</vt:lpstr>
      <vt:lpstr>Maintain Enterprise Campus Network Architecture</vt:lpstr>
      <vt:lpstr>Objectives</vt:lpstr>
      <vt:lpstr>Enterprise Network Architecture</vt:lpstr>
      <vt:lpstr>Architecture and Infrastructure Concepts</vt:lpstr>
      <vt:lpstr>Network Infrastructure</vt:lpstr>
      <vt:lpstr>Switching Infrastructure Considerations</vt:lpstr>
      <vt:lpstr>Routing Infrastructure Considerations</vt:lpstr>
      <vt:lpstr>Security Zones</vt:lpstr>
      <vt:lpstr>Attack Surface</vt:lpstr>
      <vt:lpstr>Port Security</vt:lpstr>
      <vt:lpstr>Physical Isolation</vt:lpstr>
      <vt:lpstr>Architecture Considerations (1)</vt:lpstr>
      <vt:lpstr>Architecture Considerations (2)</vt:lpstr>
      <vt:lpstr>Enterprise Network Architecture</vt:lpstr>
      <vt:lpstr>Network Security Appliances</vt:lpstr>
      <vt:lpstr>Device Placement</vt:lpstr>
      <vt:lpstr>Device Attributes</vt:lpstr>
      <vt:lpstr>Firewalls</vt:lpstr>
      <vt:lpstr>Layer 4 and Layer 7 Firewalls</vt:lpstr>
      <vt:lpstr>Proxy Servers</vt:lpstr>
      <vt:lpstr>Intrusion Detection Systems</vt:lpstr>
      <vt:lpstr>Next-generation Firewalls and Unified Threat Management</vt:lpstr>
      <vt:lpstr>Load Balancers</vt:lpstr>
      <vt:lpstr>Web Application Firewalls</vt:lpstr>
      <vt:lpstr>Network Security Appliances</vt:lpstr>
      <vt:lpstr>Virtual Private Networks</vt:lpstr>
      <vt:lpstr>Remote Access Architecture (1)</vt:lpstr>
      <vt:lpstr>Remote Access Architecture (2)</vt:lpstr>
      <vt:lpstr>Transport Layer Security Tunneling</vt:lpstr>
      <vt:lpstr>Internet Protocol Security Tunneling</vt:lpstr>
      <vt:lpstr>Internet Key Exchange</vt:lpstr>
      <vt:lpstr>Remote Desktop</vt:lpstr>
      <vt:lpstr>Secure Shell</vt:lpstr>
      <vt:lpstr>Out-of-band Management and Jump Servers</vt:lpstr>
      <vt:lpstr>Virtual Private Networks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2023-09-11T17:43:01Z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