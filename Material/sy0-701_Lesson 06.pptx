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39"/>
  </p:notesMasterIdLst>
  <p:handoutMasterIdLst>
    <p:handoutMasterId r:id="rId40"/>
  </p:handoutMasterIdLst>
  <p:sldIdLst>
    <p:sldId id="257" r:id="rId6"/>
    <p:sldId id="258" r:id="rId7"/>
    <p:sldId id="260" r:id="rId8"/>
    <p:sldId id="268" r:id="rId9"/>
    <p:sldId id="269" r:id="rId10"/>
    <p:sldId id="261" r:id="rId11"/>
    <p:sldId id="272" r:id="rId12"/>
    <p:sldId id="273" r:id="rId13"/>
    <p:sldId id="274" r:id="rId14"/>
    <p:sldId id="275" r:id="rId15"/>
    <p:sldId id="276" r:id="rId16"/>
    <p:sldId id="271" r:id="rId17"/>
    <p:sldId id="277" r:id="rId18"/>
    <p:sldId id="278" r:id="rId19"/>
    <p:sldId id="279" r:id="rId20"/>
    <p:sldId id="281" r:id="rId21"/>
    <p:sldId id="280" r:id="rId22"/>
    <p:sldId id="282" r:id="rId23"/>
    <p:sldId id="263" r:id="rId24"/>
    <p:sldId id="264" r:id="rId25"/>
    <p:sldId id="267" r:id="rId26"/>
    <p:sldId id="286" r:id="rId27"/>
    <p:sldId id="287" r:id="rId28"/>
    <p:sldId id="288" r:id="rId29"/>
    <p:sldId id="289" r:id="rId30"/>
    <p:sldId id="290" r:id="rId31"/>
    <p:sldId id="291" r:id="rId32"/>
    <p:sldId id="292" r:id="rId33"/>
    <p:sldId id="293" r:id="rId34"/>
    <p:sldId id="294" r:id="rId35"/>
    <p:sldId id="285" r:id="rId36"/>
    <p:sldId id="283" r:id="rId37"/>
    <p:sldId id="266" r:id="rId38"/>
  </p:sldIdLst>
  <p:sldSz cx="9144000" cy="5143500" type="screen16x9"/>
  <p:notesSz cx="6858000" cy="9144000"/>
  <p:embeddedFontLst>
    <p:embeddedFont>
      <p:font typeface="Calibri" panose="020F0502020204030204" pitchFamily="34"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A8D7DB-FCA1-42F9-9291-951112CBD49E}" v="6" dt="2023-09-19T10:04:34.2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481" autoAdjust="0"/>
  </p:normalViewPr>
  <p:slideViewPr>
    <p:cSldViewPr snapToGrid="0">
      <p:cViewPr varScale="1">
        <p:scale>
          <a:sx n="122" d="100"/>
          <a:sy n="122" d="100"/>
        </p:scale>
        <p:origin x="1266" y="108"/>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6.fntdata"/><Relationship Id="rId20" Type="http://schemas.openxmlformats.org/officeDocument/2006/relationships/slide" Target="slides/slide15.xml"/><Relationship Id="rId41" Type="http://schemas.openxmlformats.org/officeDocument/2006/relationships/font" Target="fonts/font1.fntdata"/><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Pengelly" userId="d269fecd-a8a2-4e5a-93ae-88bdaab21f51" providerId="ADAL" clId="{D2A8D7DB-FCA1-42F9-9291-951112CBD49E}"/>
    <pc:docChg chg="custSel modSld">
      <pc:chgData name="James Pengelly" userId="d269fecd-a8a2-4e5a-93ae-88bdaab21f51" providerId="ADAL" clId="{D2A8D7DB-FCA1-42F9-9291-951112CBD49E}" dt="2023-09-19T10:04:40.010" v="267" actId="1076"/>
      <pc:docMkLst>
        <pc:docMk/>
      </pc:docMkLst>
      <pc:sldChg chg="addSp delSp modSp mod chgLayout">
        <pc:chgData name="James Pengelly" userId="d269fecd-a8a2-4e5a-93ae-88bdaab21f51" providerId="ADAL" clId="{D2A8D7DB-FCA1-42F9-9291-951112CBD49E}" dt="2023-09-19T09:57:58.884" v="5"/>
        <pc:sldMkLst>
          <pc:docMk/>
          <pc:sldMk cId="1702716025" sldId="260"/>
        </pc:sldMkLst>
        <pc:spChg chg="mod ord">
          <ac:chgData name="James Pengelly" userId="d269fecd-a8a2-4e5a-93ae-88bdaab21f51" providerId="ADAL" clId="{D2A8D7DB-FCA1-42F9-9291-951112CBD49E}" dt="2023-09-19T09:57:54.227" v="1" actId="6264"/>
          <ac:spMkLst>
            <pc:docMk/>
            <pc:sldMk cId="1702716025" sldId="260"/>
            <ac:spMk id="2" creationId="{5A78B9D2-75C6-4E31-8D20-2472152AE3E2}"/>
          </ac:spMkLst>
        </pc:spChg>
        <pc:spChg chg="add del mod">
          <ac:chgData name="James Pengelly" userId="d269fecd-a8a2-4e5a-93ae-88bdaab21f51" providerId="ADAL" clId="{D2A8D7DB-FCA1-42F9-9291-951112CBD49E}" dt="2023-09-19T09:57:54.227" v="1" actId="6264"/>
          <ac:spMkLst>
            <pc:docMk/>
            <pc:sldMk cId="1702716025" sldId="260"/>
            <ac:spMk id="3" creationId="{6A3E9BB4-161E-D897-640E-F3940AF1A449}"/>
          </ac:spMkLst>
        </pc:spChg>
        <pc:spChg chg="mod ord">
          <ac:chgData name="James Pengelly" userId="d269fecd-a8a2-4e5a-93ae-88bdaab21f51" providerId="ADAL" clId="{D2A8D7DB-FCA1-42F9-9291-951112CBD49E}" dt="2023-09-19T09:57:54.227" v="1" actId="6264"/>
          <ac:spMkLst>
            <pc:docMk/>
            <pc:sldMk cId="1702716025" sldId="260"/>
            <ac:spMk id="4" creationId="{81D661B8-EEC6-4B47-84B5-8687AB7DEF59}"/>
          </ac:spMkLst>
        </pc:spChg>
        <pc:spChg chg="del mod">
          <ac:chgData name="James Pengelly" userId="d269fecd-a8a2-4e5a-93ae-88bdaab21f51" providerId="ADAL" clId="{D2A8D7DB-FCA1-42F9-9291-951112CBD49E}" dt="2023-09-19T09:57:58.884" v="5"/>
          <ac:spMkLst>
            <pc:docMk/>
            <pc:sldMk cId="1702716025" sldId="260"/>
            <ac:spMk id="5" creationId="{137E005E-A66D-4D0E-9B1A-24F6766E1709}"/>
          </ac:spMkLst>
        </pc:spChg>
        <pc:spChg chg="add del mod">
          <ac:chgData name="James Pengelly" userId="d269fecd-a8a2-4e5a-93ae-88bdaab21f51" providerId="ADAL" clId="{D2A8D7DB-FCA1-42F9-9291-951112CBD49E}" dt="2023-09-19T09:57:54.227" v="1" actId="6264"/>
          <ac:spMkLst>
            <pc:docMk/>
            <pc:sldMk cId="1702716025" sldId="260"/>
            <ac:spMk id="6" creationId="{935BE1CE-156B-1863-E65B-D59417CB502B}"/>
          </ac:spMkLst>
        </pc:spChg>
        <pc:spChg chg="add mod ord">
          <ac:chgData name="James Pengelly" userId="d269fecd-a8a2-4e5a-93ae-88bdaab21f51" providerId="ADAL" clId="{D2A8D7DB-FCA1-42F9-9291-951112CBD49E}" dt="2023-09-19T09:57:57.602" v="3" actId="6549"/>
          <ac:spMkLst>
            <pc:docMk/>
            <pc:sldMk cId="1702716025" sldId="260"/>
            <ac:spMk id="7" creationId="{87F61286-4B98-FDBF-F84A-EBF820141B5D}"/>
          </ac:spMkLst>
        </pc:spChg>
      </pc:sldChg>
      <pc:sldChg chg="addSp delSp modSp mod modClrScheme chgLayout">
        <pc:chgData name="James Pengelly" userId="d269fecd-a8a2-4e5a-93ae-88bdaab21f51" providerId="ADAL" clId="{D2A8D7DB-FCA1-42F9-9291-951112CBD49E}" dt="2023-09-19T09:58:52.680" v="34"/>
        <pc:sldMkLst>
          <pc:docMk/>
          <pc:sldMk cId="1821724871" sldId="261"/>
        </pc:sldMkLst>
        <pc:spChg chg="mod ord">
          <ac:chgData name="James Pengelly" userId="d269fecd-a8a2-4e5a-93ae-88bdaab21f51" providerId="ADAL" clId="{D2A8D7DB-FCA1-42F9-9291-951112CBD49E}" dt="2023-09-19T09:58:39.750" v="29" actId="700"/>
          <ac:spMkLst>
            <pc:docMk/>
            <pc:sldMk cId="1821724871" sldId="261"/>
            <ac:spMk id="2" creationId="{EBE9F564-251E-4378-B4D0-692726090772}"/>
          </ac:spMkLst>
        </pc:spChg>
        <pc:spChg chg="add del mod">
          <ac:chgData name="James Pengelly" userId="d269fecd-a8a2-4e5a-93ae-88bdaab21f51" providerId="ADAL" clId="{D2A8D7DB-FCA1-42F9-9291-951112CBD49E}" dt="2023-09-19T09:58:34.135" v="28" actId="6264"/>
          <ac:spMkLst>
            <pc:docMk/>
            <pc:sldMk cId="1821724871" sldId="261"/>
            <ac:spMk id="3" creationId="{7AFFAC44-2F9A-02DE-F771-9A8CD2A6CA16}"/>
          </ac:spMkLst>
        </pc:spChg>
        <pc:spChg chg="mod ord">
          <ac:chgData name="James Pengelly" userId="d269fecd-a8a2-4e5a-93ae-88bdaab21f51" providerId="ADAL" clId="{D2A8D7DB-FCA1-42F9-9291-951112CBD49E}" dt="2023-09-19T09:58:39.750" v="29" actId="700"/>
          <ac:spMkLst>
            <pc:docMk/>
            <pc:sldMk cId="1821724871" sldId="261"/>
            <ac:spMk id="4" creationId="{80C4C0A8-03F5-4F2B-9EB9-918B55C258A2}"/>
          </ac:spMkLst>
        </pc:spChg>
        <pc:spChg chg="del mod">
          <ac:chgData name="James Pengelly" userId="d269fecd-a8a2-4e5a-93ae-88bdaab21f51" providerId="ADAL" clId="{D2A8D7DB-FCA1-42F9-9291-951112CBD49E}" dt="2023-09-19T09:58:52.680" v="34"/>
          <ac:spMkLst>
            <pc:docMk/>
            <pc:sldMk cId="1821724871" sldId="261"/>
            <ac:spMk id="5" creationId="{372FA240-3863-4D01-94C7-5E89B539BF0B}"/>
          </ac:spMkLst>
        </pc:spChg>
        <pc:spChg chg="mod">
          <ac:chgData name="James Pengelly" userId="d269fecd-a8a2-4e5a-93ae-88bdaab21f51" providerId="ADAL" clId="{D2A8D7DB-FCA1-42F9-9291-951112CBD49E}" dt="2023-09-19T09:58:52.090" v="32" actId="1076"/>
          <ac:spMkLst>
            <pc:docMk/>
            <pc:sldMk cId="1821724871" sldId="261"/>
            <ac:spMk id="6" creationId="{6C97A144-0634-4203-BEE3-57B7B2ADD04C}"/>
          </ac:spMkLst>
        </pc:spChg>
        <pc:spChg chg="add del mod">
          <ac:chgData name="James Pengelly" userId="d269fecd-a8a2-4e5a-93ae-88bdaab21f51" providerId="ADAL" clId="{D2A8D7DB-FCA1-42F9-9291-951112CBD49E}" dt="2023-09-19T09:58:34.135" v="28" actId="6264"/>
          <ac:spMkLst>
            <pc:docMk/>
            <pc:sldMk cId="1821724871" sldId="261"/>
            <ac:spMk id="7" creationId="{F1FD125A-8C6A-8EEC-666C-D3FAA9EBCD4B}"/>
          </ac:spMkLst>
        </pc:spChg>
        <pc:spChg chg="add del mod">
          <ac:chgData name="James Pengelly" userId="d269fecd-a8a2-4e5a-93ae-88bdaab21f51" providerId="ADAL" clId="{D2A8D7DB-FCA1-42F9-9291-951112CBD49E}" dt="2023-09-19T09:58:34.135" v="28" actId="6264"/>
          <ac:spMkLst>
            <pc:docMk/>
            <pc:sldMk cId="1821724871" sldId="261"/>
            <ac:spMk id="9" creationId="{A42655D9-E6F0-10AF-837A-8B1205EFC837}"/>
          </ac:spMkLst>
        </pc:spChg>
        <pc:spChg chg="add mod ord">
          <ac:chgData name="James Pengelly" userId="d269fecd-a8a2-4e5a-93ae-88bdaab21f51" providerId="ADAL" clId="{D2A8D7DB-FCA1-42F9-9291-951112CBD49E}" dt="2023-09-19T09:58:41.297" v="30"/>
          <ac:spMkLst>
            <pc:docMk/>
            <pc:sldMk cId="1821724871" sldId="261"/>
            <ac:spMk id="10" creationId="{5899524A-321F-B9CF-A11A-1E3FA0096FC6}"/>
          </ac:spMkLst>
        </pc:spChg>
        <pc:picChg chg="mod ord">
          <ac:chgData name="James Pengelly" userId="d269fecd-a8a2-4e5a-93ae-88bdaab21f51" providerId="ADAL" clId="{D2A8D7DB-FCA1-42F9-9291-951112CBD49E}" dt="2023-09-19T09:58:46.961" v="31" actId="14100"/>
          <ac:picMkLst>
            <pc:docMk/>
            <pc:sldMk cId="1821724871" sldId="261"/>
            <ac:picMk id="8" creationId="{652E3408-4AEB-F160-0671-42E0BBAC4FBF}"/>
          </ac:picMkLst>
        </pc:picChg>
      </pc:sldChg>
      <pc:sldChg chg="addSp delSp modSp mod chgLayout">
        <pc:chgData name="James Pengelly" userId="d269fecd-a8a2-4e5a-93ae-88bdaab21f51" providerId="ADAL" clId="{D2A8D7DB-FCA1-42F9-9291-951112CBD49E}" dt="2023-09-19T09:58:05.172" v="10"/>
        <pc:sldMkLst>
          <pc:docMk/>
          <pc:sldMk cId="3835177" sldId="268"/>
        </pc:sldMkLst>
        <pc:spChg chg="mod ord">
          <ac:chgData name="James Pengelly" userId="d269fecd-a8a2-4e5a-93ae-88bdaab21f51" providerId="ADAL" clId="{D2A8D7DB-FCA1-42F9-9291-951112CBD49E}" dt="2023-09-19T09:58:02.127" v="7" actId="6264"/>
          <ac:spMkLst>
            <pc:docMk/>
            <pc:sldMk cId="3835177" sldId="268"/>
            <ac:spMk id="2" creationId="{5A78B9D2-75C6-4E31-8D20-2472152AE3E2}"/>
          </ac:spMkLst>
        </pc:spChg>
        <pc:spChg chg="add del mod">
          <ac:chgData name="James Pengelly" userId="d269fecd-a8a2-4e5a-93ae-88bdaab21f51" providerId="ADAL" clId="{D2A8D7DB-FCA1-42F9-9291-951112CBD49E}" dt="2023-09-19T09:58:02.127" v="7" actId="6264"/>
          <ac:spMkLst>
            <pc:docMk/>
            <pc:sldMk cId="3835177" sldId="268"/>
            <ac:spMk id="3" creationId="{5C900705-CF57-509C-2B0F-689FD5AD080B}"/>
          </ac:spMkLst>
        </pc:spChg>
        <pc:spChg chg="mod ord">
          <ac:chgData name="James Pengelly" userId="d269fecd-a8a2-4e5a-93ae-88bdaab21f51" providerId="ADAL" clId="{D2A8D7DB-FCA1-42F9-9291-951112CBD49E}" dt="2023-09-19T09:58:02.127" v="7" actId="6264"/>
          <ac:spMkLst>
            <pc:docMk/>
            <pc:sldMk cId="3835177" sldId="268"/>
            <ac:spMk id="4" creationId="{81D661B8-EEC6-4B47-84B5-8687AB7DEF59}"/>
          </ac:spMkLst>
        </pc:spChg>
        <pc:spChg chg="del mod">
          <ac:chgData name="James Pengelly" userId="d269fecd-a8a2-4e5a-93ae-88bdaab21f51" providerId="ADAL" clId="{D2A8D7DB-FCA1-42F9-9291-951112CBD49E}" dt="2023-09-19T09:58:05.172" v="10"/>
          <ac:spMkLst>
            <pc:docMk/>
            <pc:sldMk cId="3835177" sldId="268"/>
            <ac:spMk id="5" creationId="{137E005E-A66D-4D0E-9B1A-24F6766E1709}"/>
          </ac:spMkLst>
        </pc:spChg>
        <pc:spChg chg="add del mod">
          <ac:chgData name="James Pengelly" userId="d269fecd-a8a2-4e5a-93ae-88bdaab21f51" providerId="ADAL" clId="{D2A8D7DB-FCA1-42F9-9291-951112CBD49E}" dt="2023-09-19T09:58:02.127" v="7" actId="6264"/>
          <ac:spMkLst>
            <pc:docMk/>
            <pc:sldMk cId="3835177" sldId="268"/>
            <ac:spMk id="6" creationId="{D1A0A57F-2676-F4D0-512A-3D5650191415}"/>
          </ac:spMkLst>
        </pc:spChg>
        <pc:spChg chg="add mod ord">
          <ac:chgData name="James Pengelly" userId="d269fecd-a8a2-4e5a-93ae-88bdaab21f51" providerId="ADAL" clId="{D2A8D7DB-FCA1-42F9-9291-951112CBD49E}" dt="2023-09-19T09:58:03.050" v="8"/>
          <ac:spMkLst>
            <pc:docMk/>
            <pc:sldMk cId="3835177" sldId="268"/>
            <ac:spMk id="7" creationId="{F3B77356-64FD-483B-15C7-6E33E429168A}"/>
          </ac:spMkLst>
        </pc:spChg>
      </pc:sldChg>
      <pc:sldChg chg="addSp delSp modSp mod chgLayout">
        <pc:chgData name="James Pengelly" userId="d269fecd-a8a2-4e5a-93ae-88bdaab21f51" providerId="ADAL" clId="{D2A8D7DB-FCA1-42F9-9291-951112CBD49E}" dt="2023-09-19T09:58:23.062" v="26" actId="15"/>
        <pc:sldMkLst>
          <pc:docMk/>
          <pc:sldMk cId="2574491566" sldId="269"/>
        </pc:sldMkLst>
        <pc:spChg chg="mod ord">
          <ac:chgData name="James Pengelly" userId="d269fecd-a8a2-4e5a-93ae-88bdaab21f51" providerId="ADAL" clId="{D2A8D7DB-FCA1-42F9-9291-951112CBD49E}" dt="2023-09-19T09:58:08.605" v="12" actId="6264"/>
          <ac:spMkLst>
            <pc:docMk/>
            <pc:sldMk cId="2574491566" sldId="269"/>
            <ac:spMk id="2" creationId="{5A78B9D2-75C6-4E31-8D20-2472152AE3E2}"/>
          </ac:spMkLst>
        </pc:spChg>
        <pc:spChg chg="add del mod">
          <ac:chgData name="James Pengelly" userId="d269fecd-a8a2-4e5a-93ae-88bdaab21f51" providerId="ADAL" clId="{D2A8D7DB-FCA1-42F9-9291-951112CBD49E}" dt="2023-09-19T09:58:08.605" v="12" actId="6264"/>
          <ac:spMkLst>
            <pc:docMk/>
            <pc:sldMk cId="2574491566" sldId="269"/>
            <ac:spMk id="3" creationId="{08F1F9E6-BCF8-FAC9-19D6-09CE5585AD3D}"/>
          </ac:spMkLst>
        </pc:spChg>
        <pc:spChg chg="mod ord">
          <ac:chgData name="James Pengelly" userId="d269fecd-a8a2-4e5a-93ae-88bdaab21f51" providerId="ADAL" clId="{D2A8D7DB-FCA1-42F9-9291-951112CBD49E}" dt="2023-09-19T09:58:08.605" v="12" actId="6264"/>
          <ac:spMkLst>
            <pc:docMk/>
            <pc:sldMk cId="2574491566" sldId="269"/>
            <ac:spMk id="4" creationId="{81D661B8-EEC6-4B47-84B5-8687AB7DEF59}"/>
          </ac:spMkLst>
        </pc:spChg>
        <pc:spChg chg="del mod">
          <ac:chgData name="James Pengelly" userId="d269fecd-a8a2-4e5a-93ae-88bdaab21f51" providerId="ADAL" clId="{D2A8D7DB-FCA1-42F9-9291-951112CBD49E}" dt="2023-09-19T09:58:17.969" v="16" actId="478"/>
          <ac:spMkLst>
            <pc:docMk/>
            <pc:sldMk cId="2574491566" sldId="269"/>
            <ac:spMk id="5" creationId="{137E005E-A66D-4D0E-9B1A-24F6766E1709}"/>
          </ac:spMkLst>
        </pc:spChg>
        <pc:spChg chg="add del mod">
          <ac:chgData name="James Pengelly" userId="d269fecd-a8a2-4e5a-93ae-88bdaab21f51" providerId="ADAL" clId="{D2A8D7DB-FCA1-42F9-9291-951112CBD49E}" dt="2023-09-19T09:58:08.605" v="12" actId="6264"/>
          <ac:spMkLst>
            <pc:docMk/>
            <pc:sldMk cId="2574491566" sldId="269"/>
            <ac:spMk id="6" creationId="{E6EF9CA8-478E-9397-78A7-F5CD2A201A3E}"/>
          </ac:spMkLst>
        </pc:spChg>
        <pc:spChg chg="add mod ord">
          <ac:chgData name="James Pengelly" userId="d269fecd-a8a2-4e5a-93ae-88bdaab21f51" providerId="ADAL" clId="{D2A8D7DB-FCA1-42F9-9291-951112CBD49E}" dt="2023-09-19T09:58:23.062" v="26" actId="15"/>
          <ac:spMkLst>
            <pc:docMk/>
            <pc:sldMk cId="2574491566" sldId="269"/>
            <ac:spMk id="7" creationId="{6A0CD5E3-273E-5172-1360-9AF2AA94950B}"/>
          </ac:spMkLst>
        </pc:spChg>
      </pc:sldChg>
      <pc:sldChg chg="addSp delSp modSp mod modClrScheme chgLayout">
        <pc:chgData name="James Pengelly" userId="d269fecd-a8a2-4e5a-93ae-88bdaab21f51" providerId="ADAL" clId="{D2A8D7DB-FCA1-42F9-9291-951112CBD49E}" dt="2023-09-19T10:00:24.876" v="88" actId="20577"/>
        <pc:sldMkLst>
          <pc:docMk/>
          <pc:sldMk cId="2097966726" sldId="271"/>
        </pc:sldMkLst>
        <pc:spChg chg="mod ord">
          <ac:chgData name="James Pengelly" userId="d269fecd-a8a2-4e5a-93ae-88bdaab21f51" providerId="ADAL" clId="{D2A8D7DB-FCA1-42F9-9291-951112CBD49E}" dt="2023-09-19T10:00:11.739" v="71" actId="700"/>
          <ac:spMkLst>
            <pc:docMk/>
            <pc:sldMk cId="2097966726" sldId="271"/>
            <ac:spMk id="2" creationId="{EBE9F564-251E-4378-B4D0-692726090772}"/>
          </ac:spMkLst>
        </pc:spChg>
        <pc:spChg chg="mod ord">
          <ac:chgData name="James Pengelly" userId="d269fecd-a8a2-4e5a-93ae-88bdaab21f51" providerId="ADAL" clId="{D2A8D7DB-FCA1-42F9-9291-951112CBD49E}" dt="2023-09-19T10:00:11.739" v="71" actId="700"/>
          <ac:spMkLst>
            <pc:docMk/>
            <pc:sldMk cId="2097966726" sldId="271"/>
            <ac:spMk id="4" creationId="{80C4C0A8-03F5-4F2B-9EB9-918B55C258A2}"/>
          </ac:spMkLst>
        </pc:spChg>
        <pc:spChg chg="del mod">
          <ac:chgData name="James Pengelly" userId="d269fecd-a8a2-4e5a-93ae-88bdaab21f51" providerId="ADAL" clId="{D2A8D7DB-FCA1-42F9-9291-951112CBD49E}" dt="2023-09-19T10:00:09.632" v="70" actId="478"/>
          <ac:spMkLst>
            <pc:docMk/>
            <pc:sldMk cId="2097966726" sldId="271"/>
            <ac:spMk id="5" creationId="{372FA240-3863-4D01-94C7-5E89B539BF0B}"/>
          </ac:spMkLst>
        </pc:spChg>
        <pc:spChg chg="add del mod">
          <ac:chgData name="James Pengelly" userId="d269fecd-a8a2-4e5a-93ae-88bdaab21f51" providerId="ADAL" clId="{D2A8D7DB-FCA1-42F9-9291-951112CBD49E}" dt="2023-09-19T10:00:05.989" v="68" actId="478"/>
          <ac:spMkLst>
            <pc:docMk/>
            <pc:sldMk cId="2097966726" sldId="271"/>
            <ac:spMk id="7" creationId="{F70D0871-8419-F8B3-7DEF-9DE3FA18F237}"/>
          </ac:spMkLst>
        </pc:spChg>
        <pc:spChg chg="add mod ord">
          <ac:chgData name="James Pengelly" userId="d269fecd-a8a2-4e5a-93ae-88bdaab21f51" providerId="ADAL" clId="{D2A8D7DB-FCA1-42F9-9291-951112CBD49E}" dt="2023-09-19T10:00:24.876" v="88" actId="20577"/>
          <ac:spMkLst>
            <pc:docMk/>
            <pc:sldMk cId="2097966726" sldId="271"/>
            <ac:spMk id="10" creationId="{C06F2362-3692-CF8D-9375-E7171FEB12DE}"/>
          </ac:spMkLst>
        </pc:spChg>
        <pc:spChg chg="add del mod ord">
          <ac:chgData name="James Pengelly" userId="d269fecd-a8a2-4e5a-93ae-88bdaab21f51" providerId="ADAL" clId="{D2A8D7DB-FCA1-42F9-9291-951112CBD49E}" dt="2023-09-19T10:00:15.357" v="74"/>
          <ac:spMkLst>
            <pc:docMk/>
            <pc:sldMk cId="2097966726" sldId="271"/>
            <ac:spMk id="11" creationId="{9361FB78-49D3-E002-5D9C-4F6F49842CEC}"/>
          </ac:spMkLst>
        </pc:spChg>
        <pc:picChg chg="del">
          <ac:chgData name="James Pengelly" userId="d269fecd-a8a2-4e5a-93ae-88bdaab21f51" providerId="ADAL" clId="{D2A8D7DB-FCA1-42F9-9291-951112CBD49E}" dt="2023-09-19T09:59:57.229" v="66" actId="21"/>
          <ac:picMkLst>
            <pc:docMk/>
            <pc:sldMk cId="2097966726" sldId="271"/>
            <ac:picMk id="8" creationId="{5B402815-0E7C-162D-7DA0-03DB7B90CD95}"/>
          </ac:picMkLst>
        </pc:picChg>
        <pc:picChg chg="add del mod">
          <ac:chgData name="James Pengelly" userId="d269fecd-a8a2-4e5a-93ae-88bdaab21f51" providerId="ADAL" clId="{D2A8D7DB-FCA1-42F9-9291-951112CBD49E}" dt="2023-09-19T10:00:14.732" v="73" actId="21"/>
          <ac:picMkLst>
            <pc:docMk/>
            <pc:sldMk cId="2097966726" sldId="271"/>
            <ac:picMk id="9" creationId="{879D9989-5D49-E8AC-BDD2-5D0AE73CC626}"/>
          </ac:picMkLst>
        </pc:picChg>
        <pc:picChg chg="add mod">
          <ac:chgData name="James Pengelly" userId="d269fecd-a8a2-4e5a-93ae-88bdaab21f51" providerId="ADAL" clId="{D2A8D7DB-FCA1-42F9-9291-951112CBD49E}" dt="2023-09-19T10:00:15.357" v="74"/>
          <ac:picMkLst>
            <pc:docMk/>
            <pc:sldMk cId="2097966726" sldId="271"/>
            <ac:picMk id="12" creationId="{445E66BA-16CE-5F31-D988-D56935D58C4A}"/>
          </ac:picMkLst>
        </pc:picChg>
      </pc:sldChg>
      <pc:sldChg chg="addSp delSp modSp mod chgLayout">
        <pc:chgData name="James Pengelly" userId="d269fecd-a8a2-4e5a-93ae-88bdaab21f51" providerId="ADAL" clId="{D2A8D7DB-FCA1-42F9-9291-951112CBD49E}" dt="2023-09-19T09:59:10.031" v="42" actId="368"/>
        <pc:sldMkLst>
          <pc:docMk/>
          <pc:sldMk cId="1634512016" sldId="272"/>
        </pc:sldMkLst>
        <pc:spChg chg="mod ord">
          <ac:chgData name="James Pengelly" userId="d269fecd-a8a2-4e5a-93ae-88bdaab21f51" providerId="ADAL" clId="{D2A8D7DB-FCA1-42F9-9291-951112CBD49E}" dt="2023-09-19T09:58:56.794" v="36" actId="6264"/>
          <ac:spMkLst>
            <pc:docMk/>
            <pc:sldMk cId="1634512016" sldId="272"/>
            <ac:spMk id="2" creationId="{5A78B9D2-75C6-4E31-8D20-2472152AE3E2}"/>
          </ac:spMkLst>
        </pc:spChg>
        <pc:spChg chg="add del mod">
          <ac:chgData name="James Pengelly" userId="d269fecd-a8a2-4e5a-93ae-88bdaab21f51" providerId="ADAL" clId="{D2A8D7DB-FCA1-42F9-9291-951112CBD49E}" dt="2023-09-19T09:58:56.794" v="36" actId="6264"/>
          <ac:spMkLst>
            <pc:docMk/>
            <pc:sldMk cId="1634512016" sldId="272"/>
            <ac:spMk id="3" creationId="{573FD70B-95BF-85AE-7021-2335D69F9F05}"/>
          </ac:spMkLst>
        </pc:spChg>
        <pc:spChg chg="mod ord">
          <ac:chgData name="James Pengelly" userId="d269fecd-a8a2-4e5a-93ae-88bdaab21f51" providerId="ADAL" clId="{D2A8D7DB-FCA1-42F9-9291-951112CBD49E}" dt="2023-09-19T09:58:56.794" v="36" actId="6264"/>
          <ac:spMkLst>
            <pc:docMk/>
            <pc:sldMk cId="1634512016" sldId="272"/>
            <ac:spMk id="4" creationId="{81D661B8-EEC6-4B47-84B5-8687AB7DEF59}"/>
          </ac:spMkLst>
        </pc:spChg>
        <pc:spChg chg="del mod">
          <ac:chgData name="James Pengelly" userId="d269fecd-a8a2-4e5a-93ae-88bdaab21f51" providerId="ADAL" clId="{D2A8D7DB-FCA1-42F9-9291-951112CBD49E}" dt="2023-09-19T09:59:08.279" v="41" actId="478"/>
          <ac:spMkLst>
            <pc:docMk/>
            <pc:sldMk cId="1634512016" sldId="272"/>
            <ac:spMk id="5" creationId="{137E005E-A66D-4D0E-9B1A-24F6766E1709}"/>
          </ac:spMkLst>
        </pc:spChg>
        <pc:spChg chg="add del mod">
          <ac:chgData name="James Pengelly" userId="d269fecd-a8a2-4e5a-93ae-88bdaab21f51" providerId="ADAL" clId="{D2A8D7DB-FCA1-42F9-9291-951112CBD49E}" dt="2023-09-19T09:58:56.794" v="36" actId="6264"/>
          <ac:spMkLst>
            <pc:docMk/>
            <pc:sldMk cId="1634512016" sldId="272"/>
            <ac:spMk id="6" creationId="{5088E6F9-F40B-035B-1611-4AA078ADC756}"/>
          </ac:spMkLst>
        </pc:spChg>
        <pc:spChg chg="add mod ord">
          <ac:chgData name="James Pengelly" userId="d269fecd-a8a2-4e5a-93ae-88bdaab21f51" providerId="ADAL" clId="{D2A8D7DB-FCA1-42F9-9291-951112CBD49E}" dt="2023-09-19T09:59:10.031" v="42" actId="368"/>
          <ac:spMkLst>
            <pc:docMk/>
            <pc:sldMk cId="1634512016" sldId="272"/>
            <ac:spMk id="7" creationId="{0D45AAD9-5E5A-A272-8D96-4AB5CAB1A96E}"/>
          </ac:spMkLst>
        </pc:spChg>
      </pc:sldChg>
      <pc:sldChg chg="addSp delSp modSp mod chgLayout">
        <pc:chgData name="James Pengelly" userId="d269fecd-a8a2-4e5a-93ae-88bdaab21f51" providerId="ADAL" clId="{D2A8D7DB-FCA1-42F9-9291-951112CBD49E}" dt="2023-09-19T09:59:22.433" v="50" actId="113"/>
        <pc:sldMkLst>
          <pc:docMk/>
          <pc:sldMk cId="1417516807" sldId="273"/>
        </pc:sldMkLst>
        <pc:spChg chg="mod ord">
          <ac:chgData name="James Pengelly" userId="d269fecd-a8a2-4e5a-93ae-88bdaab21f51" providerId="ADAL" clId="{D2A8D7DB-FCA1-42F9-9291-951112CBD49E}" dt="2023-09-19T09:59:16.686" v="45" actId="6264"/>
          <ac:spMkLst>
            <pc:docMk/>
            <pc:sldMk cId="1417516807" sldId="273"/>
            <ac:spMk id="2" creationId="{5A78B9D2-75C6-4E31-8D20-2472152AE3E2}"/>
          </ac:spMkLst>
        </pc:spChg>
        <pc:spChg chg="add del mod">
          <ac:chgData name="James Pengelly" userId="d269fecd-a8a2-4e5a-93ae-88bdaab21f51" providerId="ADAL" clId="{D2A8D7DB-FCA1-42F9-9291-951112CBD49E}" dt="2023-09-19T09:59:16.686" v="45" actId="6264"/>
          <ac:spMkLst>
            <pc:docMk/>
            <pc:sldMk cId="1417516807" sldId="273"/>
            <ac:spMk id="3" creationId="{87FF97E0-D3C2-8DF6-EDA7-7CD993DD14F8}"/>
          </ac:spMkLst>
        </pc:spChg>
        <pc:spChg chg="mod ord">
          <ac:chgData name="James Pengelly" userId="d269fecd-a8a2-4e5a-93ae-88bdaab21f51" providerId="ADAL" clId="{D2A8D7DB-FCA1-42F9-9291-951112CBD49E}" dt="2023-09-19T09:59:16.686" v="45" actId="6264"/>
          <ac:spMkLst>
            <pc:docMk/>
            <pc:sldMk cId="1417516807" sldId="273"/>
            <ac:spMk id="4" creationId="{81D661B8-EEC6-4B47-84B5-8687AB7DEF59}"/>
          </ac:spMkLst>
        </pc:spChg>
        <pc:spChg chg="del mod">
          <ac:chgData name="James Pengelly" userId="d269fecd-a8a2-4e5a-93ae-88bdaab21f51" providerId="ADAL" clId="{D2A8D7DB-FCA1-42F9-9291-951112CBD49E}" dt="2023-09-19T09:59:15.341" v="44" actId="478"/>
          <ac:spMkLst>
            <pc:docMk/>
            <pc:sldMk cId="1417516807" sldId="273"/>
            <ac:spMk id="5" creationId="{137E005E-A66D-4D0E-9B1A-24F6766E1709}"/>
          </ac:spMkLst>
        </pc:spChg>
        <pc:spChg chg="add del mod">
          <ac:chgData name="James Pengelly" userId="d269fecd-a8a2-4e5a-93ae-88bdaab21f51" providerId="ADAL" clId="{D2A8D7DB-FCA1-42F9-9291-951112CBD49E}" dt="2023-09-19T09:59:16.686" v="45" actId="6264"/>
          <ac:spMkLst>
            <pc:docMk/>
            <pc:sldMk cId="1417516807" sldId="273"/>
            <ac:spMk id="6" creationId="{EF42C388-F7E0-C4C0-8FAC-2ADBC9FC8030}"/>
          </ac:spMkLst>
        </pc:spChg>
        <pc:spChg chg="add mod ord">
          <ac:chgData name="James Pengelly" userId="d269fecd-a8a2-4e5a-93ae-88bdaab21f51" providerId="ADAL" clId="{D2A8D7DB-FCA1-42F9-9291-951112CBD49E}" dt="2023-09-19T09:59:22.433" v="50" actId="113"/>
          <ac:spMkLst>
            <pc:docMk/>
            <pc:sldMk cId="1417516807" sldId="273"/>
            <ac:spMk id="7" creationId="{F238C505-3C21-2683-4BBB-7B6E7CC379DD}"/>
          </ac:spMkLst>
        </pc:spChg>
      </pc:sldChg>
      <pc:sldChg chg="addSp delSp modSp mod chgLayout">
        <pc:chgData name="James Pengelly" userId="d269fecd-a8a2-4e5a-93ae-88bdaab21f51" providerId="ADAL" clId="{D2A8D7DB-FCA1-42F9-9291-951112CBD49E}" dt="2023-09-19T09:59:34.171" v="56" actId="6549"/>
        <pc:sldMkLst>
          <pc:docMk/>
          <pc:sldMk cId="3249410720" sldId="274"/>
        </pc:sldMkLst>
        <pc:spChg chg="mod ord">
          <ac:chgData name="James Pengelly" userId="d269fecd-a8a2-4e5a-93ae-88bdaab21f51" providerId="ADAL" clId="{D2A8D7DB-FCA1-42F9-9291-951112CBD49E}" dt="2023-09-19T09:59:28.870" v="53" actId="6264"/>
          <ac:spMkLst>
            <pc:docMk/>
            <pc:sldMk cId="3249410720" sldId="274"/>
            <ac:spMk id="2" creationId="{5A78B9D2-75C6-4E31-8D20-2472152AE3E2}"/>
          </ac:spMkLst>
        </pc:spChg>
        <pc:spChg chg="add del mod">
          <ac:chgData name="James Pengelly" userId="d269fecd-a8a2-4e5a-93ae-88bdaab21f51" providerId="ADAL" clId="{D2A8D7DB-FCA1-42F9-9291-951112CBD49E}" dt="2023-09-19T09:59:28.870" v="53" actId="6264"/>
          <ac:spMkLst>
            <pc:docMk/>
            <pc:sldMk cId="3249410720" sldId="274"/>
            <ac:spMk id="3" creationId="{6E7905A8-A056-83BC-74EB-CE1C4AE23D8D}"/>
          </ac:spMkLst>
        </pc:spChg>
        <pc:spChg chg="mod ord">
          <ac:chgData name="James Pengelly" userId="d269fecd-a8a2-4e5a-93ae-88bdaab21f51" providerId="ADAL" clId="{D2A8D7DB-FCA1-42F9-9291-951112CBD49E}" dt="2023-09-19T09:59:28.870" v="53" actId="6264"/>
          <ac:spMkLst>
            <pc:docMk/>
            <pc:sldMk cId="3249410720" sldId="274"/>
            <ac:spMk id="4" creationId="{81D661B8-EEC6-4B47-84B5-8687AB7DEF59}"/>
          </ac:spMkLst>
        </pc:spChg>
        <pc:spChg chg="del mod">
          <ac:chgData name="James Pengelly" userId="d269fecd-a8a2-4e5a-93ae-88bdaab21f51" providerId="ADAL" clId="{D2A8D7DB-FCA1-42F9-9291-951112CBD49E}" dt="2023-09-19T09:59:27.203" v="52" actId="478"/>
          <ac:spMkLst>
            <pc:docMk/>
            <pc:sldMk cId="3249410720" sldId="274"/>
            <ac:spMk id="5" creationId="{137E005E-A66D-4D0E-9B1A-24F6766E1709}"/>
          </ac:spMkLst>
        </pc:spChg>
        <pc:spChg chg="add del mod">
          <ac:chgData name="James Pengelly" userId="d269fecd-a8a2-4e5a-93ae-88bdaab21f51" providerId="ADAL" clId="{D2A8D7DB-FCA1-42F9-9291-951112CBD49E}" dt="2023-09-19T09:59:28.870" v="53" actId="6264"/>
          <ac:spMkLst>
            <pc:docMk/>
            <pc:sldMk cId="3249410720" sldId="274"/>
            <ac:spMk id="6" creationId="{38DA634C-CBD1-151A-E220-3E303A89A3B5}"/>
          </ac:spMkLst>
        </pc:spChg>
        <pc:spChg chg="add mod ord">
          <ac:chgData name="James Pengelly" userId="d269fecd-a8a2-4e5a-93ae-88bdaab21f51" providerId="ADAL" clId="{D2A8D7DB-FCA1-42F9-9291-951112CBD49E}" dt="2023-09-19T09:59:34.171" v="56" actId="6549"/>
          <ac:spMkLst>
            <pc:docMk/>
            <pc:sldMk cId="3249410720" sldId="274"/>
            <ac:spMk id="7" creationId="{34262730-F03E-08EA-7578-D8D94161F0FE}"/>
          </ac:spMkLst>
        </pc:spChg>
      </pc:sldChg>
      <pc:sldChg chg="addSp delSp modSp mod chgLayout">
        <pc:chgData name="James Pengelly" userId="d269fecd-a8a2-4e5a-93ae-88bdaab21f51" providerId="ADAL" clId="{D2A8D7DB-FCA1-42F9-9291-951112CBD49E}" dt="2023-09-19T09:59:44.119" v="61" actId="368"/>
        <pc:sldMkLst>
          <pc:docMk/>
          <pc:sldMk cId="1507731013" sldId="275"/>
        </pc:sldMkLst>
        <pc:spChg chg="mod ord">
          <ac:chgData name="James Pengelly" userId="d269fecd-a8a2-4e5a-93ae-88bdaab21f51" providerId="ADAL" clId="{D2A8D7DB-FCA1-42F9-9291-951112CBD49E}" dt="2023-09-19T09:59:41.471" v="59" actId="6264"/>
          <ac:spMkLst>
            <pc:docMk/>
            <pc:sldMk cId="1507731013" sldId="275"/>
            <ac:spMk id="2" creationId="{5A78B9D2-75C6-4E31-8D20-2472152AE3E2}"/>
          </ac:spMkLst>
        </pc:spChg>
        <pc:spChg chg="add del mod">
          <ac:chgData name="James Pengelly" userId="d269fecd-a8a2-4e5a-93ae-88bdaab21f51" providerId="ADAL" clId="{D2A8D7DB-FCA1-42F9-9291-951112CBD49E}" dt="2023-09-19T09:59:41.471" v="59" actId="6264"/>
          <ac:spMkLst>
            <pc:docMk/>
            <pc:sldMk cId="1507731013" sldId="275"/>
            <ac:spMk id="3" creationId="{18A25D22-B8F3-85C4-2467-4A5EBFC3EE63}"/>
          </ac:spMkLst>
        </pc:spChg>
        <pc:spChg chg="mod ord">
          <ac:chgData name="James Pengelly" userId="d269fecd-a8a2-4e5a-93ae-88bdaab21f51" providerId="ADAL" clId="{D2A8D7DB-FCA1-42F9-9291-951112CBD49E}" dt="2023-09-19T09:59:41.471" v="59" actId="6264"/>
          <ac:spMkLst>
            <pc:docMk/>
            <pc:sldMk cId="1507731013" sldId="275"/>
            <ac:spMk id="4" creationId="{81D661B8-EEC6-4B47-84B5-8687AB7DEF59}"/>
          </ac:spMkLst>
        </pc:spChg>
        <pc:spChg chg="del mod">
          <ac:chgData name="James Pengelly" userId="d269fecd-a8a2-4e5a-93ae-88bdaab21f51" providerId="ADAL" clId="{D2A8D7DB-FCA1-42F9-9291-951112CBD49E}" dt="2023-09-19T09:59:40.534" v="58" actId="478"/>
          <ac:spMkLst>
            <pc:docMk/>
            <pc:sldMk cId="1507731013" sldId="275"/>
            <ac:spMk id="5" creationId="{137E005E-A66D-4D0E-9B1A-24F6766E1709}"/>
          </ac:spMkLst>
        </pc:spChg>
        <pc:spChg chg="add del mod">
          <ac:chgData name="James Pengelly" userId="d269fecd-a8a2-4e5a-93ae-88bdaab21f51" providerId="ADAL" clId="{D2A8D7DB-FCA1-42F9-9291-951112CBD49E}" dt="2023-09-19T09:59:41.471" v="59" actId="6264"/>
          <ac:spMkLst>
            <pc:docMk/>
            <pc:sldMk cId="1507731013" sldId="275"/>
            <ac:spMk id="6" creationId="{08D19DE7-D64E-E393-7C58-32811B71D767}"/>
          </ac:spMkLst>
        </pc:spChg>
        <pc:spChg chg="add mod ord">
          <ac:chgData name="James Pengelly" userId="d269fecd-a8a2-4e5a-93ae-88bdaab21f51" providerId="ADAL" clId="{D2A8D7DB-FCA1-42F9-9291-951112CBD49E}" dt="2023-09-19T09:59:44.119" v="61" actId="368"/>
          <ac:spMkLst>
            <pc:docMk/>
            <pc:sldMk cId="1507731013" sldId="275"/>
            <ac:spMk id="7" creationId="{D48E4664-30B5-7886-0358-8BCD795C6902}"/>
          </ac:spMkLst>
        </pc:spChg>
      </pc:sldChg>
      <pc:sldChg chg="addSp delSp modSp mod chgLayout">
        <pc:chgData name="James Pengelly" userId="d269fecd-a8a2-4e5a-93ae-88bdaab21f51" providerId="ADAL" clId="{D2A8D7DB-FCA1-42F9-9291-951112CBD49E}" dt="2023-09-19T09:59:52.786" v="65"/>
        <pc:sldMkLst>
          <pc:docMk/>
          <pc:sldMk cId="1559678243" sldId="276"/>
        </pc:sldMkLst>
        <pc:spChg chg="mod ord">
          <ac:chgData name="James Pengelly" userId="d269fecd-a8a2-4e5a-93ae-88bdaab21f51" providerId="ADAL" clId="{D2A8D7DB-FCA1-42F9-9291-951112CBD49E}" dt="2023-09-19T09:59:52.063" v="64" actId="6264"/>
          <ac:spMkLst>
            <pc:docMk/>
            <pc:sldMk cId="1559678243" sldId="276"/>
            <ac:spMk id="2" creationId="{5A78B9D2-75C6-4E31-8D20-2472152AE3E2}"/>
          </ac:spMkLst>
        </pc:spChg>
        <pc:spChg chg="add del mod">
          <ac:chgData name="James Pengelly" userId="d269fecd-a8a2-4e5a-93ae-88bdaab21f51" providerId="ADAL" clId="{D2A8D7DB-FCA1-42F9-9291-951112CBD49E}" dt="2023-09-19T09:59:52.063" v="64" actId="6264"/>
          <ac:spMkLst>
            <pc:docMk/>
            <pc:sldMk cId="1559678243" sldId="276"/>
            <ac:spMk id="3" creationId="{8EB7B8B5-0A5C-1781-0298-40999CEF8AF1}"/>
          </ac:spMkLst>
        </pc:spChg>
        <pc:spChg chg="mod ord">
          <ac:chgData name="James Pengelly" userId="d269fecd-a8a2-4e5a-93ae-88bdaab21f51" providerId="ADAL" clId="{D2A8D7DB-FCA1-42F9-9291-951112CBD49E}" dt="2023-09-19T09:59:52.063" v="64" actId="6264"/>
          <ac:spMkLst>
            <pc:docMk/>
            <pc:sldMk cId="1559678243" sldId="276"/>
            <ac:spMk id="4" creationId="{81D661B8-EEC6-4B47-84B5-8687AB7DEF59}"/>
          </ac:spMkLst>
        </pc:spChg>
        <pc:spChg chg="del mod">
          <ac:chgData name="James Pengelly" userId="d269fecd-a8a2-4e5a-93ae-88bdaab21f51" providerId="ADAL" clId="{D2A8D7DB-FCA1-42F9-9291-951112CBD49E}" dt="2023-09-19T09:59:50.903" v="63" actId="478"/>
          <ac:spMkLst>
            <pc:docMk/>
            <pc:sldMk cId="1559678243" sldId="276"/>
            <ac:spMk id="5" creationId="{137E005E-A66D-4D0E-9B1A-24F6766E1709}"/>
          </ac:spMkLst>
        </pc:spChg>
        <pc:spChg chg="add del mod">
          <ac:chgData name="James Pengelly" userId="d269fecd-a8a2-4e5a-93ae-88bdaab21f51" providerId="ADAL" clId="{D2A8D7DB-FCA1-42F9-9291-951112CBD49E}" dt="2023-09-19T09:59:52.063" v="64" actId="6264"/>
          <ac:spMkLst>
            <pc:docMk/>
            <pc:sldMk cId="1559678243" sldId="276"/>
            <ac:spMk id="6" creationId="{CA37A0C7-1B7E-5B68-8FA3-FEC91336B3DD}"/>
          </ac:spMkLst>
        </pc:spChg>
        <pc:spChg chg="add mod ord">
          <ac:chgData name="James Pengelly" userId="d269fecd-a8a2-4e5a-93ae-88bdaab21f51" providerId="ADAL" clId="{D2A8D7DB-FCA1-42F9-9291-951112CBD49E}" dt="2023-09-19T09:59:52.786" v="65"/>
          <ac:spMkLst>
            <pc:docMk/>
            <pc:sldMk cId="1559678243" sldId="276"/>
            <ac:spMk id="7" creationId="{83D564B5-CCCF-7CF8-F134-4DA6526B0301}"/>
          </ac:spMkLst>
        </pc:spChg>
      </pc:sldChg>
      <pc:sldChg chg="addSp delSp modSp mod chgLayout modNotesTx">
        <pc:chgData name="James Pengelly" userId="d269fecd-a8a2-4e5a-93ae-88bdaab21f51" providerId="ADAL" clId="{D2A8D7DB-FCA1-42F9-9291-951112CBD49E}" dt="2023-09-19T10:00:57.827" v="121" actId="313"/>
        <pc:sldMkLst>
          <pc:docMk/>
          <pc:sldMk cId="1691069661" sldId="277"/>
        </pc:sldMkLst>
        <pc:spChg chg="mod ord">
          <ac:chgData name="James Pengelly" userId="d269fecd-a8a2-4e5a-93ae-88bdaab21f51" providerId="ADAL" clId="{D2A8D7DB-FCA1-42F9-9291-951112CBD49E}" dt="2023-09-19T10:00:31.519" v="91" actId="6264"/>
          <ac:spMkLst>
            <pc:docMk/>
            <pc:sldMk cId="1691069661" sldId="277"/>
            <ac:spMk id="2" creationId="{5A78B9D2-75C6-4E31-8D20-2472152AE3E2}"/>
          </ac:spMkLst>
        </pc:spChg>
        <pc:spChg chg="add del mod">
          <ac:chgData name="James Pengelly" userId="d269fecd-a8a2-4e5a-93ae-88bdaab21f51" providerId="ADAL" clId="{D2A8D7DB-FCA1-42F9-9291-951112CBD49E}" dt="2023-09-19T10:00:31.519" v="91" actId="6264"/>
          <ac:spMkLst>
            <pc:docMk/>
            <pc:sldMk cId="1691069661" sldId="277"/>
            <ac:spMk id="3" creationId="{0D8EBDC2-F941-AC84-F2BB-E8F774F3F736}"/>
          </ac:spMkLst>
        </pc:spChg>
        <pc:spChg chg="mod ord">
          <ac:chgData name="James Pengelly" userId="d269fecd-a8a2-4e5a-93ae-88bdaab21f51" providerId="ADAL" clId="{D2A8D7DB-FCA1-42F9-9291-951112CBD49E}" dt="2023-09-19T10:00:31.519" v="91" actId="6264"/>
          <ac:spMkLst>
            <pc:docMk/>
            <pc:sldMk cId="1691069661" sldId="277"/>
            <ac:spMk id="4" creationId="{81D661B8-EEC6-4B47-84B5-8687AB7DEF59}"/>
          </ac:spMkLst>
        </pc:spChg>
        <pc:spChg chg="del mod">
          <ac:chgData name="James Pengelly" userId="d269fecd-a8a2-4e5a-93ae-88bdaab21f51" providerId="ADAL" clId="{D2A8D7DB-FCA1-42F9-9291-951112CBD49E}" dt="2023-09-19T10:00:30.745" v="90" actId="478"/>
          <ac:spMkLst>
            <pc:docMk/>
            <pc:sldMk cId="1691069661" sldId="277"/>
            <ac:spMk id="5" creationId="{137E005E-A66D-4D0E-9B1A-24F6766E1709}"/>
          </ac:spMkLst>
        </pc:spChg>
        <pc:spChg chg="add del mod">
          <ac:chgData name="James Pengelly" userId="d269fecd-a8a2-4e5a-93ae-88bdaab21f51" providerId="ADAL" clId="{D2A8D7DB-FCA1-42F9-9291-951112CBD49E}" dt="2023-09-19T10:00:31.519" v="91" actId="6264"/>
          <ac:spMkLst>
            <pc:docMk/>
            <pc:sldMk cId="1691069661" sldId="277"/>
            <ac:spMk id="6" creationId="{AFD913FC-401D-CC4D-1578-BC688A2093A0}"/>
          </ac:spMkLst>
        </pc:spChg>
        <pc:spChg chg="add mod ord">
          <ac:chgData name="James Pengelly" userId="d269fecd-a8a2-4e5a-93ae-88bdaab21f51" providerId="ADAL" clId="{D2A8D7DB-FCA1-42F9-9291-951112CBD49E}" dt="2023-09-19T10:00:54.581" v="120" actId="6549"/>
          <ac:spMkLst>
            <pc:docMk/>
            <pc:sldMk cId="1691069661" sldId="277"/>
            <ac:spMk id="7" creationId="{77D79DBD-2E80-A004-1C37-DD1E86BBC83E}"/>
          </ac:spMkLst>
        </pc:spChg>
      </pc:sldChg>
      <pc:sldChg chg="addSp delSp modSp mod chgLayout">
        <pc:chgData name="James Pengelly" userId="d269fecd-a8a2-4e5a-93ae-88bdaab21f51" providerId="ADAL" clId="{D2A8D7DB-FCA1-42F9-9291-951112CBD49E}" dt="2023-09-19T10:01:04.861" v="125"/>
        <pc:sldMkLst>
          <pc:docMk/>
          <pc:sldMk cId="1992392195" sldId="278"/>
        </pc:sldMkLst>
        <pc:spChg chg="mod ord">
          <ac:chgData name="James Pengelly" userId="d269fecd-a8a2-4e5a-93ae-88bdaab21f51" providerId="ADAL" clId="{D2A8D7DB-FCA1-42F9-9291-951112CBD49E}" dt="2023-09-19T10:01:04.095" v="124" actId="6264"/>
          <ac:spMkLst>
            <pc:docMk/>
            <pc:sldMk cId="1992392195" sldId="278"/>
            <ac:spMk id="2" creationId="{5A78B9D2-75C6-4E31-8D20-2472152AE3E2}"/>
          </ac:spMkLst>
        </pc:spChg>
        <pc:spChg chg="add del mod">
          <ac:chgData name="James Pengelly" userId="d269fecd-a8a2-4e5a-93ae-88bdaab21f51" providerId="ADAL" clId="{D2A8D7DB-FCA1-42F9-9291-951112CBD49E}" dt="2023-09-19T10:01:04.095" v="124" actId="6264"/>
          <ac:spMkLst>
            <pc:docMk/>
            <pc:sldMk cId="1992392195" sldId="278"/>
            <ac:spMk id="3" creationId="{53EA1F5C-E7E4-B740-4ABC-597AC6577A87}"/>
          </ac:spMkLst>
        </pc:spChg>
        <pc:spChg chg="mod ord">
          <ac:chgData name="James Pengelly" userId="d269fecd-a8a2-4e5a-93ae-88bdaab21f51" providerId="ADAL" clId="{D2A8D7DB-FCA1-42F9-9291-951112CBD49E}" dt="2023-09-19T10:01:04.095" v="124" actId="6264"/>
          <ac:spMkLst>
            <pc:docMk/>
            <pc:sldMk cId="1992392195" sldId="278"/>
            <ac:spMk id="4" creationId="{81D661B8-EEC6-4B47-84B5-8687AB7DEF59}"/>
          </ac:spMkLst>
        </pc:spChg>
        <pc:spChg chg="del mod">
          <ac:chgData name="James Pengelly" userId="d269fecd-a8a2-4e5a-93ae-88bdaab21f51" providerId="ADAL" clId="{D2A8D7DB-FCA1-42F9-9291-951112CBD49E}" dt="2023-09-19T10:01:02.720" v="123" actId="478"/>
          <ac:spMkLst>
            <pc:docMk/>
            <pc:sldMk cId="1992392195" sldId="278"/>
            <ac:spMk id="5" creationId="{137E005E-A66D-4D0E-9B1A-24F6766E1709}"/>
          </ac:spMkLst>
        </pc:spChg>
        <pc:spChg chg="add del mod">
          <ac:chgData name="James Pengelly" userId="d269fecd-a8a2-4e5a-93ae-88bdaab21f51" providerId="ADAL" clId="{D2A8D7DB-FCA1-42F9-9291-951112CBD49E}" dt="2023-09-19T10:01:04.095" v="124" actId="6264"/>
          <ac:spMkLst>
            <pc:docMk/>
            <pc:sldMk cId="1992392195" sldId="278"/>
            <ac:spMk id="6" creationId="{122DBD07-813E-1EEA-EBC2-BC90FFD849F2}"/>
          </ac:spMkLst>
        </pc:spChg>
        <pc:spChg chg="add mod ord">
          <ac:chgData name="James Pengelly" userId="d269fecd-a8a2-4e5a-93ae-88bdaab21f51" providerId="ADAL" clId="{D2A8D7DB-FCA1-42F9-9291-951112CBD49E}" dt="2023-09-19T10:01:04.861" v="125"/>
          <ac:spMkLst>
            <pc:docMk/>
            <pc:sldMk cId="1992392195" sldId="278"/>
            <ac:spMk id="7" creationId="{66ED87AA-A94C-09E2-FA90-0218AB8DAA14}"/>
          </ac:spMkLst>
        </pc:spChg>
      </pc:sldChg>
      <pc:sldChg chg="addSp delSp modSp mod chgLayout">
        <pc:chgData name="James Pengelly" userId="d269fecd-a8a2-4e5a-93ae-88bdaab21f51" providerId="ADAL" clId="{D2A8D7DB-FCA1-42F9-9291-951112CBD49E}" dt="2023-09-19T10:01:24.394" v="139" actId="6549"/>
        <pc:sldMkLst>
          <pc:docMk/>
          <pc:sldMk cId="2954033982" sldId="279"/>
        </pc:sldMkLst>
        <pc:spChg chg="mod ord">
          <ac:chgData name="James Pengelly" userId="d269fecd-a8a2-4e5a-93ae-88bdaab21f51" providerId="ADAL" clId="{D2A8D7DB-FCA1-42F9-9291-951112CBD49E}" dt="2023-09-19T10:01:10.992" v="128" actId="6264"/>
          <ac:spMkLst>
            <pc:docMk/>
            <pc:sldMk cId="2954033982" sldId="279"/>
            <ac:spMk id="2" creationId="{5A78B9D2-75C6-4E31-8D20-2472152AE3E2}"/>
          </ac:spMkLst>
        </pc:spChg>
        <pc:spChg chg="add del mod">
          <ac:chgData name="James Pengelly" userId="d269fecd-a8a2-4e5a-93ae-88bdaab21f51" providerId="ADAL" clId="{D2A8D7DB-FCA1-42F9-9291-951112CBD49E}" dt="2023-09-19T10:01:10.992" v="128" actId="6264"/>
          <ac:spMkLst>
            <pc:docMk/>
            <pc:sldMk cId="2954033982" sldId="279"/>
            <ac:spMk id="3" creationId="{1ECE88BB-776B-83FE-7EC4-97B65271C1AD}"/>
          </ac:spMkLst>
        </pc:spChg>
        <pc:spChg chg="mod ord">
          <ac:chgData name="James Pengelly" userId="d269fecd-a8a2-4e5a-93ae-88bdaab21f51" providerId="ADAL" clId="{D2A8D7DB-FCA1-42F9-9291-951112CBD49E}" dt="2023-09-19T10:01:10.992" v="128" actId="6264"/>
          <ac:spMkLst>
            <pc:docMk/>
            <pc:sldMk cId="2954033982" sldId="279"/>
            <ac:spMk id="4" creationId="{81D661B8-EEC6-4B47-84B5-8687AB7DEF59}"/>
          </ac:spMkLst>
        </pc:spChg>
        <pc:spChg chg="del mod">
          <ac:chgData name="James Pengelly" userId="d269fecd-a8a2-4e5a-93ae-88bdaab21f51" providerId="ADAL" clId="{D2A8D7DB-FCA1-42F9-9291-951112CBD49E}" dt="2023-09-19T10:01:09.715" v="127" actId="478"/>
          <ac:spMkLst>
            <pc:docMk/>
            <pc:sldMk cId="2954033982" sldId="279"/>
            <ac:spMk id="5" creationId="{137E005E-A66D-4D0E-9B1A-24F6766E1709}"/>
          </ac:spMkLst>
        </pc:spChg>
        <pc:spChg chg="add del mod">
          <ac:chgData name="James Pengelly" userId="d269fecd-a8a2-4e5a-93ae-88bdaab21f51" providerId="ADAL" clId="{D2A8D7DB-FCA1-42F9-9291-951112CBD49E}" dt="2023-09-19T10:01:10.992" v="128" actId="6264"/>
          <ac:spMkLst>
            <pc:docMk/>
            <pc:sldMk cId="2954033982" sldId="279"/>
            <ac:spMk id="6" creationId="{01552AE2-DA35-BB54-7AD1-5EF96BFD4257}"/>
          </ac:spMkLst>
        </pc:spChg>
        <pc:spChg chg="add mod ord">
          <ac:chgData name="James Pengelly" userId="d269fecd-a8a2-4e5a-93ae-88bdaab21f51" providerId="ADAL" clId="{D2A8D7DB-FCA1-42F9-9291-951112CBD49E}" dt="2023-09-19T10:01:24.394" v="139" actId="6549"/>
          <ac:spMkLst>
            <pc:docMk/>
            <pc:sldMk cId="2954033982" sldId="279"/>
            <ac:spMk id="7" creationId="{55BFCD31-CB3F-1B86-D966-960BDEA22294}"/>
          </ac:spMkLst>
        </pc:spChg>
      </pc:sldChg>
      <pc:sldChg chg="addSp delSp modSp mod chgLayout">
        <pc:chgData name="James Pengelly" userId="d269fecd-a8a2-4e5a-93ae-88bdaab21f51" providerId="ADAL" clId="{D2A8D7DB-FCA1-42F9-9291-951112CBD49E}" dt="2023-09-19T10:02:08.214" v="164" actId="20577"/>
        <pc:sldMkLst>
          <pc:docMk/>
          <pc:sldMk cId="1061003293" sldId="280"/>
        </pc:sldMkLst>
        <pc:spChg chg="mod ord">
          <ac:chgData name="James Pengelly" userId="d269fecd-a8a2-4e5a-93ae-88bdaab21f51" providerId="ADAL" clId="{D2A8D7DB-FCA1-42F9-9291-951112CBD49E}" dt="2023-09-19T10:02:05.353" v="158" actId="6264"/>
          <ac:spMkLst>
            <pc:docMk/>
            <pc:sldMk cId="1061003293" sldId="280"/>
            <ac:spMk id="2" creationId="{5A78B9D2-75C6-4E31-8D20-2472152AE3E2}"/>
          </ac:spMkLst>
        </pc:spChg>
        <pc:spChg chg="add del mod">
          <ac:chgData name="James Pengelly" userId="d269fecd-a8a2-4e5a-93ae-88bdaab21f51" providerId="ADAL" clId="{D2A8D7DB-FCA1-42F9-9291-951112CBD49E}" dt="2023-09-19T10:02:05.353" v="158" actId="6264"/>
          <ac:spMkLst>
            <pc:docMk/>
            <pc:sldMk cId="1061003293" sldId="280"/>
            <ac:spMk id="3" creationId="{9B79B6B7-A4F8-8FAB-C1EB-275FF424E7ED}"/>
          </ac:spMkLst>
        </pc:spChg>
        <pc:spChg chg="mod ord">
          <ac:chgData name="James Pengelly" userId="d269fecd-a8a2-4e5a-93ae-88bdaab21f51" providerId="ADAL" clId="{D2A8D7DB-FCA1-42F9-9291-951112CBD49E}" dt="2023-09-19T10:02:05.353" v="158" actId="6264"/>
          <ac:spMkLst>
            <pc:docMk/>
            <pc:sldMk cId="1061003293" sldId="280"/>
            <ac:spMk id="4" creationId="{81D661B8-EEC6-4B47-84B5-8687AB7DEF59}"/>
          </ac:spMkLst>
        </pc:spChg>
        <pc:spChg chg="del mod">
          <ac:chgData name="James Pengelly" userId="d269fecd-a8a2-4e5a-93ae-88bdaab21f51" providerId="ADAL" clId="{D2A8D7DB-FCA1-42F9-9291-951112CBD49E}" dt="2023-09-19T10:02:04.296" v="157" actId="478"/>
          <ac:spMkLst>
            <pc:docMk/>
            <pc:sldMk cId="1061003293" sldId="280"/>
            <ac:spMk id="5" creationId="{137E005E-A66D-4D0E-9B1A-24F6766E1709}"/>
          </ac:spMkLst>
        </pc:spChg>
        <pc:spChg chg="add del mod">
          <ac:chgData name="James Pengelly" userId="d269fecd-a8a2-4e5a-93ae-88bdaab21f51" providerId="ADAL" clId="{D2A8D7DB-FCA1-42F9-9291-951112CBD49E}" dt="2023-09-19T10:02:05.353" v="158" actId="6264"/>
          <ac:spMkLst>
            <pc:docMk/>
            <pc:sldMk cId="1061003293" sldId="280"/>
            <ac:spMk id="6" creationId="{07FF3A79-9E66-B19C-8DCE-C77599F036F8}"/>
          </ac:spMkLst>
        </pc:spChg>
        <pc:spChg chg="add mod ord">
          <ac:chgData name="James Pengelly" userId="d269fecd-a8a2-4e5a-93ae-88bdaab21f51" providerId="ADAL" clId="{D2A8D7DB-FCA1-42F9-9291-951112CBD49E}" dt="2023-09-19T10:02:08.214" v="164" actId="20577"/>
          <ac:spMkLst>
            <pc:docMk/>
            <pc:sldMk cId="1061003293" sldId="280"/>
            <ac:spMk id="7" creationId="{79768E8D-A452-99E3-044E-D92F2A98239D}"/>
          </ac:spMkLst>
        </pc:spChg>
      </pc:sldChg>
      <pc:sldChg chg="addSp delSp modSp mod modClrScheme chgLayout">
        <pc:chgData name="James Pengelly" userId="d269fecd-a8a2-4e5a-93ae-88bdaab21f51" providerId="ADAL" clId="{D2A8D7DB-FCA1-42F9-9291-951112CBD49E}" dt="2023-09-19T10:01:59.193" v="155" actId="20577"/>
        <pc:sldMkLst>
          <pc:docMk/>
          <pc:sldMk cId="1060311784" sldId="281"/>
        </pc:sldMkLst>
        <pc:spChg chg="mod ord">
          <ac:chgData name="James Pengelly" userId="d269fecd-a8a2-4e5a-93ae-88bdaab21f51" providerId="ADAL" clId="{D2A8D7DB-FCA1-42F9-9291-951112CBD49E}" dt="2023-09-19T10:01:39.189" v="145" actId="700"/>
          <ac:spMkLst>
            <pc:docMk/>
            <pc:sldMk cId="1060311784" sldId="281"/>
            <ac:spMk id="2" creationId="{EBE9F564-251E-4378-B4D0-692726090772}"/>
          </ac:spMkLst>
        </pc:spChg>
        <pc:spChg chg="mod ord">
          <ac:chgData name="James Pengelly" userId="d269fecd-a8a2-4e5a-93ae-88bdaab21f51" providerId="ADAL" clId="{D2A8D7DB-FCA1-42F9-9291-951112CBD49E}" dt="2023-09-19T10:01:39.189" v="145" actId="700"/>
          <ac:spMkLst>
            <pc:docMk/>
            <pc:sldMk cId="1060311784" sldId="281"/>
            <ac:spMk id="4" creationId="{80C4C0A8-03F5-4F2B-9EB9-918B55C258A2}"/>
          </ac:spMkLst>
        </pc:spChg>
        <pc:spChg chg="del mod">
          <ac:chgData name="James Pengelly" userId="d269fecd-a8a2-4e5a-93ae-88bdaab21f51" providerId="ADAL" clId="{D2A8D7DB-FCA1-42F9-9291-951112CBD49E}" dt="2023-09-19T10:01:36.788" v="144" actId="478"/>
          <ac:spMkLst>
            <pc:docMk/>
            <pc:sldMk cId="1060311784" sldId="281"/>
            <ac:spMk id="5" creationId="{372FA240-3863-4D01-94C7-5E89B539BF0B}"/>
          </ac:spMkLst>
        </pc:spChg>
        <pc:spChg chg="mod">
          <ac:chgData name="James Pengelly" userId="d269fecd-a8a2-4e5a-93ae-88bdaab21f51" providerId="ADAL" clId="{D2A8D7DB-FCA1-42F9-9291-951112CBD49E}" dt="2023-09-19T10:01:53.933" v="151" actId="1076"/>
          <ac:spMkLst>
            <pc:docMk/>
            <pc:sldMk cId="1060311784" sldId="281"/>
            <ac:spMk id="6" creationId="{6C97A144-0634-4203-BEE3-57B7B2ADD04C}"/>
          </ac:spMkLst>
        </pc:spChg>
        <pc:spChg chg="add del mod">
          <ac:chgData name="James Pengelly" userId="d269fecd-a8a2-4e5a-93ae-88bdaab21f51" providerId="ADAL" clId="{D2A8D7DB-FCA1-42F9-9291-951112CBD49E}" dt="2023-09-19T10:01:33.546" v="142" actId="478"/>
          <ac:spMkLst>
            <pc:docMk/>
            <pc:sldMk cId="1060311784" sldId="281"/>
            <ac:spMk id="7" creationId="{22806C35-37DD-FE85-3519-0D96362B78DC}"/>
          </ac:spMkLst>
        </pc:spChg>
        <pc:spChg chg="add del mod ord">
          <ac:chgData name="James Pengelly" userId="d269fecd-a8a2-4e5a-93ae-88bdaab21f51" providerId="ADAL" clId="{D2A8D7DB-FCA1-42F9-9291-951112CBD49E}" dt="2023-09-19T10:01:46.528" v="149"/>
          <ac:spMkLst>
            <pc:docMk/>
            <pc:sldMk cId="1060311784" sldId="281"/>
            <ac:spMk id="10" creationId="{C863A94E-2973-1744-5F7D-F6E3DD4EFB6C}"/>
          </ac:spMkLst>
        </pc:spChg>
        <pc:spChg chg="add mod ord">
          <ac:chgData name="James Pengelly" userId="d269fecd-a8a2-4e5a-93ae-88bdaab21f51" providerId="ADAL" clId="{D2A8D7DB-FCA1-42F9-9291-951112CBD49E}" dt="2023-09-19T10:01:59.193" v="155" actId="20577"/>
          <ac:spMkLst>
            <pc:docMk/>
            <pc:sldMk cId="1060311784" sldId="281"/>
            <ac:spMk id="11" creationId="{6F734C85-AD34-EE5A-E918-9832706AB9A0}"/>
          </ac:spMkLst>
        </pc:spChg>
        <pc:picChg chg="del">
          <ac:chgData name="James Pengelly" userId="d269fecd-a8a2-4e5a-93ae-88bdaab21f51" providerId="ADAL" clId="{D2A8D7DB-FCA1-42F9-9291-951112CBD49E}" dt="2023-09-19T10:01:29.043" v="140" actId="21"/>
          <ac:picMkLst>
            <pc:docMk/>
            <pc:sldMk cId="1060311784" sldId="281"/>
            <ac:picMk id="8" creationId="{62C18685-252E-46B1-59D2-75036AADDBF4}"/>
          </ac:picMkLst>
        </pc:picChg>
        <pc:picChg chg="add del mod">
          <ac:chgData name="James Pengelly" userId="d269fecd-a8a2-4e5a-93ae-88bdaab21f51" providerId="ADAL" clId="{D2A8D7DB-FCA1-42F9-9291-951112CBD49E}" dt="2023-09-19T10:01:42.694" v="148" actId="21"/>
          <ac:picMkLst>
            <pc:docMk/>
            <pc:sldMk cId="1060311784" sldId="281"/>
            <ac:picMk id="9" creationId="{8638C1DF-2CC4-383D-96DE-3E16CCB0E159}"/>
          </ac:picMkLst>
        </pc:picChg>
        <pc:picChg chg="add mod">
          <ac:chgData name="James Pengelly" userId="d269fecd-a8a2-4e5a-93ae-88bdaab21f51" providerId="ADAL" clId="{D2A8D7DB-FCA1-42F9-9291-951112CBD49E}" dt="2023-09-19T10:01:49.860" v="150" actId="14100"/>
          <ac:picMkLst>
            <pc:docMk/>
            <pc:sldMk cId="1060311784" sldId="281"/>
            <ac:picMk id="12" creationId="{DBFCD69A-F9CF-2E99-14A5-1B5CAEC27D40}"/>
          </ac:picMkLst>
        </pc:picChg>
      </pc:sldChg>
      <pc:sldChg chg="addSp delSp modSp mod chgLayout">
        <pc:chgData name="James Pengelly" userId="d269fecd-a8a2-4e5a-93ae-88bdaab21f51" providerId="ADAL" clId="{D2A8D7DB-FCA1-42F9-9291-951112CBD49E}" dt="2023-09-19T10:02:23.266" v="174" actId="20577"/>
        <pc:sldMkLst>
          <pc:docMk/>
          <pc:sldMk cId="2852983115" sldId="282"/>
        </pc:sldMkLst>
        <pc:spChg chg="mod ord">
          <ac:chgData name="James Pengelly" userId="d269fecd-a8a2-4e5a-93ae-88bdaab21f51" providerId="ADAL" clId="{D2A8D7DB-FCA1-42F9-9291-951112CBD49E}" dt="2023-09-19T10:02:19.860" v="167" actId="6264"/>
          <ac:spMkLst>
            <pc:docMk/>
            <pc:sldMk cId="2852983115" sldId="282"/>
            <ac:spMk id="2" creationId="{5A78B9D2-75C6-4E31-8D20-2472152AE3E2}"/>
          </ac:spMkLst>
        </pc:spChg>
        <pc:spChg chg="add del mod">
          <ac:chgData name="James Pengelly" userId="d269fecd-a8a2-4e5a-93ae-88bdaab21f51" providerId="ADAL" clId="{D2A8D7DB-FCA1-42F9-9291-951112CBD49E}" dt="2023-09-19T10:02:19.860" v="167" actId="6264"/>
          <ac:spMkLst>
            <pc:docMk/>
            <pc:sldMk cId="2852983115" sldId="282"/>
            <ac:spMk id="3" creationId="{E8834A4E-3DB2-FC6C-C550-E9A037544D72}"/>
          </ac:spMkLst>
        </pc:spChg>
        <pc:spChg chg="mod ord">
          <ac:chgData name="James Pengelly" userId="d269fecd-a8a2-4e5a-93ae-88bdaab21f51" providerId="ADAL" clId="{D2A8D7DB-FCA1-42F9-9291-951112CBD49E}" dt="2023-09-19T10:02:19.860" v="167" actId="6264"/>
          <ac:spMkLst>
            <pc:docMk/>
            <pc:sldMk cId="2852983115" sldId="282"/>
            <ac:spMk id="4" creationId="{81D661B8-EEC6-4B47-84B5-8687AB7DEF59}"/>
          </ac:spMkLst>
        </pc:spChg>
        <pc:spChg chg="del mod">
          <ac:chgData name="James Pengelly" userId="d269fecd-a8a2-4e5a-93ae-88bdaab21f51" providerId="ADAL" clId="{D2A8D7DB-FCA1-42F9-9291-951112CBD49E}" dt="2023-09-19T10:02:18.701" v="166" actId="478"/>
          <ac:spMkLst>
            <pc:docMk/>
            <pc:sldMk cId="2852983115" sldId="282"/>
            <ac:spMk id="5" creationId="{137E005E-A66D-4D0E-9B1A-24F6766E1709}"/>
          </ac:spMkLst>
        </pc:spChg>
        <pc:spChg chg="add del mod">
          <ac:chgData name="James Pengelly" userId="d269fecd-a8a2-4e5a-93ae-88bdaab21f51" providerId="ADAL" clId="{D2A8D7DB-FCA1-42F9-9291-951112CBD49E}" dt="2023-09-19T10:02:19.860" v="167" actId="6264"/>
          <ac:spMkLst>
            <pc:docMk/>
            <pc:sldMk cId="2852983115" sldId="282"/>
            <ac:spMk id="6" creationId="{2395E7B9-6388-F096-FDB8-F9C7CCB41792}"/>
          </ac:spMkLst>
        </pc:spChg>
        <pc:spChg chg="add mod ord">
          <ac:chgData name="James Pengelly" userId="d269fecd-a8a2-4e5a-93ae-88bdaab21f51" providerId="ADAL" clId="{D2A8D7DB-FCA1-42F9-9291-951112CBD49E}" dt="2023-09-19T10:02:23.266" v="174" actId="20577"/>
          <ac:spMkLst>
            <pc:docMk/>
            <pc:sldMk cId="2852983115" sldId="282"/>
            <ac:spMk id="7" creationId="{AEED3A35-04C5-F657-9EC3-CC3EEDE0364E}"/>
          </ac:spMkLst>
        </pc:spChg>
      </pc:sldChg>
      <pc:sldChg chg="addSp delSp modSp mod modClrScheme chgLayout">
        <pc:chgData name="James Pengelly" userId="d269fecd-a8a2-4e5a-93ae-88bdaab21f51" providerId="ADAL" clId="{D2A8D7DB-FCA1-42F9-9291-951112CBD49E}" dt="2023-09-19T10:04:40.010" v="267" actId="1076"/>
        <pc:sldMkLst>
          <pc:docMk/>
          <pc:sldMk cId="2422840451" sldId="285"/>
        </pc:sldMkLst>
        <pc:spChg chg="mod ord">
          <ac:chgData name="James Pengelly" userId="d269fecd-a8a2-4e5a-93ae-88bdaab21f51" providerId="ADAL" clId="{D2A8D7DB-FCA1-42F9-9291-951112CBD49E}" dt="2023-09-19T10:04:32.307" v="262" actId="700"/>
          <ac:spMkLst>
            <pc:docMk/>
            <pc:sldMk cId="2422840451" sldId="285"/>
            <ac:spMk id="2" creationId="{EBE9F564-251E-4378-B4D0-692726090772}"/>
          </ac:spMkLst>
        </pc:spChg>
        <pc:spChg chg="mod ord">
          <ac:chgData name="James Pengelly" userId="d269fecd-a8a2-4e5a-93ae-88bdaab21f51" providerId="ADAL" clId="{D2A8D7DB-FCA1-42F9-9291-951112CBD49E}" dt="2023-09-19T10:04:32.307" v="262" actId="700"/>
          <ac:spMkLst>
            <pc:docMk/>
            <pc:sldMk cId="2422840451" sldId="285"/>
            <ac:spMk id="4" creationId="{80C4C0A8-03F5-4F2B-9EB9-918B55C258A2}"/>
          </ac:spMkLst>
        </pc:spChg>
        <pc:spChg chg="del mod">
          <ac:chgData name="James Pengelly" userId="d269fecd-a8a2-4e5a-93ae-88bdaab21f51" providerId="ADAL" clId="{D2A8D7DB-FCA1-42F9-9291-951112CBD49E}" dt="2023-09-19T10:04:33.699" v="265"/>
          <ac:spMkLst>
            <pc:docMk/>
            <pc:sldMk cId="2422840451" sldId="285"/>
            <ac:spMk id="5" creationId="{372FA240-3863-4D01-94C7-5E89B539BF0B}"/>
          </ac:spMkLst>
        </pc:spChg>
        <pc:spChg chg="mod">
          <ac:chgData name="James Pengelly" userId="d269fecd-a8a2-4e5a-93ae-88bdaab21f51" providerId="ADAL" clId="{D2A8D7DB-FCA1-42F9-9291-951112CBD49E}" dt="2023-09-19T10:04:40.010" v="267" actId="1076"/>
          <ac:spMkLst>
            <pc:docMk/>
            <pc:sldMk cId="2422840451" sldId="285"/>
            <ac:spMk id="6" creationId="{6C97A144-0634-4203-BEE3-57B7B2ADD04C}"/>
          </ac:spMkLst>
        </pc:spChg>
        <pc:spChg chg="add del mod">
          <ac:chgData name="James Pengelly" userId="d269fecd-a8a2-4e5a-93ae-88bdaab21f51" providerId="ADAL" clId="{D2A8D7DB-FCA1-42F9-9291-951112CBD49E}" dt="2023-09-19T10:04:24.893" v="258" actId="478"/>
          <ac:spMkLst>
            <pc:docMk/>
            <pc:sldMk cId="2422840451" sldId="285"/>
            <ac:spMk id="7" creationId="{AE179E8B-3A75-B989-AF06-754B4C892E81}"/>
          </ac:spMkLst>
        </pc:spChg>
        <pc:spChg chg="add del mod">
          <ac:chgData name="James Pengelly" userId="d269fecd-a8a2-4e5a-93ae-88bdaab21f51" providerId="ADAL" clId="{D2A8D7DB-FCA1-42F9-9291-951112CBD49E}" dt="2023-09-19T10:04:28.036" v="260" actId="6264"/>
          <ac:spMkLst>
            <pc:docMk/>
            <pc:sldMk cId="2422840451" sldId="285"/>
            <ac:spMk id="10" creationId="{F06F78AD-0E8F-17B8-D74C-6EFE59B7691F}"/>
          </ac:spMkLst>
        </pc:spChg>
        <pc:spChg chg="add del mod">
          <ac:chgData name="James Pengelly" userId="d269fecd-a8a2-4e5a-93ae-88bdaab21f51" providerId="ADAL" clId="{D2A8D7DB-FCA1-42F9-9291-951112CBD49E}" dt="2023-09-19T10:04:28.036" v="260" actId="6264"/>
          <ac:spMkLst>
            <pc:docMk/>
            <pc:sldMk cId="2422840451" sldId="285"/>
            <ac:spMk id="11" creationId="{9DB12A97-B221-3047-7FB0-9AE23AD9D131}"/>
          </ac:spMkLst>
        </pc:spChg>
        <pc:spChg chg="add mod ord">
          <ac:chgData name="James Pengelly" userId="d269fecd-a8a2-4e5a-93ae-88bdaab21f51" providerId="ADAL" clId="{D2A8D7DB-FCA1-42F9-9291-951112CBD49E}" dt="2023-09-19T10:04:32.307" v="262" actId="700"/>
          <ac:spMkLst>
            <pc:docMk/>
            <pc:sldMk cId="2422840451" sldId="285"/>
            <ac:spMk id="12" creationId="{EEFCA949-ADA6-4735-7F34-EF51E34F12CD}"/>
          </ac:spMkLst>
        </pc:spChg>
        <pc:spChg chg="add del mod ord">
          <ac:chgData name="James Pengelly" userId="d269fecd-a8a2-4e5a-93ae-88bdaab21f51" providerId="ADAL" clId="{D2A8D7DB-FCA1-42F9-9291-951112CBD49E}" dt="2023-09-19T10:04:34.289" v="266"/>
          <ac:spMkLst>
            <pc:docMk/>
            <pc:sldMk cId="2422840451" sldId="285"/>
            <ac:spMk id="13" creationId="{FEA9D7CD-CE96-7542-1876-B8DB4564A546}"/>
          </ac:spMkLst>
        </pc:spChg>
        <pc:picChg chg="del">
          <ac:chgData name="James Pengelly" userId="d269fecd-a8a2-4e5a-93ae-88bdaab21f51" providerId="ADAL" clId="{D2A8D7DB-FCA1-42F9-9291-951112CBD49E}" dt="2023-09-19T10:04:17.978" v="255" actId="21"/>
          <ac:picMkLst>
            <pc:docMk/>
            <pc:sldMk cId="2422840451" sldId="285"/>
            <ac:picMk id="8" creationId="{F30A8DFB-5F19-F9DB-E93D-039094EDEC9B}"/>
          </ac:picMkLst>
        </pc:picChg>
        <pc:picChg chg="add del mod">
          <ac:chgData name="James Pengelly" userId="d269fecd-a8a2-4e5a-93ae-88bdaab21f51" providerId="ADAL" clId="{D2A8D7DB-FCA1-42F9-9291-951112CBD49E}" dt="2023-09-19T10:04:33.693" v="263" actId="21"/>
          <ac:picMkLst>
            <pc:docMk/>
            <pc:sldMk cId="2422840451" sldId="285"/>
            <ac:picMk id="9" creationId="{1969D3FB-BFF4-0BB3-AC84-312917C0D982}"/>
          </ac:picMkLst>
        </pc:picChg>
        <pc:picChg chg="add mod">
          <ac:chgData name="James Pengelly" userId="d269fecd-a8a2-4e5a-93ae-88bdaab21f51" providerId="ADAL" clId="{D2A8D7DB-FCA1-42F9-9291-951112CBD49E}" dt="2023-09-19T10:04:34.289" v="266"/>
          <ac:picMkLst>
            <pc:docMk/>
            <pc:sldMk cId="2422840451" sldId="285"/>
            <ac:picMk id="14" creationId="{C604CC9C-C8CF-CB8F-F935-678440C705B5}"/>
          </ac:picMkLst>
        </pc:picChg>
      </pc:sldChg>
      <pc:sldChg chg="addSp delSp modSp mod chgLayout">
        <pc:chgData name="James Pengelly" userId="d269fecd-a8a2-4e5a-93ae-88bdaab21f51" providerId="ADAL" clId="{D2A8D7DB-FCA1-42F9-9291-951112CBD49E}" dt="2023-09-19T10:03:01.326" v="195" actId="27636"/>
        <pc:sldMkLst>
          <pc:docMk/>
          <pc:sldMk cId="1727498366" sldId="286"/>
        </pc:sldMkLst>
        <pc:spChg chg="mod ord">
          <ac:chgData name="James Pengelly" userId="d269fecd-a8a2-4e5a-93ae-88bdaab21f51" providerId="ADAL" clId="{D2A8D7DB-FCA1-42F9-9291-951112CBD49E}" dt="2023-09-19T10:02:40.405" v="177" actId="6264"/>
          <ac:spMkLst>
            <pc:docMk/>
            <pc:sldMk cId="1727498366" sldId="286"/>
            <ac:spMk id="2" creationId="{5A78B9D2-75C6-4E31-8D20-2472152AE3E2}"/>
          </ac:spMkLst>
        </pc:spChg>
        <pc:spChg chg="add del mod">
          <ac:chgData name="James Pengelly" userId="d269fecd-a8a2-4e5a-93ae-88bdaab21f51" providerId="ADAL" clId="{D2A8D7DB-FCA1-42F9-9291-951112CBD49E}" dt="2023-09-19T10:02:40.405" v="177" actId="6264"/>
          <ac:spMkLst>
            <pc:docMk/>
            <pc:sldMk cId="1727498366" sldId="286"/>
            <ac:spMk id="3" creationId="{6DAFBCD5-435E-87AD-26F9-60D2EA882B68}"/>
          </ac:spMkLst>
        </pc:spChg>
        <pc:spChg chg="mod ord">
          <ac:chgData name="James Pengelly" userId="d269fecd-a8a2-4e5a-93ae-88bdaab21f51" providerId="ADAL" clId="{D2A8D7DB-FCA1-42F9-9291-951112CBD49E}" dt="2023-09-19T10:02:40.405" v="177" actId="6264"/>
          <ac:spMkLst>
            <pc:docMk/>
            <pc:sldMk cId="1727498366" sldId="286"/>
            <ac:spMk id="4" creationId="{81D661B8-EEC6-4B47-84B5-8687AB7DEF59}"/>
          </ac:spMkLst>
        </pc:spChg>
        <pc:spChg chg="del mod">
          <ac:chgData name="James Pengelly" userId="d269fecd-a8a2-4e5a-93ae-88bdaab21f51" providerId="ADAL" clId="{D2A8D7DB-FCA1-42F9-9291-951112CBD49E}" dt="2023-09-19T10:02:39.120" v="176" actId="478"/>
          <ac:spMkLst>
            <pc:docMk/>
            <pc:sldMk cId="1727498366" sldId="286"/>
            <ac:spMk id="5" creationId="{137E005E-A66D-4D0E-9B1A-24F6766E1709}"/>
          </ac:spMkLst>
        </pc:spChg>
        <pc:spChg chg="add del mod">
          <ac:chgData name="James Pengelly" userId="d269fecd-a8a2-4e5a-93ae-88bdaab21f51" providerId="ADAL" clId="{D2A8D7DB-FCA1-42F9-9291-951112CBD49E}" dt="2023-09-19T10:02:40.405" v="177" actId="6264"/>
          <ac:spMkLst>
            <pc:docMk/>
            <pc:sldMk cId="1727498366" sldId="286"/>
            <ac:spMk id="6" creationId="{02907E70-58A9-E52E-2064-20442A4FFF7C}"/>
          </ac:spMkLst>
        </pc:spChg>
        <pc:spChg chg="add mod ord">
          <ac:chgData name="James Pengelly" userId="d269fecd-a8a2-4e5a-93ae-88bdaab21f51" providerId="ADAL" clId="{D2A8D7DB-FCA1-42F9-9291-951112CBD49E}" dt="2023-09-19T10:03:01.326" v="195" actId="27636"/>
          <ac:spMkLst>
            <pc:docMk/>
            <pc:sldMk cId="1727498366" sldId="286"/>
            <ac:spMk id="7" creationId="{6C578790-0F4A-6745-641D-3CAF59BD067E}"/>
          </ac:spMkLst>
        </pc:spChg>
      </pc:sldChg>
      <pc:sldChg chg="addSp delSp modSp mod chgLayout">
        <pc:chgData name="James Pengelly" userId="d269fecd-a8a2-4e5a-93ae-88bdaab21f51" providerId="ADAL" clId="{D2A8D7DB-FCA1-42F9-9291-951112CBD49E}" dt="2023-09-19T10:02:55.736" v="191" actId="27636"/>
        <pc:sldMkLst>
          <pc:docMk/>
          <pc:sldMk cId="2045968501" sldId="287"/>
        </pc:sldMkLst>
        <pc:spChg chg="mod ord">
          <ac:chgData name="James Pengelly" userId="d269fecd-a8a2-4e5a-93ae-88bdaab21f51" providerId="ADAL" clId="{D2A8D7DB-FCA1-42F9-9291-951112CBD49E}" dt="2023-09-19T10:02:51.707" v="185" actId="6264"/>
          <ac:spMkLst>
            <pc:docMk/>
            <pc:sldMk cId="2045968501" sldId="287"/>
            <ac:spMk id="2" creationId="{5A78B9D2-75C6-4E31-8D20-2472152AE3E2}"/>
          </ac:spMkLst>
        </pc:spChg>
        <pc:spChg chg="add del mod">
          <ac:chgData name="James Pengelly" userId="d269fecd-a8a2-4e5a-93ae-88bdaab21f51" providerId="ADAL" clId="{D2A8D7DB-FCA1-42F9-9291-951112CBD49E}" dt="2023-09-19T10:02:51.707" v="185" actId="6264"/>
          <ac:spMkLst>
            <pc:docMk/>
            <pc:sldMk cId="2045968501" sldId="287"/>
            <ac:spMk id="3" creationId="{8A27321C-A062-558F-23C5-10D853E3198C}"/>
          </ac:spMkLst>
        </pc:spChg>
        <pc:spChg chg="mod ord">
          <ac:chgData name="James Pengelly" userId="d269fecd-a8a2-4e5a-93ae-88bdaab21f51" providerId="ADAL" clId="{D2A8D7DB-FCA1-42F9-9291-951112CBD49E}" dt="2023-09-19T10:02:51.707" v="185" actId="6264"/>
          <ac:spMkLst>
            <pc:docMk/>
            <pc:sldMk cId="2045968501" sldId="287"/>
            <ac:spMk id="4" creationId="{81D661B8-EEC6-4B47-84B5-8687AB7DEF59}"/>
          </ac:spMkLst>
        </pc:spChg>
        <pc:spChg chg="del mod">
          <ac:chgData name="James Pengelly" userId="d269fecd-a8a2-4e5a-93ae-88bdaab21f51" providerId="ADAL" clId="{D2A8D7DB-FCA1-42F9-9291-951112CBD49E}" dt="2023-09-19T10:02:50.569" v="184" actId="478"/>
          <ac:spMkLst>
            <pc:docMk/>
            <pc:sldMk cId="2045968501" sldId="287"/>
            <ac:spMk id="5" creationId="{137E005E-A66D-4D0E-9B1A-24F6766E1709}"/>
          </ac:spMkLst>
        </pc:spChg>
        <pc:spChg chg="add del mod">
          <ac:chgData name="James Pengelly" userId="d269fecd-a8a2-4e5a-93ae-88bdaab21f51" providerId="ADAL" clId="{D2A8D7DB-FCA1-42F9-9291-951112CBD49E}" dt="2023-09-19T10:02:51.707" v="185" actId="6264"/>
          <ac:spMkLst>
            <pc:docMk/>
            <pc:sldMk cId="2045968501" sldId="287"/>
            <ac:spMk id="6" creationId="{A10B2451-B022-22CB-16E6-0FFE71EAE42D}"/>
          </ac:spMkLst>
        </pc:spChg>
        <pc:spChg chg="add mod ord">
          <ac:chgData name="James Pengelly" userId="d269fecd-a8a2-4e5a-93ae-88bdaab21f51" providerId="ADAL" clId="{D2A8D7DB-FCA1-42F9-9291-951112CBD49E}" dt="2023-09-19T10:02:55.736" v="191" actId="27636"/>
          <ac:spMkLst>
            <pc:docMk/>
            <pc:sldMk cId="2045968501" sldId="287"/>
            <ac:spMk id="7" creationId="{A63B6DFA-DE05-4AE5-2615-87664A6A48A1}"/>
          </ac:spMkLst>
        </pc:spChg>
      </pc:sldChg>
      <pc:sldChg chg="addSp delSp modSp mod chgLayout">
        <pc:chgData name="James Pengelly" userId="d269fecd-a8a2-4e5a-93ae-88bdaab21f51" providerId="ADAL" clId="{D2A8D7DB-FCA1-42F9-9291-951112CBD49E}" dt="2023-09-19T10:03:18.157" v="209" actId="20577"/>
        <pc:sldMkLst>
          <pc:docMk/>
          <pc:sldMk cId="1352561546" sldId="288"/>
        </pc:sldMkLst>
        <pc:spChg chg="mod ord">
          <ac:chgData name="James Pengelly" userId="d269fecd-a8a2-4e5a-93ae-88bdaab21f51" providerId="ADAL" clId="{D2A8D7DB-FCA1-42F9-9291-951112CBD49E}" dt="2023-09-19T10:03:09.488" v="198" actId="6264"/>
          <ac:spMkLst>
            <pc:docMk/>
            <pc:sldMk cId="1352561546" sldId="288"/>
            <ac:spMk id="2" creationId="{5A78B9D2-75C6-4E31-8D20-2472152AE3E2}"/>
          </ac:spMkLst>
        </pc:spChg>
        <pc:spChg chg="add del mod">
          <ac:chgData name="James Pengelly" userId="d269fecd-a8a2-4e5a-93ae-88bdaab21f51" providerId="ADAL" clId="{D2A8D7DB-FCA1-42F9-9291-951112CBD49E}" dt="2023-09-19T10:03:09.488" v="198" actId="6264"/>
          <ac:spMkLst>
            <pc:docMk/>
            <pc:sldMk cId="1352561546" sldId="288"/>
            <ac:spMk id="3" creationId="{28370047-3B3B-EED1-FAE2-E003DAD60290}"/>
          </ac:spMkLst>
        </pc:spChg>
        <pc:spChg chg="mod ord">
          <ac:chgData name="James Pengelly" userId="d269fecd-a8a2-4e5a-93ae-88bdaab21f51" providerId="ADAL" clId="{D2A8D7DB-FCA1-42F9-9291-951112CBD49E}" dt="2023-09-19T10:03:09.488" v="198" actId="6264"/>
          <ac:spMkLst>
            <pc:docMk/>
            <pc:sldMk cId="1352561546" sldId="288"/>
            <ac:spMk id="4" creationId="{81D661B8-EEC6-4B47-84B5-8687AB7DEF59}"/>
          </ac:spMkLst>
        </pc:spChg>
        <pc:spChg chg="del mod">
          <ac:chgData name="James Pengelly" userId="d269fecd-a8a2-4e5a-93ae-88bdaab21f51" providerId="ADAL" clId="{D2A8D7DB-FCA1-42F9-9291-951112CBD49E}" dt="2023-09-19T10:03:08.389" v="197" actId="478"/>
          <ac:spMkLst>
            <pc:docMk/>
            <pc:sldMk cId="1352561546" sldId="288"/>
            <ac:spMk id="5" creationId="{137E005E-A66D-4D0E-9B1A-24F6766E1709}"/>
          </ac:spMkLst>
        </pc:spChg>
        <pc:spChg chg="add del mod">
          <ac:chgData name="James Pengelly" userId="d269fecd-a8a2-4e5a-93ae-88bdaab21f51" providerId="ADAL" clId="{D2A8D7DB-FCA1-42F9-9291-951112CBD49E}" dt="2023-09-19T10:03:09.488" v="198" actId="6264"/>
          <ac:spMkLst>
            <pc:docMk/>
            <pc:sldMk cId="1352561546" sldId="288"/>
            <ac:spMk id="6" creationId="{B8330963-9048-817C-0D58-CE67F27B8C4E}"/>
          </ac:spMkLst>
        </pc:spChg>
        <pc:spChg chg="add mod ord">
          <ac:chgData name="James Pengelly" userId="d269fecd-a8a2-4e5a-93ae-88bdaab21f51" providerId="ADAL" clId="{D2A8D7DB-FCA1-42F9-9291-951112CBD49E}" dt="2023-09-19T10:03:18.157" v="209" actId="20577"/>
          <ac:spMkLst>
            <pc:docMk/>
            <pc:sldMk cId="1352561546" sldId="288"/>
            <ac:spMk id="7" creationId="{FE64600E-EF3C-D232-07C2-1EF1401DFD80}"/>
          </ac:spMkLst>
        </pc:spChg>
      </pc:sldChg>
      <pc:sldChg chg="addSp delSp modSp mod chgLayout">
        <pc:chgData name="James Pengelly" userId="d269fecd-a8a2-4e5a-93ae-88bdaab21f51" providerId="ADAL" clId="{D2A8D7DB-FCA1-42F9-9291-951112CBD49E}" dt="2023-09-19T10:03:28" v="218" actId="20577"/>
        <pc:sldMkLst>
          <pc:docMk/>
          <pc:sldMk cId="2440569982" sldId="289"/>
        </pc:sldMkLst>
        <pc:spChg chg="mod ord">
          <ac:chgData name="James Pengelly" userId="d269fecd-a8a2-4e5a-93ae-88bdaab21f51" providerId="ADAL" clId="{D2A8D7DB-FCA1-42F9-9291-951112CBD49E}" dt="2023-09-19T10:03:24.560" v="212" actId="6264"/>
          <ac:spMkLst>
            <pc:docMk/>
            <pc:sldMk cId="2440569982" sldId="289"/>
            <ac:spMk id="2" creationId="{5A78B9D2-75C6-4E31-8D20-2472152AE3E2}"/>
          </ac:spMkLst>
        </pc:spChg>
        <pc:spChg chg="add del mod">
          <ac:chgData name="James Pengelly" userId="d269fecd-a8a2-4e5a-93ae-88bdaab21f51" providerId="ADAL" clId="{D2A8D7DB-FCA1-42F9-9291-951112CBD49E}" dt="2023-09-19T10:03:24.560" v="212" actId="6264"/>
          <ac:spMkLst>
            <pc:docMk/>
            <pc:sldMk cId="2440569982" sldId="289"/>
            <ac:spMk id="3" creationId="{62469C1E-2B08-560E-3675-2C96DDDB8D1F}"/>
          </ac:spMkLst>
        </pc:spChg>
        <pc:spChg chg="mod ord">
          <ac:chgData name="James Pengelly" userId="d269fecd-a8a2-4e5a-93ae-88bdaab21f51" providerId="ADAL" clId="{D2A8D7DB-FCA1-42F9-9291-951112CBD49E}" dt="2023-09-19T10:03:24.560" v="212" actId="6264"/>
          <ac:spMkLst>
            <pc:docMk/>
            <pc:sldMk cId="2440569982" sldId="289"/>
            <ac:spMk id="4" creationId="{81D661B8-EEC6-4B47-84B5-8687AB7DEF59}"/>
          </ac:spMkLst>
        </pc:spChg>
        <pc:spChg chg="del mod">
          <ac:chgData name="James Pengelly" userId="d269fecd-a8a2-4e5a-93ae-88bdaab21f51" providerId="ADAL" clId="{D2A8D7DB-FCA1-42F9-9291-951112CBD49E}" dt="2023-09-19T10:03:23.409" v="211" actId="478"/>
          <ac:spMkLst>
            <pc:docMk/>
            <pc:sldMk cId="2440569982" sldId="289"/>
            <ac:spMk id="5" creationId="{137E005E-A66D-4D0E-9B1A-24F6766E1709}"/>
          </ac:spMkLst>
        </pc:spChg>
        <pc:spChg chg="add del mod">
          <ac:chgData name="James Pengelly" userId="d269fecd-a8a2-4e5a-93ae-88bdaab21f51" providerId="ADAL" clId="{D2A8D7DB-FCA1-42F9-9291-951112CBD49E}" dt="2023-09-19T10:03:24.560" v="212" actId="6264"/>
          <ac:spMkLst>
            <pc:docMk/>
            <pc:sldMk cId="2440569982" sldId="289"/>
            <ac:spMk id="6" creationId="{C2F76917-DDFB-392A-10D4-D3227BC7741C}"/>
          </ac:spMkLst>
        </pc:spChg>
        <pc:spChg chg="add mod ord">
          <ac:chgData name="James Pengelly" userId="d269fecd-a8a2-4e5a-93ae-88bdaab21f51" providerId="ADAL" clId="{D2A8D7DB-FCA1-42F9-9291-951112CBD49E}" dt="2023-09-19T10:03:28" v="218" actId="20577"/>
          <ac:spMkLst>
            <pc:docMk/>
            <pc:sldMk cId="2440569982" sldId="289"/>
            <ac:spMk id="7" creationId="{AE647428-FFC7-9C8A-C8D9-60C4C23A2868}"/>
          </ac:spMkLst>
        </pc:spChg>
      </pc:sldChg>
      <pc:sldChg chg="addSp delSp modSp mod chgLayout">
        <pc:chgData name="James Pengelly" userId="d269fecd-a8a2-4e5a-93ae-88bdaab21f51" providerId="ADAL" clId="{D2A8D7DB-FCA1-42F9-9291-951112CBD49E}" dt="2023-09-19T10:03:36.766" v="226" actId="27636"/>
        <pc:sldMkLst>
          <pc:docMk/>
          <pc:sldMk cId="1076294559" sldId="290"/>
        </pc:sldMkLst>
        <pc:spChg chg="mod ord">
          <ac:chgData name="James Pengelly" userId="d269fecd-a8a2-4e5a-93ae-88bdaab21f51" providerId="ADAL" clId="{D2A8D7DB-FCA1-42F9-9291-951112CBD49E}" dt="2023-09-19T10:03:34.342" v="221" actId="6264"/>
          <ac:spMkLst>
            <pc:docMk/>
            <pc:sldMk cId="1076294559" sldId="290"/>
            <ac:spMk id="2" creationId="{5A78B9D2-75C6-4E31-8D20-2472152AE3E2}"/>
          </ac:spMkLst>
        </pc:spChg>
        <pc:spChg chg="add del mod">
          <ac:chgData name="James Pengelly" userId="d269fecd-a8a2-4e5a-93ae-88bdaab21f51" providerId="ADAL" clId="{D2A8D7DB-FCA1-42F9-9291-951112CBD49E}" dt="2023-09-19T10:03:34.342" v="221" actId="6264"/>
          <ac:spMkLst>
            <pc:docMk/>
            <pc:sldMk cId="1076294559" sldId="290"/>
            <ac:spMk id="3" creationId="{DFADAD5F-EC6C-7E8D-BFF8-30EACB1D8724}"/>
          </ac:spMkLst>
        </pc:spChg>
        <pc:spChg chg="mod ord">
          <ac:chgData name="James Pengelly" userId="d269fecd-a8a2-4e5a-93ae-88bdaab21f51" providerId="ADAL" clId="{D2A8D7DB-FCA1-42F9-9291-951112CBD49E}" dt="2023-09-19T10:03:34.342" v="221" actId="6264"/>
          <ac:spMkLst>
            <pc:docMk/>
            <pc:sldMk cId="1076294559" sldId="290"/>
            <ac:spMk id="4" creationId="{81D661B8-EEC6-4B47-84B5-8687AB7DEF59}"/>
          </ac:spMkLst>
        </pc:spChg>
        <pc:spChg chg="del mod">
          <ac:chgData name="James Pengelly" userId="d269fecd-a8a2-4e5a-93ae-88bdaab21f51" providerId="ADAL" clId="{D2A8D7DB-FCA1-42F9-9291-951112CBD49E}" dt="2023-09-19T10:03:32.789" v="220" actId="478"/>
          <ac:spMkLst>
            <pc:docMk/>
            <pc:sldMk cId="1076294559" sldId="290"/>
            <ac:spMk id="5" creationId="{137E005E-A66D-4D0E-9B1A-24F6766E1709}"/>
          </ac:spMkLst>
        </pc:spChg>
        <pc:spChg chg="add del mod">
          <ac:chgData name="James Pengelly" userId="d269fecd-a8a2-4e5a-93ae-88bdaab21f51" providerId="ADAL" clId="{D2A8D7DB-FCA1-42F9-9291-951112CBD49E}" dt="2023-09-19T10:03:34.342" v="221" actId="6264"/>
          <ac:spMkLst>
            <pc:docMk/>
            <pc:sldMk cId="1076294559" sldId="290"/>
            <ac:spMk id="6" creationId="{BFD3EB45-34C3-D0D3-EEEA-4B689C2ACF5E}"/>
          </ac:spMkLst>
        </pc:spChg>
        <pc:spChg chg="add mod ord">
          <ac:chgData name="James Pengelly" userId="d269fecd-a8a2-4e5a-93ae-88bdaab21f51" providerId="ADAL" clId="{D2A8D7DB-FCA1-42F9-9291-951112CBD49E}" dt="2023-09-19T10:03:36.766" v="226" actId="27636"/>
          <ac:spMkLst>
            <pc:docMk/>
            <pc:sldMk cId="1076294559" sldId="290"/>
            <ac:spMk id="7" creationId="{166325DD-5694-5995-50AE-FDA7ABCE06CF}"/>
          </ac:spMkLst>
        </pc:spChg>
      </pc:sldChg>
      <pc:sldChg chg="addSp delSp modSp mod chgLayout">
        <pc:chgData name="James Pengelly" userId="d269fecd-a8a2-4e5a-93ae-88bdaab21f51" providerId="ADAL" clId="{D2A8D7DB-FCA1-42F9-9291-951112CBD49E}" dt="2023-09-19T10:03:47.677" v="234" actId="20577"/>
        <pc:sldMkLst>
          <pc:docMk/>
          <pc:sldMk cId="3647723848" sldId="291"/>
        </pc:sldMkLst>
        <pc:spChg chg="mod ord">
          <ac:chgData name="James Pengelly" userId="d269fecd-a8a2-4e5a-93ae-88bdaab21f51" providerId="ADAL" clId="{D2A8D7DB-FCA1-42F9-9291-951112CBD49E}" dt="2023-09-19T10:03:45.263" v="229" actId="6264"/>
          <ac:spMkLst>
            <pc:docMk/>
            <pc:sldMk cId="3647723848" sldId="291"/>
            <ac:spMk id="2" creationId="{5A78B9D2-75C6-4E31-8D20-2472152AE3E2}"/>
          </ac:spMkLst>
        </pc:spChg>
        <pc:spChg chg="add del mod">
          <ac:chgData name="James Pengelly" userId="d269fecd-a8a2-4e5a-93ae-88bdaab21f51" providerId="ADAL" clId="{D2A8D7DB-FCA1-42F9-9291-951112CBD49E}" dt="2023-09-19T10:03:45.263" v="229" actId="6264"/>
          <ac:spMkLst>
            <pc:docMk/>
            <pc:sldMk cId="3647723848" sldId="291"/>
            <ac:spMk id="3" creationId="{D5AD8923-308A-FC0B-77F4-F92153E99854}"/>
          </ac:spMkLst>
        </pc:spChg>
        <pc:spChg chg="mod ord">
          <ac:chgData name="James Pengelly" userId="d269fecd-a8a2-4e5a-93ae-88bdaab21f51" providerId="ADAL" clId="{D2A8D7DB-FCA1-42F9-9291-951112CBD49E}" dt="2023-09-19T10:03:45.263" v="229" actId="6264"/>
          <ac:spMkLst>
            <pc:docMk/>
            <pc:sldMk cId="3647723848" sldId="291"/>
            <ac:spMk id="4" creationId="{81D661B8-EEC6-4B47-84B5-8687AB7DEF59}"/>
          </ac:spMkLst>
        </pc:spChg>
        <pc:spChg chg="del mod">
          <ac:chgData name="James Pengelly" userId="d269fecd-a8a2-4e5a-93ae-88bdaab21f51" providerId="ADAL" clId="{D2A8D7DB-FCA1-42F9-9291-951112CBD49E}" dt="2023-09-19T10:03:43.660" v="228" actId="478"/>
          <ac:spMkLst>
            <pc:docMk/>
            <pc:sldMk cId="3647723848" sldId="291"/>
            <ac:spMk id="5" creationId="{137E005E-A66D-4D0E-9B1A-24F6766E1709}"/>
          </ac:spMkLst>
        </pc:spChg>
        <pc:spChg chg="add del mod">
          <ac:chgData name="James Pengelly" userId="d269fecd-a8a2-4e5a-93ae-88bdaab21f51" providerId="ADAL" clId="{D2A8D7DB-FCA1-42F9-9291-951112CBD49E}" dt="2023-09-19T10:03:45.263" v="229" actId="6264"/>
          <ac:spMkLst>
            <pc:docMk/>
            <pc:sldMk cId="3647723848" sldId="291"/>
            <ac:spMk id="6" creationId="{F4DB5C1A-D271-1DE2-51BD-238A35B8D616}"/>
          </ac:spMkLst>
        </pc:spChg>
        <pc:spChg chg="add mod ord">
          <ac:chgData name="James Pengelly" userId="d269fecd-a8a2-4e5a-93ae-88bdaab21f51" providerId="ADAL" clId="{D2A8D7DB-FCA1-42F9-9291-951112CBD49E}" dt="2023-09-19T10:03:47.677" v="234" actId="20577"/>
          <ac:spMkLst>
            <pc:docMk/>
            <pc:sldMk cId="3647723848" sldId="291"/>
            <ac:spMk id="7" creationId="{C7617C1C-883C-502E-36B7-F0C8B35D1D1C}"/>
          </ac:spMkLst>
        </pc:spChg>
      </pc:sldChg>
      <pc:sldChg chg="addSp delSp modSp mod chgLayout">
        <pc:chgData name="James Pengelly" userId="d269fecd-a8a2-4e5a-93ae-88bdaab21f51" providerId="ADAL" clId="{D2A8D7DB-FCA1-42F9-9291-951112CBD49E}" dt="2023-09-19T10:03:56.967" v="240" actId="20577"/>
        <pc:sldMkLst>
          <pc:docMk/>
          <pc:sldMk cId="3973747535" sldId="292"/>
        </pc:sldMkLst>
        <pc:spChg chg="mod ord">
          <ac:chgData name="James Pengelly" userId="d269fecd-a8a2-4e5a-93ae-88bdaab21f51" providerId="ADAL" clId="{D2A8D7DB-FCA1-42F9-9291-951112CBD49E}" dt="2023-09-19T10:03:54.620" v="237" actId="6264"/>
          <ac:spMkLst>
            <pc:docMk/>
            <pc:sldMk cId="3973747535" sldId="292"/>
            <ac:spMk id="2" creationId="{5A78B9D2-75C6-4E31-8D20-2472152AE3E2}"/>
          </ac:spMkLst>
        </pc:spChg>
        <pc:spChg chg="add del mod">
          <ac:chgData name="James Pengelly" userId="d269fecd-a8a2-4e5a-93ae-88bdaab21f51" providerId="ADAL" clId="{D2A8D7DB-FCA1-42F9-9291-951112CBD49E}" dt="2023-09-19T10:03:54.620" v="237" actId="6264"/>
          <ac:spMkLst>
            <pc:docMk/>
            <pc:sldMk cId="3973747535" sldId="292"/>
            <ac:spMk id="3" creationId="{0BC3413A-1934-6FD4-787F-945AB289CBEE}"/>
          </ac:spMkLst>
        </pc:spChg>
        <pc:spChg chg="mod ord">
          <ac:chgData name="James Pengelly" userId="d269fecd-a8a2-4e5a-93ae-88bdaab21f51" providerId="ADAL" clId="{D2A8D7DB-FCA1-42F9-9291-951112CBD49E}" dt="2023-09-19T10:03:54.620" v="237" actId="6264"/>
          <ac:spMkLst>
            <pc:docMk/>
            <pc:sldMk cId="3973747535" sldId="292"/>
            <ac:spMk id="4" creationId="{81D661B8-EEC6-4B47-84B5-8687AB7DEF59}"/>
          </ac:spMkLst>
        </pc:spChg>
        <pc:spChg chg="del mod">
          <ac:chgData name="James Pengelly" userId="d269fecd-a8a2-4e5a-93ae-88bdaab21f51" providerId="ADAL" clId="{D2A8D7DB-FCA1-42F9-9291-951112CBD49E}" dt="2023-09-19T10:03:53.361" v="236" actId="478"/>
          <ac:spMkLst>
            <pc:docMk/>
            <pc:sldMk cId="3973747535" sldId="292"/>
            <ac:spMk id="5" creationId="{137E005E-A66D-4D0E-9B1A-24F6766E1709}"/>
          </ac:spMkLst>
        </pc:spChg>
        <pc:spChg chg="add del mod">
          <ac:chgData name="James Pengelly" userId="d269fecd-a8a2-4e5a-93ae-88bdaab21f51" providerId="ADAL" clId="{D2A8D7DB-FCA1-42F9-9291-951112CBD49E}" dt="2023-09-19T10:03:54.620" v="237" actId="6264"/>
          <ac:spMkLst>
            <pc:docMk/>
            <pc:sldMk cId="3973747535" sldId="292"/>
            <ac:spMk id="6" creationId="{9076DCE7-55EA-D891-4080-AB4A0EA086E7}"/>
          </ac:spMkLst>
        </pc:spChg>
        <pc:spChg chg="add mod ord">
          <ac:chgData name="James Pengelly" userId="d269fecd-a8a2-4e5a-93ae-88bdaab21f51" providerId="ADAL" clId="{D2A8D7DB-FCA1-42F9-9291-951112CBD49E}" dt="2023-09-19T10:03:56.967" v="240" actId="20577"/>
          <ac:spMkLst>
            <pc:docMk/>
            <pc:sldMk cId="3973747535" sldId="292"/>
            <ac:spMk id="7" creationId="{6ACF4221-639B-666C-8DF7-F172F8824F07}"/>
          </ac:spMkLst>
        </pc:spChg>
      </pc:sldChg>
      <pc:sldChg chg="addSp delSp modSp mod chgLayout">
        <pc:chgData name="James Pengelly" userId="d269fecd-a8a2-4e5a-93ae-88bdaab21f51" providerId="ADAL" clId="{D2A8D7DB-FCA1-42F9-9291-951112CBD49E}" dt="2023-09-19T10:04:06.195" v="246" actId="20577"/>
        <pc:sldMkLst>
          <pc:docMk/>
          <pc:sldMk cId="1353912043" sldId="293"/>
        </pc:sldMkLst>
        <pc:spChg chg="mod ord">
          <ac:chgData name="James Pengelly" userId="d269fecd-a8a2-4e5a-93ae-88bdaab21f51" providerId="ADAL" clId="{D2A8D7DB-FCA1-42F9-9291-951112CBD49E}" dt="2023-09-19T10:04:04.076" v="243" actId="6264"/>
          <ac:spMkLst>
            <pc:docMk/>
            <pc:sldMk cId="1353912043" sldId="293"/>
            <ac:spMk id="2" creationId="{5A78B9D2-75C6-4E31-8D20-2472152AE3E2}"/>
          </ac:spMkLst>
        </pc:spChg>
        <pc:spChg chg="add del mod">
          <ac:chgData name="James Pengelly" userId="d269fecd-a8a2-4e5a-93ae-88bdaab21f51" providerId="ADAL" clId="{D2A8D7DB-FCA1-42F9-9291-951112CBD49E}" dt="2023-09-19T10:04:04.076" v="243" actId="6264"/>
          <ac:spMkLst>
            <pc:docMk/>
            <pc:sldMk cId="1353912043" sldId="293"/>
            <ac:spMk id="3" creationId="{8F25E4CE-0DA2-EE29-F00A-ACC9FD1C3EAD}"/>
          </ac:spMkLst>
        </pc:spChg>
        <pc:spChg chg="mod ord">
          <ac:chgData name="James Pengelly" userId="d269fecd-a8a2-4e5a-93ae-88bdaab21f51" providerId="ADAL" clId="{D2A8D7DB-FCA1-42F9-9291-951112CBD49E}" dt="2023-09-19T10:04:04.076" v="243" actId="6264"/>
          <ac:spMkLst>
            <pc:docMk/>
            <pc:sldMk cId="1353912043" sldId="293"/>
            <ac:spMk id="4" creationId="{81D661B8-EEC6-4B47-84B5-8687AB7DEF59}"/>
          </ac:spMkLst>
        </pc:spChg>
        <pc:spChg chg="del mod">
          <ac:chgData name="James Pengelly" userId="d269fecd-a8a2-4e5a-93ae-88bdaab21f51" providerId="ADAL" clId="{D2A8D7DB-FCA1-42F9-9291-951112CBD49E}" dt="2023-09-19T10:04:02.866" v="242" actId="478"/>
          <ac:spMkLst>
            <pc:docMk/>
            <pc:sldMk cId="1353912043" sldId="293"/>
            <ac:spMk id="5" creationId="{137E005E-A66D-4D0E-9B1A-24F6766E1709}"/>
          </ac:spMkLst>
        </pc:spChg>
        <pc:spChg chg="add del mod">
          <ac:chgData name="James Pengelly" userId="d269fecd-a8a2-4e5a-93ae-88bdaab21f51" providerId="ADAL" clId="{D2A8D7DB-FCA1-42F9-9291-951112CBD49E}" dt="2023-09-19T10:04:04.076" v="243" actId="6264"/>
          <ac:spMkLst>
            <pc:docMk/>
            <pc:sldMk cId="1353912043" sldId="293"/>
            <ac:spMk id="6" creationId="{D778318F-8858-C5A0-3207-84237E5F86E8}"/>
          </ac:spMkLst>
        </pc:spChg>
        <pc:spChg chg="add mod ord">
          <ac:chgData name="James Pengelly" userId="d269fecd-a8a2-4e5a-93ae-88bdaab21f51" providerId="ADAL" clId="{D2A8D7DB-FCA1-42F9-9291-951112CBD49E}" dt="2023-09-19T10:04:06.195" v="246" actId="20577"/>
          <ac:spMkLst>
            <pc:docMk/>
            <pc:sldMk cId="1353912043" sldId="293"/>
            <ac:spMk id="7" creationId="{198A6CE2-C853-1EAD-EB19-D5B6EB180E9E}"/>
          </ac:spMkLst>
        </pc:spChg>
      </pc:sldChg>
      <pc:sldChg chg="addSp delSp modSp mod chgLayout">
        <pc:chgData name="James Pengelly" userId="d269fecd-a8a2-4e5a-93ae-88bdaab21f51" providerId="ADAL" clId="{D2A8D7DB-FCA1-42F9-9291-951112CBD49E}" dt="2023-09-19T10:04:14.765" v="254" actId="20577"/>
        <pc:sldMkLst>
          <pc:docMk/>
          <pc:sldMk cId="1793966588" sldId="294"/>
        </pc:sldMkLst>
        <pc:spChg chg="mod ord">
          <ac:chgData name="James Pengelly" userId="d269fecd-a8a2-4e5a-93ae-88bdaab21f51" providerId="ADAL" clId="{D2A8D7DB-FCA1-42F9-9291-951112CBD49E}" dt="2023-09-19T10:04:11.967" v="250" actId="6264"/>
          <ac:spMkLst>
            <pc:docMk/>
            <pc:sldMk cId="1793966588" sldId="294"/>
            <ac:spMk id="2" creationId="{5A78B9D2-75C6-4E31-8D20-2472152AE3E2}"/>
          </ac:spMkLst>
        </pc:spChg>
        <pc:spChg chg="add del mod">
          <ac:chgData name="James Pengelly" userId="d269fecd-a8a2-4e5a-93ae-88bdaab21f51" providerId="ADAL" clId="{D2A8D7DB-FCA1-42F9-9291-951112CBD49E}" dt="2023-09-19T10:04:11.967" v="250" actId="6264"/>
          <ac:spMkLst>
            <pc:docMk/>
            <pc:sldMk cId="1793966588" sldId="294"/>
            <ac:spMk id="3" creationId="{8884C60C-9478-E508-785F-074D06230457}"/>
          </ac:spMkLst>
        </pc:spChg>
        <pc:spChg chg="mod ord">
          <ac:chgData name="James Pengelly" userId="d269fecd-a8a2-4e5a-93ae-88bdaab21f51" providerId="ADAL" clId="{D2A8D7DB-FCA1-42F9-9291-951112CBD49E}" dt="2023-09-19T10:04:11.967" v="250" actId="6264"/>
          <ac:spMkLst>
            <pc:docMk/>
            <pc:sldMk cId="1793966588" sldId="294"/>
            <ac:spMk id="4" creationId="{81D661B8-EEC6-4B47-84B5-8687AB7DEF59}"/>
          </ac:spMkLst>
        </pc:spChg>
        <pc:spChg chg="del mod">
          <ac:chgData name="James Pengelly" userId="d269fecd-a8a2-4e5a-93ae-88bdaab21f51" providerId="ADAL" clId="{D2A8D7DB-FCA1-42F9-9291-951112CBD49E}" dt="2023-09-19T10:04:09.647" v="249"/>
          <ac:spMkLst>
            <pc:docMk/>
            <pc:sldMk cId="1793966588" sldId="294"/>
            <ac:spMk id="5" creationId="{137E005E-A66D-4D0E-9B1A-24F6766E1709}"/>
          </ac:spMkLst>
        </pc:spChg>
        <pc:spChg chg="add del mod">
          <ac:chgData name="James Pengelly" userId="d269fecd-a8a2-4e5a-93ae-88bdaab21f51" providerId="ADAL" clId="{D2A8D7DB-FCA1-42F9-9291-951112CBD49E}" dt="2023-09-19T10:04:11.967" v="250" actId="6264"/>
          <ac:spMkLst>
            <pc:docMk/>
            <pc:sldMk cId="1793966588" sldId="294"/>
            <ac:spMk id="6" creationId="{B7B334B5-E438-964E-E2CE-D3D9A18FABC1}"/>
          </ac:spMkLst>
        </pc:spChg>
        <pc:spChg chg="add mod ord">
          <ac:chgData name="James Pengelly" userId="d269fecd-a8a2-4e5a-93ae-88bdaab21f51" providerId="ADAL" clId="{D2A8D7DB-FCA1-42F9-9291-951112CBD49E}" dt="2023-09-19T10:04:14.765" v="254" actId="20577"/>
          <ac:spMkLst>
            <pc:docMk/>
            <pc:sldMk cId="1793966588" sldId="294"/>
            <ac:spMk id="7" creationId="{F6B677C6-DDD6-3818-460C-90813C480DFE}"/>
          </ac:spMkLst>
        </pc:spChg>
      </pc:sldChg>
    </pc:docChg>
  </pc:docChgLst>
  <pc:docChgLst>
    <pc:chgData name="Danielle Andries" userId="93d179e4-3c18-40f7-920e-ae80b202540d" providerId="ADAL" clId="{DC26B86B-CFE5-49FD-9E20-98F03108B9BE}"/>
    <pc:docChg chg="undo custSel delSld modSld">
      <pc:chgData name="Danielle Andries" userId="93d179e4-3c18-40f7-920e-ae80b202540d" providerId="ADAL" clId="{DC26B86B-CFE5-49FD-9E20-98F03108B9BE}" dt="2023-09-13T02:08:32.105" v="704" actId="255"/>
      <pc:docMkLst>
        <pc:docMk/>
      </pc:docMkLst>
      <pc:sldChg chg="modSp mod">
        <pc:chgData name="Danielle Andries" userId="93d179e4-3c18-40f7-920e-ae80b202540d" providerId="ADAL" clId="{DC26B86B-CFE5-49FD-9E20-98F03108B9BE}" dt="2023-08-15T15:18:41.600" v="1" actId="20577"/>
        <pc:sldMkLst>
          <pc:docMk/>
          <pc:sldMk cId="3995608643" sldId="257"/>
        </pc:sldMkLst>
        <pc:spChg chg="mod">
          <ac:chgData name="Danielle Andries" userId="93d179e4-3c18-40f7-920e-ae80b202540d" providerId="ADAL" clId="{DC26B86B-CFE5-49FD-9E20-98F03108B9BE}" dt="2023-08-15T15:18:39.556" v="0"/>
          <ac:spMkLst>
            <pc:docMk/>
            <pc:sldMk cId="3995608643" sldId="257"/>
            <ac:spMk id="2" creationId="{B8F195E7-CEB7-44B4-8D15-A6FE845CE6B2}"/>
          </ac:spMkLst>
        </pc:spChg>
        <pc:spChg chg="mod">
          <ac:chgData name="Danielle Andries" userId="93d179e4-3c18-40f7-920e-ae80b202540d" providerId="ADAL" clId="{DC26B86B-CFE5-49FD-9E20-98F03108B9BE}" dt="2023-08-15T15:18:41.600" v="1" actId="20577"/>
          <ac:spMkLst>
            <pc:docMk/>
            <pc:sldMk cId="3995608643" sldId="257"/>
            <ac:spMk id="3" creationId="{3CFC5BFA-DF53-4407-9187-19E2D701E00B}"/>
          </ac:spMkLst>
        </pc:spChg>
      </pc:sldChg>
      <pc:sldChg chg="modSp mod">
        <pc:chgData name="Danielle Andries" userId="93d179e4-3c18-40f7-920e-ae80b202540d" providerId="ADAL" clId="{DC26B86B-CFE5-49FD-9E20-98F03108B9BE}" dt="2023-08-15T15:18:54.413" v="4"/>
        <pc:sldMkLst>
          <pc:docMk/>
          <pc:sldMk cId="2170154808" sldId="258"/>
        </pc:sldMkLst>
        <pc:spChg chg="mod">
          <ac:chgData name="Danielle Andries" userId="93d179e4-3c18-40f7-920e-ae80b202540d" providerId="ADAL" clId="{DC26B86B-CFE5-49FD-9E20-98F03108B9BE}" dt="2023-08-15T15:18:54.413" v="4"/>
          <ac:spMkLst>
            <pc:docMk/>
            <pc:sldMk cId="2170154808" sldId="258"/>
            <ac:spMk id="2" creationId="{3B584BAD-EC4F-4728-93AF-D36C5D808653}"/>
          </ac:spMkLst>
        </pc:spChg>
        <pc:spChg chg="mod">
          <ac:chgData name="Danielle Andries" userId="93d179e4-3c18-40f7-920e-ae80b202540d" providerId="ADAL" clId="{DC26B86B-CFE5-49FD-9E20-98F03108B9BE}" dt="2023-08-15T15:18:51.051" v="3" actId="20577"/>
          <ac:spMkLst>
            <pc:docMk/>
            <pc:sldMk cId="2170154808" sldId="258"/>
            <ac:spMk id="3" creationId="{64FA1437-B024-4A30-A4F5-99BD676DEE0E}"/>
          </ac:spMkLst>
        </pc:spChg>
        <pc:spChg chg="mod">
          <ac:chgData name="Danielle Andries" userId="93d179e4-3c18-40f7-920e-ae80b202540d" providerId="ADAL" clId="{DC26B86B-CFE5-49FD-9E20-98F03108B9BE}" dt="2023-08-15T15:18:48.633" v="2" actId="20577"/>
          <ac:spMkLst>
            <pc:docMk/>
            <pc:sldMk cId="2170154808" sldId="258"/>
            <ac:spMk id="4" creationId="{EB4C854E-2009-4A48-BF5C-7AC043B72217}"/>
          </ac:spMkLst>
        </pc:spChg>
      </pc:sldChg>
      <pc:sldChg chg="addSp delSp modSp mod modNotesTx">
        <pc:chgData name="Danielle Andries" userId="93d179e4-3c18-40f7-920e-ae80b202540d" providerId="ADAL" clId="{DC26B86B-CFE5-49FD-9E20-98F03108B9BE}" dt="2023-09-11T17:12:41.520" v="25"/>
        <pc:sldMkLst>
          <pc:docMk/>
          <pc:sldMk cId="1821724871" sldId="261"/>
        </pc:sldMkLst>
        <pc:spChg chg="del">
          <ac:chgData name="Danielle Andries" userId="93d179e4-3c18-40f7-920e-ae80b202540d" providerId="ADAL" clId="{DC26B86B-CFE5-49FD-9E20-98F03108B9BE}" dt="2023-09-11T17:10:50.876" v="12"/>
          <ac:spMkLst>
            <pc:docMk/>
            <pc:sldMk cId="1821724871" sldId="261"/>
            <ac:spMk id="3" creationId="{579B07B8-7B27-45F1-B0BB-6162AE3855D4}"/>
          </ac:spMkLst>
        </pc:spChg>
        <pc:spChg chg="mod">
          <ac:chgData name="Danielle Andries" userId="93d179e4-3c18-40f7-920e-ae80b202540d" providerId="ADAL" clId="{DC26B86B-CFE5-49FD-9E20-98F03108B9BE}" dt="2023-09-11T17:11:17.554" v="18" actId="14100"/>
          <ac:spMkLst>
            <pc:docMk/>
            <pc:sldMk cId="1821724871" sldId="261"/>
            <ac:spMk id="5" creationId="{372FA240-3863-4D01-94C7-5E89B539BF0B}"/>
          </ac:spMkLst>
        </pc:spChg>
        <pc:spChg chg="mod">
          <ac:chgData name="Danielle Andries" userId="93d179e4-3c18-40f7-920e-ae80b202540d" providerId="ADAL" clId="{DC26B86B-CFE5-49FD-9E20-98F03108B9BE}" dt="2023-09-11T17:12:15.145" v="24" actId="1076"/>
          <ac:spMkLst>
            <pc:docMk/>
            <pc:sldMk cId="1821724871" sldId="261"/>
            <ac:spMk id="6" creationId="{6C97A144-0634-4203-BEE3-57B7B2ADD04C}"/>
          </ac:spMkLst>
        </pc:spChg>
        <pc:picChg chg="add mod">
          <ac:chgData name="Danielle Andries" userId="93d179e4-3c18-40f7-920e-ae80b202540d" providerId="ADAL" clId="{DC26B86B-CFE5-49FD-9E20-98F03108B9BE}" dt="2023-09-11T17:12:12.075" v="23" actId="1076"/>
          <ac:picMkLst>
            <pc:docMk/>
            <pc:sldMk cId="1821724871" sldId="261"/>
            <ac:picMk id="8" creationId="{652E3408-4AEB-F160-0671-42E0BBAC4FBF}"/>
          </ac:picMkLst>
        </pc:picChg>
      </pc:sldChg>
      <pc:sldChg chg="modSp mod modNotesTx">
        <pc:chgData name="Danielle Andries" userId="93d179e4-3c18-40f7-920e-ae80b202540d" providerId="ADAL" clId="{DC26B86B-CFE5-49FD-9E20-98F03108B9BE}" dt="2023-09-11T17:24:40.513" v="500" actId="20577"/>
        <pc:sldMkLst>
          <pc:docMk/>
          <pc:sldMk cId="2631819795" sldId="263"/>
        </pc:sldMkLst>
        <pc:spChg chg="mod">
          <ac:chgData name="Danielle Andries" userId="93d179e4-3c18-40f7-920e-ae80b202540d" providerId="ADAL" clId="{DC26B86B-CFE5-49FD-9E20-98F03108B9BE}" dt="2023-09-11T17:24:40.513" v="500" actId="20577"/>
          <ac:spMkLst>
            <pc:docMk/>
            <pc:sldMk cId="2631819795" sldId="263"/>
            <ac:spMk id="2" creationId="{8CCA571E-DEB7-46F2-8F35-C75EA28B441B}"/>
          </ac:spMkLst>
        </pc:spChg>
        <pc:spChg chg="mod">
          <ac:chgData name="Danielle Andries" userId="93d179e4-3c18-40f7-920e-ae80b202540d" providerId="ADAL" clId="{DC26B86B-CFE5-49FD-9E20-98F03108B9BE}" dt="2023-09-11T17:23:02.680" v="97" actId="20577"/>
          <ac:spMkLst>
            <pc:docMk/>
            <pc:sldMk cId="2631819795" sldId="263"/>
            <ac:spMk id="3" creationId="{FC69CAD3-34EC-4D3B-A788-E05EF101E8B6}"/>
          </ac:spMkLst>
        </pc:spChg>
      </pc:sldChg>
      <pc:sldChg chg="modSp mod">
        <pc:chgData name="Danielle Andries" userId="93d179e4-3c18-40f7-920e-ae80b202540d" providerId="ADAL" clId="{DC26B86B-CFE5-49FD-9E20-98F03108B9BE}" dt="2023-09-11T17:25:18.192" v="566" actId="20577"/>
        <pc:sldMkLst>
          <pc:docMk/>
          <pc:sldMk cId="3051765853" sldId="264"/>
        </pc:sldMkLst>
        <pc:spChg chg="mod">
          <ac:chgData name="Danielle Andries" userId="93d179e4-3c18-40f7-920e-ae80b202540d" providerId="ADAL" clId="{DC26B86B-CFE5-49FD-9E20-98F03108B9BE}" dt="2023-09-11T17:25:18.192" v="566" actId="20577"/>
          <ac:spMkLst>
            <pc:docMk/>
            <pc:sldMk cId="3051765853" sldId="264"/>
            <ac:spMk id="3" creationId="{89316A7B-EF56-4540-A124-0ACC23724F87}"/>
          </ac:spMkLst>
        </pc:spChg>
      </pc:sldChg>
      <pc:sldChg chg="modSp mod">
        <pc:chgData name="Danielle Andries" userId="93d179e4-3c18-40f7-920e-ae80b202540d" providerId="ADAL" clId="{DC26B86B-CFE5-49FD-9E20-98F03108B9BE}" dt="2023-08-15T15:19:19.456" v="11" actId="20577"/>
        <pc:sldMkLst>
          <pc:docMk/>
          <pc:sldMk cId="997338478" sldId="266"/>
        </pc:sldMkLst>
        <pc:spChg chg="mod">
          <ac:chgData name="Danielle Andries" userId="93d179e4-3c18-40f7-920e-ae80b202540d" providerId="ADAL" clId="{DC26B86B-CFE5-49FD-9E20-98F03108B9BE}" dt="2023-08-15T15:19:19.456" v="11" actId="20577"/>
          <ac:spMkLst>
            <pc:docMk/>
            <pc:sldMk cId="997338478" sldId="266"/>
            <ac:spMk id="3" creationId="{3CFC5BFA-DF53-4407-9187-19E2D701E00B}"/>
          </ac:spMkLst>
        </pc:spChg>
      </pc:sldChg>
      <pc:sldChg chg="modSp mod">
        <pc:chgData name="Danielle Andries" userId="93d179e4-3c18-40f7-920e-ae80b202540d" providerId="ADAL" clId="{DC26B86B-CFE5-49FD-9E20-98F03108B9BE}" dt="2023-08-15T15:19:11.414" v="9" actId="14100"/>
        <pc:sldMkLst>
          <pc:docMk/>
          <pc:sldMk cId="674909909" sldId="267"/>
        </pc:sldMkLst>
        <pc:spChg chg="mod">
          <ac:chgData name="Danielle Andries" userId="93d179e4-3c18-40f7-920e-ae80b202540d" providerId="ADAL" clId="{DC26B86B-CFE5-49FD-9E20-98F03108B9BE}" dt="2023-08-15T15:19:11.414" v="9" actId="14100"/>
          <ac:spMkLst>
            <pc:docMk/>
            <pc:sldMk cId="674909909" sldId="267"/>
            <ac:spMk id="2" creationId="{3B584BAD-EC4F-4728-93AF-D36C5D808653}"/>
          </ac:spMkLst>
        </pc:spChg>
        <pc:spChg chg="mod">
          <ac:chgData name="Danielle Andries" userId="93d179e4-3c18-40f7-920e-ae80b202540d" providerId="ADAL" clId="{DC26B86B-CFE5-49FD-9E20-98F03108B9BE}" dt="2023-08-15T15:19:01.391" v="6" actId="20577"/>
          <ac:spMkLst>
            <pc:docMk/>
            <pc:sldMk cId="674909909" sldId="267"/>
            <ac:spMk id="3" creationId="{64FA1437-B024-4A30-A4F5-99BD676DEE0E}"/>
          </ac:spMkLst>
        </pc:spChg>
        <pc:spChg chg="mod">
          <ac:chgData name="Danielle Andries" userId="93d179e4-3c18-40f7-920e-ae80b202540d" providerId="ADAL" clId="{DC26B86B-CFE5-49FD-9E20-98F03108B9BE}" dt="2023-08-15T15:18:59.281" v="5" actId="20577"/>
          <ac:spMkLst>
            <pc:docMk/>
            <pc:sldMk cId="674909909" sldId="267"/>
            <ac:spMk id="4" creationId="{EB4C854E-2009-4A48-BF5C-7AC043B72217}"/>
          </ac:spMkLst>
        </pc:spChg>
      </pc:sldChg>
      <pc:sldChg chg="del">
        <pc:chgData name="Danielle Andries" userId="93d179e4-3c18-40f7-920e-ae80b202540d" providerId="ADAL" clId="{DC26B86B-CFE5-49FD-9E20-98F03108B9BE}" dt="2023-08-15T15:19:16.633" v="10" actId="2696"/>
        <pc:sldMkLst>
          <pc:docMk/>
          <pc:sldMk cId="925647113" sldId="268"/>
        </pc:sldMkLst>
      </pc:sldChg>
      <pc:sldChg chg="addSp delSp modSp mod">
        <pc:chgData name="Danielle Andries" userId="93d179e4-3c18-40f7-920e-ae80b202540d" providerId="ADAL" clId="{DC26B86B-CFE5-49FD-9E20-98F03108B9BE}" dt="2023-09-11T17:14:13.604" v="34" actId="1076"/>
        <pc:sldMkLst>
          <pc:docMk/>
          <pc:sldMk cId="2097966726" sldId="271"/>
        </pc:sldMkLst>
        <pc:spChg chg="del">
          <ac:chgData name="Danielle Andries" userId="93d179e4-3c18-40f7-920e-ae80b202540d" providerId="ADAL" clId="{DC26B86B-CFE5-49FD-9E20-98F03108B9BE}" dt="2023-09-11T17:13:42.270" v="26"/>
          <ac:spMkLst>
            <pc:docMk/>
            <pc:sldMk cId="2097966726" sldId="271"/>
            <ac:spMk id="3" creationId="{579B07B8-7B27-45F1-B0BB-6162AE3855D4}"/>
          </ac:spMkLst>
        </pc:spChg>
        <pc:spChg chg="mod">
          <ac:chgData name="Danielle Andries" userId="93d179e4-3c18-40f7-920e-ae80b202540d" providerId="ADAL" clId="{DC26B86B-CFE5-49FD-9E20-98F03108B9BE}" dt="2023-09-11T17:14:13.604" v="34" actId="1076"/>
          <ac:spMkLst>
            <pc:docMk/>
            <pc:sldMk cId="2097966726" sldId="271"/>
            <ac:spMk id="5" creationId="{372FA240-3863-4D01-94C7-5E89B539BF0B}"/>
          </ac:spMkLst>
        </pc:spChg>
        <pc:spChg chg="mod">
          <ac:chgData name="Danielle Andries" userId="93d179e4-3c18-40f7-920e-ae80b202540d" providerId="ADAL" clId="{DC26B86B-CFE5-49FD-9E20-98F03108B9BE}" dt="2023-09-11T17:14:08.499" v="33" actId="1076"/>
          <ac:spMkLst>
            <pc:docMk/>
            <pc:sldMk cId="2097966726" sldId="271"/>
            <ac:spMk id="6" creationId="{6C97A144-0634-4203-BEE3-57B7B2ADD04C}"/>
          </ac:spMkLst>
        </pc:spChg>
        <pc:picChg chg="add mod">
          <ac:chgData name="Danielle Andries" userId="93d179e4-3c18-40f7-920e-ae80b202540d" providerId="ADAL" clId="{DC26B86B-CFE5-49FD-9E20-98F03108B9BE}" dt="2023-09-11T17:14:00.915" v="32" actId="962"/>
          <ac:picMkLst>
            <pc:docMk/>
            <pc:sldMk cId="2097966726" sldId="271"/>
            <ac:picMk id="8" creationId="{5B402815-0E7C-162D-7DA0-03DB7B90CD95}"/>
          </ac:picMkLst>
        </pc:picChg>
      </pc:sldChg>
      <pc:sldChg chg="modSp mod modNotesTx">
        <pc:chgData name="Danielle Andries" userId="93d179e4-3c18-40f7-920e-ae80b202540d" providerId="ADAL" clId="{DC26B86B-CFE5-49FD-9E20-98F03108B9BE}" dt="2023-09-11T17:17:42.432" v="65" actId="20577"/>
        <pc:sldMkLst>
          <pc:docMk/>
          <pc:sldMk cId="1691069661" sldId="277"/>
        </pc:sldMkLst>
        <pc:spChg chg="mod">
          <ac:chgData name="Danielle Andries" userId="93d179e4-3c18-40f7-920e-ae80b202540d" providerId="ADAL" clId="{DC26B86B-CFE5-49FD-9E20-98F03108B9BE}" dt="2023-09-11T17:17:42.432" v="65" actId="20577"/>
          <ac:spMkLst>
            <pc:docMk/>
            <pc:sldMk cId="1691069661" sldId="277"/>
            <ac:spMk id="5" creationId="{137E005E-A66D-4D0E-9B1A-24F6766E1709}"/>
          </ac:spMkLst>
        </pc:spChg>
      </pc:sldChg>
      <pc:sldChg chg="modNotesTx">
        <pc:chgData name="Danielle Andries" userId="93d179e4-3c18-40f7-920e-ae80b202540d" providerId="ADAL" clId="{DC26B86B-CFE5-49FD-9E20-98F03108B9BE}" dt="2023-09-11T17:17:56.148" v="66"/>
        <pc:sldMkLst>
          <pc:docMk/>
          <pc:sldMk cId="1992392195" sldId="278"/>
        </pc:sldMkLst>
      </pc:sldChg>
      <pc:sldChg chg="addSp delSp modSp mod modNotesTx">
        <pc:chgData name="Danielle Andries" userId="93d179e4-3c18-40f7-920e-ae80b202540d" providerId="ADAL" clId="{DC26B86B-CFE5-49FD-9E20-98F03108B9BE}" dt="2023-09-11T17:20:39.244" v="75"/>
        <pc:sldMkLst>
          <pc:docMk/>
          <pc:sldMk cId="1060311784" sldId="281"/>
        </pc:sldMkLst>
        <pc:spChg chg="del">
          <ac:chgData name="Danielle Andries" userId="93d179e4-3c18-40f7-920e-ae80b202540d" providerId="ADAL" clId="{DC26B86B-CFE5-49FD-9E20-98F03108B9BE}" dt="2023-09-11T17:20:01.152" v="67"/>
          <ac:spMkLst>
            <pc:docMk/>
            <pc:sldMk cId="1060311784" sldId="281"/>
            <ac:spMk id="3" creationId="{579B07B8-7B27-45F1-B0BB-6162AE3855D4}"/>
          </ac:spMkLst>
        </pc:spChg>
        <pc:picChg chg="add mod">
          <ac:chgData name="Danielle Andries" userId="93d179e4-3c18-40f7-920e-ae80b202540d" providerId="ADAL" clId="{DC26B86B-CFE5-49FD-9E20-98F03108B9BE}" dt="2023-09-11T17:20:20.245" v="74" actId="962"/>
          <ac:picMkLst>
            <pc:docMk/>
            <pc:sldMk cId="1060311784" sldId="281"/>
            <ac:picMk id="8" creationId="{62C18685-252E-46B1-59D2-75036AADDBF4}"/>
          </ac:picMkLst>
        </pc:picChg>
      </pc:sldChg>
      <pc:sldChg chg="modSp mod modNotesTx">
        <pc:chgData name="Danielle Andries" userId="93d179e4-3c18-40f7-920e-ae80b202540d" providerId="ADAL" clId="{DC26B86B-CFE5-49FD-9E20-98F03108B9BE}" dt="2023-09-13T02:08:32.105" v="704" actId="255"/>
        <pc:sldMkLst>
          <pc:docMk/>
          <pc:sldMk cId="917228344" sldId="283"/>
        </pc:sldMkLst>
        <pc:spChg chg="mod">
          <ac:chgData name="Danielle Andries" userId="93d179e4-3c18-40f7-920e-ae80b202540d" providerId="ADAL" clId="{DC26B86B-CFE5-49FD-9E20-98F03108B9BE}" dt="2023-09-11T17:29:58.393" v="696" actId="20577"/>
          <ac:spMkLst>
            <pc:docMk/>
            <pc:sldMk cId="917228344" sldId="283"/>
            <ac:spMk id="2" creationId="{8CCA571E-DEB7-46F2-8F35-C75EA28B441B}"/>
          </ac:spMkLst>
        </pc:spChg>
        <pc:spChg chg="mod">
          <ac:chgData name="Danielle Andries" userId="93d179e4-3c18-40f7-920e-ae80b202540d" providerId="ADAL" clId="{DC26B86B-CFE5-49FD-9E20-98F03108B9BE}" dt="2023-09-13T02:08:32.105" v="704" actId="255"/>
          <ac:spMkLst>
            <pc:docMk/>
            <pc:sldMk cId="917228344" sldId="283"/>
            <ac:spMk id="3" creationId="{FC69CAD3-34EC-4D3B-A788-E05EF101E8B6}"/>
          </ac:spMkLst>
        </pc:spChg>
      </pc:sldChg>
      <pc:sldChg chg="del">
        <pc:chgData name="Danielle Andries" userId="93d179e4-3c18-40f7-920e-ae80b202540d" providerId="ADAL" clId="{DC26B86B-CFE5-49FD-9E20-98F03108B9BE}" dt="2023-09-11T17:30:06.018" v="697" actId="2696"/>
        <pc:sldMkLst>
          <pc:docMk/>
          <pc:sldMk cId="931853426" sldId="284"/>
        </pc:sldMkLst>
      </pc:sldChg>
      <pc:sldChg chg="addSp delSp modSp mod modNotesTx">
        <pc:chgData name="Danielle Andries" userId="93d179e4-3c18-40f7-920e-ae80b202540d" providerId="ADAL" clId="{DC26B86B-CFE5-49FD-9E20-98F03108B9BE}" dt="2023-09-11T17:29:18.634" v="586"/>
        <pc:sldMkLst>
          <pc:docMk/>
          <pc:sldMk cId="2422840451" sldId="285"/>
        </pc:sldMkLst>
        <pc:spChg chg="del">
          <ac:chgData name="Danielle Andries" userId="93d179e4-3c18-40f7-920e-ae80b202540d" providerId="ADAL" clId="{DC26B86B-CFE5-49FD-9E20-98F03108B9BE}" dt="2023-09-11T17:28:01.984" v="571"/>
          <ac:spMkLst>
            <pc:docMk/>
            <pc:sldMk cId="2422840451" sldId="285"/>
            <ac:spMk id="3" creationId="{579B07B8-7B27-45F1-B0BB-6162AE3855D4}"/>
          </ac:spMkLst>
        </pc:spChg>
        <pc:spChg chg="mod">
          <ac:chgData name="Danielle Andries" userId="93d179e4-3c18-40f7-920e-ae80b202540d" providerId="ADAL" clId="{DC26B86B-CFE5-49FD-9E20-98F03108B9BE}" dt="2023-09-11T17:28:46.997" v="580" actId="14100"/>
          <ac:spMkLst>
            <pc:docMk/>
            <pc:sldMk cId="2422840451" sldId="285"/>
            <ac:spMk id="5" creationId="{372FA240-3863-4D01-94C7-5E89B539BF0B}"/>
          </ac:spMkLst>
        </pc:spChg>
        <pc:spChg chg="mod">
          <ac:chgData name="Danielle Andries" userId="93d179e4-3c18-40f7-920e-ae80b202540d" providerId="ADAL" clId="{DC26B86B-CFE5-49FD-9E20-98F03108B9BE}" dt="2023-09-11T17:28:54.777" v="584" actId="1076"/>
          <ac:spMkLst>
            <pc:docMk/>
            <pc:sldMk cId="2422840451" sldId="285"/>
            <ac:spMk id="6" creationId="{6C97A144-0634-4203-BEE3-57B7B2ADD04C}"/>
          </ac:spMkLst>
        </pc:spChg>
        <pc:picChg chg="add mod">
          <ac:chgData name="Danielle Andries" userId="93d179e4-3c18-40f7-920e-ae80b202540d" providerId="ADAL" clId="{DC26B86B-CFE5-49FD-9E20-98F03108B9BE}" dt="2023-09-11T17:28:57.226" v="585" actId="1076"/>
          <ac:picMkLst>
            <pc:docMk/>
            <pc:sldMk cId="2422840451" sldId="285"/>
            <ac:picMk id="8" creationId="{F30A8DFB-5F19-F9DB-E93D-039094EDEC9B}"/>
          </ac:picMkLst>
        </pc:picChg>
      </pc:sldChg>
      <pc:sldChg chg="modNotesTx">
        <pc:chgData name="Danielle Andries" userId="93d179e4-3c18-40f7-920e-ae80b202540d" providerId="ADAL" clId="{DC26B86B-CFE5-49FD-9E20-98F03108B9BE}" dt="2023-09-11T17:25:39.663" v="567"/>
        <pc:sldMkLst>
          <pc:docMk/>
          <pc:sldMk cId="1727498366" sldId="286"/>
        </pc:sldMkLst>
      </pc:sldChg>
      <pc:sldChg chg="modNotesTx">
        <pc:chgData name="Danielle Andries" userId="93d179e4-3c18-40f7-920e-ae80b202540d" providerId="ADAL" clId="{DC26B86B-CFE5-49FD-9E20-98F03108B9BE}" dt="2023-09-11T17:26:41.872" v="569" actId="20577"/>
        <pc:sldMkLst>
          <pc:docMk/>
          <pc:sldMk cId="1352561546" sldId="288"/>
        </pc:sldMkLst>
      </pc:sldChg>
      <pc:sldChg chg="modNotesTx">
        <pc:chgData name="Danielle Andries" userId="93d179e4-3c18-40f7-920e-ae80b202540d" providerId="ADAL" clId="{DC26B86B-CFE5-49FD-9E20-98F03108B9BE}" dt="2023-09-11T17:27:11.513" v="570"/>
        <pc:sldMkLst>
          <pc:docMk/>
          <pc:sldMk cId="3647723848" sldId="291"/>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cisco.com/c/en/us/solutions/software-defined-networking/overview.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Hybrid deployment models are by far the most common type.</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591616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Identifying the boundary between customer and cloud provider responsibilities, in terms of security, is imperative for reducing the risk of introducing vulnerabilities into your environment.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536002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Decentralization is a trend gaining greater momentum in recent years. A decentralized model reduces the risks associated with centralizing all control and authority to a single entity. Common examples include TOR and blockchains.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3788389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Resiliency describes the ability to maintain operations in the presence of adversity, which is a </a:t>
            </a:r>
            <a:r>
              <a:rPr lang="en-US" dirty="0" err="1"/>
              <a:t>practiacal</a:t>
            </a:r>
            <a:r>
              <a:rPr lang="en-US" dirty="0"/>
              <a:t> approach to cybersecurity. </a:t>
            </a:r>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3462151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Public cloud platforms provide unique capabilities and serverless and microservices are two examples. They remove the complexities of setting up and managing underlying infrastructure.</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3765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Infrastructure as Code is closely associated with DevOps &amp; CI/CD. Infrastructure and services can be deployed through software-driven mechanisms using tools like </a:t>
            </a:r>
            <a:r>
              <a:rPr lang="en-US" b="0" i="1" dirty="0" err="1">
                <a:solidFill>
                  <a:srgbClr val="45545F"/>
                </a:solidFill>
                <a:effectLst/>
                <a:latin typeface="Open Sans" panose="020B0606030504020204" pitchFamily="34" charset="0"/>
              </a:rPr>
              <a:t>HashiCoprp's</a:t>
            </a:r>
            <a:r>
              <a:rPr lang="en-US" b="0" i="1" dirty="0">
                <a:solidFill>
                  <a:srgbClr val="45545F"/>
                </a:solidFill>
                <a:effectLst/>
                <a:latin typeface="Open Sans" panose="020B0606030504020204" pitchFamily="34" charset="0"/>
              </a:rPr>
              <a:t> Terraform.</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792612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can refer students to Cisco's website for more information about SDN (cisco.com/c/</a:t>
            </a:r>
            <a:r>
              <a:rPr lang="en-US" dirty="0" err="1"/>
              <a:t>en</a:t>
            </a:r>
            <a:r>
              <a:rPr lang="en-US" dirty="0"/>
              <a:t>/us/solutions/software-defined-networking/overview.html).</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318081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You can refer students to Cisco's website for more information about SDN (</a:t>
            </a:r>
            <a:r>
              <a:rPr lang="en-US" b="0" i="1" dirty="0">
                <a:solidFill>
                  <a:srgbClr val="007C9E"/>
                </a:solidFill>
                <a:effectLst/>
                <a:latin typeface="Open Sans" panose="020B0606030504020204" pitchFamily="34" charset="0"/>
                <a:hlinkClick r:id="rId3"/>
              </a:rPr>
              <a:t>cisco.com/c/</a:t>
            </a:r>
            <a:r>
              <a:rPr lang="en-US" b="0" i="1" dirty="0" err="1">
                <a:solidFill>
                  <a:srgbClr val="007C9E"/>
                </a:solidFill>
                <a:effectLst/>
                <a:latin typeface="Open Sans" panose="020B0606030504020204" pitchFamily="34" charset="0"/>
                <a:hlinkClick r:id="rId3"/>
              </a:rPr>
              <a:t>en</a:t>
            </a:r>
            <a:r>
              <a:rPr lang="en-US" b="0" i="1" dirty="0">
                <a:solidFill>
                  <a:srgbClr val="007C9E"/>
                </a:solidFill>
                <a:effectLst/>
                <a:latin typeface="Open Sans" panose="020B0606030504020204" pitchFamily="34" charset="0"/>
                <a:hlinkClick r:id="rId3"/>
              </a:rPr>
              <a:t>/us/solutions/software-defined-networking/overview.html</a:t>
            </a:r>
            <a:r>
              <a:rPr lang="en-US" b="0" i="1" dirty="0">
                <a:solidFill>
                  <a:srgbClr val="45545F"/>
                </a:solidFill>
                <a:effectLst/>
                <a:latin typeface="Open Sans" panose="020B0606030504020204" pitchFamily="34" charset="0"/>
              </a:rPr>
              <a: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061593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Disaster recovery planning is still essential and should include procedures for restoring critical systems, data, and applications and communicating with customers and other stakeholders. Additionally, testing and validation, service-level agreements, and incident response procedures must all be carefully considered when evaluating the ease of recovery of cloud infrastructure. </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814637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84302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can either complete the review questions in class with the students or simply make them aware of them as resources to use as they review the course material before the exam. Students can also review additional practice questions from the Practice tab for the course on the CompTIA Learning Center (https://learn.comptia.org/login). Note that the exam itself features multiple-choice questions. A multiple-choice practice test featuring questions and domain weightings similar to the actual exam is also available on the CompTIA Learning Center.</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Explain the way that embedded systems are "same, but different" compared to PCs. The functions for CPU, memory, storage, and networking are still there, but the requirements are different (availability, predictability, and cost are prioritized over flexibility).</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834770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Industrial controls different from typical computing systems in that they interact with, the physical world. Problems with industrial controls can result in natural disasters and loss of life.</a:t>
            </a:r>
          </a:p>
        </p:txBody>
      </p:sp>
      <p:sp>
        <p:nvSpPr>
          <p:cNvPr id="4" name="Slide Number Placeholder 3"/>
          <p:cNvSpPr>
            <a:spLocks noGrp="1"/>
          </p:cNvSpPr>
          <p:nvPr>
            <p:ph type="sldNum" sz="quarter" idx="5"/>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2824528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2364181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With Internet of Things and wearable technology, evaluation of the supply chain is critical. Vendors and OEMs must be assessed for their security awareness.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621258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3026830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Discuss the concept of </a:t>
            </a:r>
            <a:r>
              <a:rPr lang="en-US" b="0" i="1" dirty="0" err="1">
                <a:solidFill>
                  <a:srgbClr val="45545F"/>
                </a:solidFill>
                <a:effectLst/>
                <a:latin typeface="Open Sans" panose="020B0606030504020204" pitchFamily="34" charset="0"/>
              </a:rPr>
              <a:t>deperimeterization</a:t>
            </a:r>
            <a:r>
              <a:rPr lang="en-US" b="0" i="1" dirty="0">
                <a:solidFill>
                  <a:srgbClr val="45545F"/>
                </a:solidFill>
                <a:effectLst/>
                <a:latin typeface="Open Sans" panose="020B0606030504020204" pitchFamily="34" charset="0"/>
              </a:rPr>
              <a:t> and ask if attendees see this in their own organizations.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3523574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1502895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2414588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41212967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The processes implementing the policy enforcement point are the only ones permitted to interface with the policy administrator. It is critical to establish a root of trust for these processes so that policy decisions cannot be tampered with.</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1065337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can either complete the review questions in class with the students or simply make them aware of them as resources to use as they review the course material before the exam. Students can also review additional practice questions from the Practice tab for the course on the CompTIA Learning Center (https://learn.comptia.org/login). Note that the exam itself features multiple-choice questions. A multiple-choice practice test featuring questions and domain weightings similar to the actual exam is also available on the CompTIA Learning Center.</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98481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iotsecurityfoundation.or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etsi.org/technologies/consumer-iot-security" TargetMode="External"/><Relationship Id="rId5" Type="http://schemas.openxmlformats.org/officeDocument/2006/relationships/hyperlink" Target="https://cloudsecurityalliance.org/artifacts/iot-security-controls-framework" TargetMode="External"/><Relationship Id="rId4" Type="http://schemas.openxmlformats.org/officeDocument/2006/relationships/hyperlink" Target="https://www.iiconsortium.org/iisf/"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Secure Cloud Network Architecture</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6</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Cloud Infrastructure</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6A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6</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 Deployment Models</a:t>
            </a:r>
          </a:p>
        </p:txBody>
      </p:sp>
      <p:sp>
        <p:nvSpPr>
          <p:cNvPr id="7" name="Content Placeholder 6">
            <a:extLst>
              <a:ext uri="{FF2B5EF4-FFF2-40B4-BE49-F238E27FC236}">
                <a16:creationId xmlns:a16="http://schemas.microsoft.com/office/drawing/2014/main" id="{87F61286-4B98-FDBF-F84A-EBF820141B5D}"/>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Public (or multi-tenant)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Private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Hosted Private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Community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Hybrid Cloud</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70271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 Deployment Models</a:t>
            </a:r>
          </a:p>
        </p:txBody>
      </p:sp>
      <p:sp>
        <p:nvSpPr>
          <p:cNvPr id="7" name="Content Placeholder 6">
            <a:extLst>
              <a:ext uri="{FF2B5EF4-FFF2-40B4-BE49-F238E27FC236}">
                <a16:creationId xmlns:a16="http://schemas.microsoft.com/office/drawing/2014/main" id="{F3B77356-64FD-483B-15C7-6E33E429168A}"/>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Security Considerations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Single-tenant architecture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Multi-tenant architecture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Hybrid architecture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Serverless architecture</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835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 Service Models</a:t>
            </a:r>
          </a:p>
        </p:txBody>
      </p:sp>
      <p:sp>
        <p:nvSpPr>
          <p:cNvPr id="7" name="Content Placeholder 6">
            <a:extLst>
              <a:ext uri="{FF2B5EF4-FFF2-40B4-BE49-F238E27FC236}">
                <a16:creationId xmlns:a16="http://schemas.microsoft.com/office/drawing/2014/main" id="{6A0CD5E3-273E-5172-1360-9AF2AA94950B}"/>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Models</a:t>
            </a:r>
          </a:p>
          <a:p>
            <a:pPr marL="714375" lvl="1" indent="-285750"/>
            <a:r>
              <a:rPr lang="en-US" dirty="0">
                <a:latin typeface="Calibri" panose="020F0502020204030204" pitchFamily="34" charset="0"/>
                <a:cs typeface="Calibri" panose="020F0502020204030204" pitchFamily="34" charset="0"/>
              </a:rPr>
              <a:t>Software as a Service</a:t>
            </a:r>
          </a:p>
          <a:p>
            <a:pPr marL="714375" lvl="1" indent="-285750"/>
            <a:r>
              <a:rPr lang="en-US" dirty="0">
                <a:latin typeface="Calibri" panose="020F0502020204030204" pitchFamily="34" charset="0"/>
                <a:cs typeface="Calibri" panose="020F0502020204030204" pitchFamily="34" charset="0"/>
              </a:rPr>
              <a:t>Platform as a Service</a:t>
            </a:r>
          </a:p>
          <a:p>
            <a:pPr marL="714375" lvl="1" indent="-285750"/>
            <a:r>
              <a:rPr lang="en-US" dirty="0">
                <a:latin typeface="Calibri" panose="020F0502020204030204" pitchFamily="34" charset="0"/>
                <a:cs typeface="Calibri" panose="020F0502020204030204" pitchFamily="34" charset="0"/>
              </a:rPr>
              <a:t>Infrastructure as a Service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Third-Party Vendors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574491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Responsibility Matrix</a:t>
            </a:r>
          </a:p>
        </p:txBody>
      </p:sp>
      <p:pic>
        <p:nvPicPr>
          <p:cNvPr id="8" name="Content Placeholder 7" descr="A table represents the F P O-shared responsibility model.">
            <a:extLst>
              <a:ext uri="{FF2B5EF4-FFF2-40B4-BE49-F238E27FC236}">
                <a16:creationId xmlns:a16="http://schemas.microsoft.com/office/drawing/2014/main" id="{652E3408-4AEB-F160-0671-42E0BBAC4FBF}"/>
              </a:ext>
            </a:extLst>
          </p:cNvPr>
          <p:cNvPicPr>
            <a:picLocks noGrp="1" noChangeAspect="1"/>
          </p:cNvPicPr>
          <p:nvPr>
            <p:ph idx="1"/>
          </p:nvPr>
        </p:nvPicPr>
        <p:blipFill>
          <a:blip r:embed="rId3"/>
          <a:stretch>
            <a:fillRect/>
          </a:stretch>
        </p:blipFill>
        <p:spPr>
          <a:xfrm>
            <a:off x="131610" y="1859041"/>
            <a:ext cx="4383394" cy="1820706"/>
          </a:xfrm>
        </p:spPr>
      </p:pic>
      <p:sp>
        <p:nvSpPr>
          <p:cNvPr id="10" name="Content Placeholder 9">
            <a:extLst>
              <a:ext uri="{FF2B5EF4-FFF2-40B4-BE49-F238E27FC236}">
                <a16:creationId xmlns:a16="http://schemas.microsoft.com/office/drawing/2014/main" id="{5899524A-321F-B9CF-A11A-1E3FA0096FC6}"/>
              </a:ext>
            </a:extLst>
          </p:cNvPr>
          <p:cNvSpPr>
            <a:spLocks noGrp="1"/>
          </p:cNvSpPr>
          <p:nvPr>
            <p:ph idx="12"/>
          </p:nvPr>
        </p:nvSpPr>
        <p:spPr/>
        <p:txBody>
          <a:bodyPr/>
          <a:lstStyle/>
          <a:p>
            <a:r>
              <a:rPr lang="en-US" noProof="0" dirty="0">
                <a:latin typeface="Calibri" panose="020F0502020204030204" pitchFamily="34" charset="0"/>
                <a:cs typeface="Calibri" panose="020F0502020204030204" pitchFamily="34" charset="0"/>
              </a:rPr>
              <a:t>Describes the balance of responsibility between a customer and a cloud service provider</a:t>
            </a:r>
            <a:endParaRPr lang="en-US" dirty="0"/>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6</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1572557" y="3564331"/>
            <a:ext cx="4572000" cy="230832"/>
          </a:xfrm>
          <a:prstGeom prst="rect">
            <a:avLst/>
          </a:prstGeom>
        </p:spPr>
        <p:txBody>
          <a:bodyPr>
            <a:spAutoFit/>
          </a:bodyPr>
          <a:lstStyle/>
          <a:p>
            <a:pPr algn="ctr"/>
            <a:r>
              <a:rPr lang="en-US" sz="900" i="1" dirty="0">
                <a:solidFill>
                  <a:srgbClr val="45545F"/>
                </a:solidFill>
              </a:rPr>
              <a:t>Responsibility model</a:t>
            </a:r>
          </a:p>
        </p:txBody>
      </p:sp>
    </p:spTree>
    <p:extLst>
      <p:ext uri="{BB962C8B-B14F-4D97-AF65-F5344CB8AC3E}">
        <p14:creationId xmlns:p14="http://schemas.microsoft.com/office/powerpoint/2010/main" val="1821724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Responsibility Matrix</a:t>
            </a:r>
          </a:p>
        </p:txBody>
      </p:sp>
      <p:sp>
        <p:nvSpPr>
          <p:cNvPr id="7" name="Content Placeholder 6">
            <a:extLst>
              <a:ext uri="{FF2B5EF4-FFF2-40B4-BE49-F238E27FC236}">
                <a16:creationId xmlns:a16="http://schemas.microsoft.com/office/drawing/2014/main" id="{0D45AAD9-5E5A-A272-8D96-4AB5CAB1A96E}"/>
              </a:ext>
            </a:extLst>
          </p:cNvPr>
          <p:cNvSpPr>
            <a:spLocks noGrp="1"/>
          </p:cNvSpPr>
          <p:nvPr>
            <p:ph idx="1"/>
          </p:nvPr>
        </p:nvSpPr>
        <p:spPr/>
        <p:txBody>
          <a:bodyPr>
            <a:normAutofit fontScale="92500" lnSpcReduction="20000"/>
          </a:bodyPr>
          <a:lstStyle/>
          <a:p>
            <a:r>
              <a:rPr lang="en-US" dirty="0"/>
              <a:t>Cloud Service Provider </a:t>
            </a:r>
          </a:p>
          <a:p>
            <a:pPr marL="714375" lvl="1" indent="-285750"/>
            <a:r>
              <a:rPr lang="en-US" dirty="0">
                <a:latin typeface="Calibri" panose="020F0502020204030204" pitchFamily="34" charset="0"/>
                <a:cs typeface="Calibri" panose="020F0502020204030204" pitchFamily="34" charset="0"/>
              </a:rPr>
              <a:t>Physical security of the infrastructure</a:t>
            </a:r>
          </a:p>
          <a:p>
            <a:pPr marL="714375" lvl="1" indent="-285750"/>
            <a:r>
              <a:rPr lang="en-US" dirty="0">
                <a:latin typeface="Calibri" panose="020F0502020204030204" pitchFamily="34" charset="0"/>
                <a:cs typeface="Calibri" panose="020F0502020204030204" pitchFamily="34" charset="0"/>
              </a:rPr>
              <a:t>Securing computer, storage, and network equipment</a:t>
            </a:r>
          </a:p>
          <a:p>
            <a:pPr marL="714375" lvl="1" indent="-285750"/>
            <a:r>
              <a:rPr lang="en-US" dirty="0">
                <a:latin typeface="Calibri" panose="020F0502020204030204" pitchFamily="34" charset="0"/>
                <a:cs typeface="Calibri" panose="020F0502020204030204" pitchFamily="34" charset="0"/>
              </a:rPr>
              <a:t>Securing foundational elements of networking, such as DDoS protection</a:t>
            </a:r>
          </a:p>
          <a:p>
            <a:pPr marL="714375" lvl="1" indent="-285750"/>
            <a:r>
              <a:rPr lang="en-US" dirty="0">
                <a:latin typeface="Calibri" panose="020F0502020204030204" pitchFamily="34" charset="0"/>
                <a:cs typeface="Calibri" panose="020F0502020204030204" pitchFamily="34" charset="0"/>
              </a:rPr>
              <a:t>Cloud storage backup and recovery</a:t>
            </a:r>
          </a:p>
          <a:p>
            <a:pPr marL="714375" lvl="1" indent="-285750"/>
            <a:r>
              <a:rPr lang="en-US" dirty="0">
                <a:latin typeface="Calibri" panose="020F0502020204030204" pitchFamily="34" charset="0"/>
                <a:cs typeface="Calibri" panose="020F0502020204030204" pitchFamily="34" charset="0"/>
              </a:rPr>
              <a:t>Security of cloud infrastructure resource isolation among tenants</a:t>
            </a:r>
          </a:p>
          <a:p>
            <a:pPr marL="714375" lvl="1" indent="-285750"/>
            <a:r>
              <a:rPr lang="en-US" dirty="0">
                <a:latin typeface="Calibri" panose="020F0502020204030204" pitchFamily="34" charset="0"/>
                <a:cs typeface="Calibri" panose="020F0502020204030204" pitchFamily="34" charset="0"/>
              </a:rPr>
              <a:t>Tenant resource identity and access control</a:t>
            </a:r>
          </a:p>
          <a:p>
            <a:pPr marL="714375" lvl="1" indent="-285750"/>
            <a:r>
              <a:rPr lang="en-US" dirty="0">
                <a:latin typeface="Calibri" panose="020F0502020204030204" pitchFamily="34" charset="0"/>
                <a:cs typeface="Calibri" panose="020F0502020204030204" pitchFamily="34" charset="0"/>
              </a:rPr>
              <a:t>Security, monitoring, and incident response for the infrastructure</a:t>
            </a:r>
          </a:p>
          <a:p>
            <a:pPr marL="714375" lvl="1" indent="-285750"/>
            <a:r>
              <a:rPr lang="en-US" dirty="0">
                <a:latin typeface="Calibri" panose="020F0502020204030204" pitchFamily="34" charset="0"/>
                <a:cs typeface="Calibri" panose="020F0502020204030204" pitchFamily="34" charset="0"/>
              </a:rPr>
              <a:t>Securing and managing the datacenters located in multiple geographic regions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634512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Responsibility Matrix</a:t>
            </a:r>
          </a:p>
        </p:txBody>
      </p:sp>
      <p:sp>
        <p:nvSpPr>
          <p:cNvPr id="7" name="Content Placeholder 6">
            <a:extLst>
              <a:ext uri="{FF2B5EF4-FFF2-40B4-BE49-F238E27FC236}">
                <a16:creationId xmlns:a16="http://schemas.microsoft.com/office/drawing/2014/main" id="{F238C505-3C21-2683-4BBB-7B6E7CC379DD}"/>
              </a:ext>
            </a:extLst>
          </p:cNvPr>
          <p:cNvSpPr>
            <a:spLocks noGrp="1"/>
          </p:cNvSpPr>
          <p:nvPr>
            <p:ph idx="1"/>
          </p:nvPr>
        </p:nvSpPr>
        <p:spPr/>
        <p:txBody>
          <a:bodyPr>
            <a:normAutofit/>
          </a:bodyPr>
          <a:lstStyle/>
          <a:p>
            <a:r>
              <a:rPr lang="en-US" dirty="0">
                <a:latin typeface="Calibri" panose="020F0502020204030204" pitchFamily="34" charset="0"/>
                <a:cs typeface="Calibri" panose="020F0502020204030204" pitchFamily="34" charset="0"/>
              </a:rPr>
              <a:t>Cloud Service Customer</a:t>
            </a:r>
          </a:p>
          <a:p>
            <a:pPr marL="714375" lvl="1" indent="-285750"/>
            <a:r>
              <a:rPr lang="en-US" dirty="0">
                <a:latin typeface="Calibri" panose="020F0502020204030204" pitchFamily="34" charset="0"/>
                <a:cs typeface="Calibri" panose="020F0502020204030204" pitchFamily="34" charset="0"/>
              </a:rPr>
              <a:t>User identity management</a:t>
            </a:r>
          </a:p>
          <a:p>
            <a:pPr marL="714375" lvl="1" indent="-285750"/>
            <a:r>
              <a:rPr lang="en-US" dirty="0">
                <a:latin typeface="Calibri" panose="020F0502020204030204" pitchFamily="34" charset="0"/>
                <a:cs typeface="Calibri" panose="020F0502020204030204" pitchFamily="34" charset="0"/>
              </a:rPr>
              <a:t>Configuring the geographic location for storing data and running services</a:t>
            </a:r>
          </a:p>
          <a:p>
            <a:pPr marL="714375" lvl="1" indent="-285750"/>
            <a:r>
              <a:rPr lang="en-US" dirty="0">
                <a:latin typeface="Calibri" panose="020F0502020204030204" pitchFamily="34" charset="0"/>
                <a:cs typeface="Calibri" panose="020F0502020204030204" pitchFamily="34" charset="0"/>
              </a:rPr>
              <a:t>User and service access controls to cloud resources</a:t>
            </a:r>
          </a:p>
          <a:p>
            <a:pPr marL="714375" lvl="1" indent="-285750"/>
            <a:r>
              <a:rPr lang="en-US" dirty="0">
                <a:latin typeface="Calibri" panose="020F0502020204030204" pitchFamily="34" charset="0"/>
                <a:cs typeface="Calibri" panose="020F0502020204030204" pitchFamily="34" charset="0"/>
              </a:rPr>
              <a:t>Data and application security configuration</a:t>
            </a:r>
          </a:p>
          <a:p>
            <a:pPr marL="714375" lvl="1" indent="-285750"/>
            <a:r>
              <a:rPr lang="en-US" dirty="0">
                <a:latin typeface="Calibri" panose="020F0502020204030204" pitchFamily="34" charset="0"/>
                <a:cs typeface="Calibri" panose="020F0502020204030204" pitchFamily="34" charset="0"/>
              </a:rPr>
              <a:t>Protection of operating systems, when deployed</a:t>
            </a:r>
          </a:p>
          <a:p>
            <a:pPr marL="714375" lvl="1" indent="-285750"/>
            <a:r>
              <a:rPr lang="en-US" dirty="0">
                <a:latin typeface="Calibri" panose="020F0502020204030204" pitchFamily="34" charset="0"/>
                <a:cs typeface="Calibri" panose="020F0502020204030204" pitchFamily="34" charset="0"/>
              </a:rPr>
              <a:t>Use and configuration of encryption, especially the protection of keys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1417516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Centralized and Decentralized Computing</a:t>
            </a:r>
          </a:p>
        </p:txBody>
      </p:sp>
      <p:sp>
        <p:nvSpPr>
          <p:cNvPr id="7" name="Content Placeholder 6">
            <a:extLst>
              <a:ext uri="{FF2B5EF4-FFF2-40B4-BE49-F238E27FC236}">
                <a16:creationId xmlns:a16="http://schemas.microsoft.com/office/drawing/2014/main" id="{34262730-F03E-08EA-7578-D8D94161F0FE}"/>
              </a:ext>
            </a:extLst>
          </p:cNvPr>
          <p:cNvSpPr>
            <a:spLocks noGrp="1"/>
          </p:cNvSpPr>
          <p:nvPr>
            <p:ph idx="1"/>
          </p:nvPr>
        </p:nvSpPr>
        <p:spPr/>
        <p:txBody>
          <a:bodyPr/>
          <a:lstStyle/>
          <a:p>
            <a:r>
              <a:rPr lang="en-US" dirty="0"/>
              <a:t>Centralized computing architecture</a:t>
            </a:r>
          </a:p>
          <a:p>
            <a:pPr marL="742950" lvl="1" indent="-285750">
              <a:buFont typeface="Arial" panose="020B0604020202020204" pitchFamily="34" charset="0"/>
              <a:buChar char="•"/>
            </a:pPr>
            <a:r>
              <a:rPr lang="en-US" dirty="0"/>
              <a:t>All data processing and storage is performed in a single location</a:t>
            </a:r>
          </a:p>
          <a:p>
            <a:pPr marL="742950" lvl="1" indent="-285750">
              <a:buFont typeface="Arial" panose="020B0604020202020204" pitchFamily="34" charset="0"/>
              <a:buChar char="•"/>
            </a:pPr>
            <a:r>
              <a:rPr lang="en-US" dirty="0"/>
              <a:t>All users and devices rely on the central server/authority </a:t>
            </a:r>
          </a:p>
          <a:p>
            <a:r>
              <a:rPr lang="en-US" dirty="0"/>
              <a:t>Decentralized computing architecture</a:t>
            </a:r>
          </a:p>
          <a:p>
            <a:pPr marL="742950" lvl="1" indent="-285750">
              <a:buFont typeface="Arial" panose="020B0604020202020204" pitchFamily="34" charset="0"/>
              <a:buChar char="•"/>
            </a:pPr>
            <a:r>
              <a:rPr lang="en-US" dirty="0"/>
              <a:t>Data processing and storage distributed across multiple locations or devices</a:t>
            </a:r>
          </a:p>
          <a:p>
            <a:pPr marL="742950" lvl="1" indent="-285750">
              <a:buFont typeface="Arial" panose="020B0604020202020204" pitchFamily="34" charset="0"/>
              <a:buChar char="•"/>
            </a:pPr>
            <a:r>
              <a:rPr lang="en-US" dirty="0"/>
              <a:t>Increasingly important design trend impacting modern infrastructures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3249410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Centralized and Decentralized Computing</a:t>
            </a:r>
          </a:p>
        </p:txBody>
      </p:sp>
      <p:sp>
        <p:nvSpPr>
          <p:cNvPr id="7" name="Content Placeholder 6">
            <a:extLst>
              <a:ext uri="{FF2B5EF4-FFF2-40B4-BE49-F238E27FC236}">
                <a16:creationId xmlns:a16="http://schemas.microsoft.com/office/drawing/2014/main" id="{D48E4664-30B5-7886-0358-8BCD795C6902}"/>
              </a:ext>
            </a:extLst>
          </p:cNvPr>
          <p:cNvSpPr>
            <a:spLocks noGrp="1"/>
          </p:cNvSpPr>
          <p:nvPr>
            <p:ph idx="1"/>
          </p:nvPr>
        </p:nvSpPr>
        <p:spPr/>
        <p:txBody>
          <a:bodyPr/>
          <a:lstStyle/>
          <a:p>
            <a:r>
              <a:rPr lang="en-US" dirty="0"/>
              <a:t>Decentralized computing examples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Blockchain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Peer-to-peer (P2P) </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Content Delivery Networks (CDNs)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Internet of Things (IoT)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Distributed databases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TOR (The Onion Router)</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507731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Resilient Architecture Concepts</a:t>
            </a:r>
          </a:p>
        </p:txBody>
      </p:sp>
      <p:sp>
        <p:nvSpPr>
          <p:cNvPr id="7" name="Content Placeholder 6">
            <a:extLst>
              <a:ext uri="{FF2B5EF4-FFF2-40B4-BE49-F238E27FC236}">
                <a16:creationId xmlns:a16="http://schemas.microsoft.com/office/drawing/2014/main" id="{83D564B5-CCCF-7CF8-F134-4DA6526B0301}"/>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Replication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High Availability Across Zones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Local replication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Regional replication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Geo-redundant storage (GRS)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1559678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Application Virtualization and Container Virtualization</a:t>
            </a:r>
          </a:p>
        </p:txBody>
      </p:sp>
      <p:sp>
        <p:nvSpPr>
          <p:cNvPr id="10" name="Content Placeholder 9">
            <a:extLst>
              <a:ext uri="{FF2B5EF4-FFF2-40B4-BE49-F238E27FC236}">
                <a16:creationId xmlns:a16="http://schemas.microsoft.com/office/drawing/2014/main" id="{C06F2362-3692-CF8D-9375-E7171FEB12DE}"/>
              </a:ext>
            </a:extLst>
          </p:cNvPr>
          <p:cNvSpPr>
            <a:spLocks noGrp="1"/>
          </p:cNvSpPr>
          <p:nvPr>
            <p:ph idx="1"/>
          </p:nvPr>
        </p:nvSpPr>
        <p:spPr/>
        <p:txBody>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Application virtualization</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Containerization</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Container versus virtual </a:t>
            </a:r>
            <a:r>
              <a:rPr lang="en-US" dirty="0"/>
              <a:t>m</a:t>
            </a:r>
            <a:r>
              <a:rPr lang="en-US" noProof="0" dirty="0" err="1">
                <a:latin typeface="Calibri" panose="020F0502020204030204" pitchFamily="34" charset="0"/>
                <a:cs typeface="Calibri" panose="020F0502020204030204" pitchFamily="34" charset="0"/>
              </a:rPr>
              <a:t>achine</a:t>
            </a:r>
            <a:endParaRPr lang="en-US" noProof="0"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12</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3965816" y="4244037"/>
            <a:ext cx="4572000" cy="230832"/>
          </a:xfrm>
          <a:prstGeom prst="rect">
            <a:avLst/>
          </a:prstGeom>
        </p:spPr>
        <p:txBody>
          <a:bodyPr>
            <a:spAutoFit/>
          </a:bodyPr>
          <a:lstStyle/>
          <a:p>
            <a:pPr algn="ctr"/>
            <a:r>
              <a:rPr lang="en-US" sz="900" i="1" dirty="0">
                <a:solidFill>
                  <a:srgbClr val="45545F"/>
                </a:solidFill>
              </a:rPr>
              <a:t>Comparison of VMs versus containers.</a:t>
            </a:r>
          </a:p>
        </p:txBody>
      </p:sp>
      <p:pic>
        <p:nvPicPr>
          <p:cNvPr id="12" name="Content Placeholder 7" descr="An illustration compares VMs and containers.">
            <a:extLst>
              <a:ext uri="{FF2B5EF4-FFF2-40B4-BE49-F238E27FC236}">
                <a16:creationId xmlns:a16="http://schemas.microsoft.com/office/drawing/2014/main" id="{445E66BA-16CE-5F31-D988-D56935D58C4A}"/>
              </a:ext>
            </a:extLst>
          </p:cNvPr>
          <p:cNvPicPr>
            <a:picLocks noGrp="1" noChangeAspect="1"/>
          </p:cNvPicPr>
          <p:nvPr>
            <p:ph idx="12"/>
          </p:nvPr>
        </p:nvPicPr>
        <p:blipFill>
          <a:blip r:embed="rId2"/>
          <a:stretch>
            <a:fillRect/>
          </a:stretch>
        </p:blipFill>
        <p:spPr>
          <a:xfrm>
            <a:off x="4637088" y="1481144"/>
            <a:ext cx="4379912" cy="2576499"/>
          </a:xfrm>
          <a:prstGeom prst="rect">
            <a:avLst/>
          </a:prstGeom>
        </p:spPr>
      </p:pic>
    </p:spTree>
    <p:extLst>
      <p:ext uri="{BB962C8B-B14F-4D97-AF65-F5344CB8AC3E}">
        <p14:creationId xmlns:p14="http://schemas.microsoft.com/office/powerpoint/2010/main" val="2097966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 Architecture</a:t>
            </a:r>
          </a:p>
        </p:txBody>
      </p:sp>
      <p:sp>
        <p:nvSpPr>
          <p:cNvPr id="7" name="Content Placeholder 6">
            <a:extLst>
              <a:ext uri="{FF2B5EF4-FFF2-40B4-BE49-F238E27FC236}">
                <a16:creationId xmlns:a16="http://schemas.microsoft.com/office/drawing/2014/main" id="{77D79DBD-2E80-A004-1C37-DD1E86BBC83E}"/>
              </a:ext>
            </a:extLst>
          </p:cNvPr>
          <p:cNvSpPr>
            <a:spLocks noGrp="1"/>
          </p:cNvSpPr>
          <p:nvPr>
            <p:ph idx="1"/>
          </p:nvPr>
        </p:nvSpPr>
        <p:spPr/>
        <p:txBody>
          <a:bodyPr>
            <a:normAutofit fontScale="92500" lnSpcReduction="10000"/>
          </a:bodyPr>
          <a:lstStyle/>
          <a:p>
            <a:pPr marL="285750" indent="-285750">
              <a:buFont typeface="Arial" panose="020B0604020202020204" pitchFamily="34" charset="0"/>
              <a:buChar char="•"/>
            </a:pPr>
            <a:r>
              <a:rPr lang="en-US" dirty="0"/>
              <a:t>Virtual Private Cloud (VPC)</a:t>
            </a:r>
          </a:p>
          <a:p>
            <a:pPr marL="714375" lvl="1" indent="-285750"/>
            <a:r>
              <a:rPr lang="en-US" dirty="0"/>
              <a:t>A cloud computing model in which the cloud provider manages the infrastructure and automatically allocates resources as needed, charging only for the actual usage of the application</a:t>
            </a:r>
          </a:p>
          <a:p>
            <a:pPr marL="285750" indent="-285750">
              <a:buFont typeface="Arial" panose="020B0604020202020204" pitchFamily="34" charset="0"/>
              <a:buChar char="•"/>
            </a:pPr>
            <a:r>
              <a:rPr lang="en-US" dirty="0"/>
              <a:t>Serverless Computing</a:t>
            </a:r>
          </a:p>
          <a:p>
            <a:pPr marL="714375" lvl="1" indent="-285750"/>
            <a:r>
              <a:rPr lang="en-US" dirty="0"/>
              <a:t>A private network segment made available to a single cloud consumer on a public cloud</a:t>
            </a:r>
          </a:p>
          <a:p>
            <a:pPr marL="285750" indent="-285750">
              <a:buFont typeface="Arial" panose="020B0604020202020204" pitchFamily="34" charset="0"/>
              <a:buChar char="•"/>
            </a:pPr>
            <a:r>
              <a:rPr lang="en-US" dirty="0"/>
              <a:t>Microservices</a:t>
            </a:r>
          </a:p>
          <a:p>
            <a:pPr marL="714375" lvl="1" indent="-285750"/>
            <a:r>
              <a:rPr lang="en-US" dirty="0"/>
              <a:t>An architectural approach to building software applications as a collection of small and independent services focusing on a specific business capability</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691069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 Automation Technologies</a:t>
            </a:r>
          </a:p>
        </p:txBody>
      </p:sp>
      <p:sp>
        <p:nvSpPr>
          <p:cNvPr id="7" name="Content Placeholder 6">
            <a:extLst>
              <a:ext uri="{FF2B5EF4-FFF2-40B4-BE49-F238E27FC236}">
                <a16:creationId xmlns:a16="http://schemas.microsoft.com/office/drawing/2014/main" id="{66ED87AA-A94C-09E2-FA90-0218AB8DAA14}"/>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Infrastructure as Code (IaC)</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Responsiveness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Load Balancing</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Edge Computing</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Auto-Scaling</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1992392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Software Defined Networking</a:t>
            </a:r>
          </a:p>
        </p:txBody>
      </p:sp>
      <p:sp>
        <p:nvSpPr>
          <p:cNvPr id="7" name="Content Placeholder 6">
            <a:extLst>
              <a:ext uri="{FF2B5EF4-FFF2-40B4-BE49-F238E27FC236}">
                <a16:creationId xmlns:a16="http://schemas.microsoft.com/office/drawing/2014/main" id="{55BFCD31-CB3F-1B86-D966-960BDEA22294}"/>
              </a:ext>
            </a:extLst>
          </p:cNvPr>
          <p:cNvSpPr>
            <a:spLocks noGrp="1"/>
          </p:cNvSpPr>
          <p:nvPr>
            <p:ph idx="1"/>
          </p:nvPr>
        </p:nvSpPr>
        <p:spPr/>
        <p:txBody>
          <a:bodyPr>
            <a:normAutofit fontScale="92500" lnSpcReduction="10000"/>
          </a:bodyPr>
          <a:lstStyle/>
          <a:p>
            <a:r>
              <a:rPr lang="en-US" dirty="0">
                <a:latin typeface="Calibri" panose="020F0502020204030204" pitchFamily="34" charset="0"/>
                <a:cs typeface="Calibri" panose="020F0502020204030204" pitchFamily="34" charset="0"/>
              </a:rPr>
              <a:t>Network functions are divided into three “planes”</a:t>
            </a:r>
          </a:p>
          <a:p>
            <a:pPr marL="285750" indent="-285750">
              <a:buFont typeface="Arial" panose="020B0604020202020204" pitchFamily="34" charset="0"/>
              <a:buChar char="•"/>
            </a:pPr>
            <a:r>
              <a:rPr lang="en-US" dirty="0"/>
              <a:t>Control plane</a:t>
            </a:r>
          </a:p>
          <a:p>
            <a:pPr marL="742950" lvl="1" indent="-285750">
              <a:buFont typeface="Arial" panose="020B0604020202020204" pitchFamily="34" charset="0"/>
              <a:buChar char="•"/>
            </a:pPr>
            <a:r>
              <a:rPr lang="en-US" dirty="0"/>
              <a:t>Decisions about how traffic should be prioritized, secured, and where it should be switched</a:t>
            </a:r>
          </a:p>
          <a:p>
            <a:pPr marL="285750" indent="-285750">
              <a:buFont typeface="Arial" panose="020B0604020202020204" pitchFamily="34" charset="0"/>
              <a:buChar char="•"/>
            </a:pPr>
            <a:r>
              <a:rPr lang="en-US" dirty="0"/>
              <a:t>Data plane</a:t>
            </a:r>
          </a:p>
          <a:p>
            <a:pPr marL="742950" lvl="1" indent="-285750">
              <a:buFont typeface="Arial" panose="020B0604020202020204" pitchFamily="34" charset="0"/>
              <a:buChar char="•"/>
            </a:pPr>
            <a:r>
              <a:rPr lang="en-US" dirty="0"/>
              <a:t>Handles the switching and routing of traffic and imposition of security access controls</a:t>
            </a:r>
          </a:p>
          <a:p>
            <a:pPr marL="285750" indent="-285750">
              <a:buFont typeface="Arial" panose="020B0604020202020204" pitchFamily="34" charset="0"/>
              <a:buChar char="•"/>
            </a:pPr>
            <a:r>
              <a:rPr lang="en-US" dirty="0"/>
              <a:t>Management plane</a:t>
            </a:r>
          </a:p>
          <a:p>
            <a:pPr marL="742950" lvl="1" indent="-285750">
              <a:buFont typeface="Arial" panose="020B0604020202020204" pitchFamily="34" charset="0"/>
              <a:buChar char="•"/>
            </a:pPr>
            <a:r>
              <a:rPr lang="en-US" dirty="0"/>
              <a:t>Monitors traffic conditions and network status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954033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Software Defined Networking</a:t>
            </a:r>
          </a:p>
        </p:txBody>
      </p:sp>
      <p:sp>
        <p:nvSpPr>
          <p:cNvPr id="11" name="Content Placeholder 10">
            <a:extLst>
              <a:ext uri="{FF2B5EF4-FFF2-40B4-BE49-F238E27FC236}">
                <a16:creationId xmlns:a16="http://schemas.microsoft.com/office/drawing/2014/main" id="{6F734C85-AD34-EE5A-E918-9832706AB9A0}"/>
              </a:ext>
            </a:extLst>
          </p:cNvPr>
          <p:cNvSpPr>
            <a:spLocks noGrp="1"/>
          </p:cNvSpPr>
          <p:nvPr>
            <p:ph idx="12"/>
          </p:nvPr>
        </p:nvSpPr>
        <p:spPr/>
        <p:txBody>
          <a:bodyPr>
            <a:normAutofit lnSpcReduction="1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SDN is an important part of the latest automation and orchestration technologies</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SDN architecture reduces complexity of enforcing security policy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Enables </a:t>
            </a:r>
            <a:r>
              <a:rPr lang="en-US" noProof="0" dirty="0">
                <a:latin typeface="Calibri" panose="020F0502020204030204" pitchFamily="34" charset="0"/>
                <a:cs typeface="Calibri" panose="020F0502020204030204" pitchFamily="34" charset="0"/>
              </a:rPr>
              <a:t>fully automated deployment (or provisioning) of network links, appliances, and servers</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16</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192200" y="4561965"/>
            <a:ext cx="4572000" cy="369332"/>
          </a:xfrm>
          <a:prstGeom prst="rect">
            <a:avLst/>
          </a:prstGeom>
        </p:spPr>
        <p:txBody>
          <a:bodyPr>
            <a:spAutoFit/>
          </a:bodyPr>
          <a:lstStyle/>
          <a:p>
            <a:pPr algn="ctr"/>
            <a:r>
              <a:rPr lang="en-US" sz="900" i="1" dirty="0">
                <a:solidFill>
                  <a:srgbClr val="45545F"/>
                </a:solidFill>
              </a:rPr>
              <a:t>Data plane devices managed by a control plane device and monitored by a management plane. (Images © 123RF.com.)</a:t>
            </a:r>
          </a:p>
        </p:txBody>
      </p:sp>
      <p:pic>
        <p:nvPicPr>
          <p:cNvPr id="12" name="Content Placeholder 7" descr="A diagram represents software-defined network (S D N).">
            <a:extLst>
              <a:ext uri="{FF2B5EF4-FFF2-40B4-BE49-F238E27FC236}">
                <a16:creationId xmlns:a16="http://schemas.microsoft.com/office/drawing/2014/main" id="{DBFCD69A-F9CF-2E99-14A5-1B5CAEC27D40}"/>
              </a:ext>
            </a:extLst>
          </p:cNvPr>
          <p:cNvPicPr>
            <a:picLocks noGrp="1" noChangeAspect="1"/>
          </p:cNvPicPr>
          <p:nvPr>
            <p:ph idx="1"/>
          </p:nvPr>
        </p:nvPicPr>
        <p:blipFill>
          <a:blip r:embed="rId3"/>
          <a:stretch>
            <a:fillRect/>
          </a:stretch>
        </p:blipFill>
        <p:spPr>
          <a:xfrm>
            <a:off x="192200" y="976823"/>
            <a:ext cx="4262214" cy="3585142"/>
          </a:xfrm>
          <a:prstGeom prst="rect">
            <a:avLst/>
          </a:prstGeom>
        </p:spPr>
      </p:pic>
    </p:spTree>
    <p:extLst>
      <p:ext uri="{BB962C8B-B14F-4D97-AF65-F5344CB8AC3E}">
        <p14:creationId xmlns:p14="http://schemas.microsoft.com/office/powerpoint/2010/main" val="1060311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 Architecture Features</a:t>
            </a:r>
          </a:p>
        </p:txBody>
      </p:sp>
      <p:sp>
        <p:nvSpPr>
          <p:cNvPr id="7" name="Content Placeholder 6">
            <a:extLst>
              <a:ext uri="{FF2B5EF4-FFF2-40B4-BE49-F238E27FC236}">
                <a16:creationId xmlns:a16="http://schemas.microsoft.com/office/drawing/2014/main" id="{79768E8D-A452-99E3-044E-D92F2A98239D}"/>
              </a:ext>
            </a:extLst>
          </p:cNvPr>
          <p:cNvSpPr>
            <a:spLocks noGrp="1"/>
          </p:cNvSpPr>
          <p:nvPr>
            <p:ph idx="1"/>
          </p:nvPr>
        </p:nvSpPr>
        <p:spPr/>
        <p:txBody>
          <a:bodyPr>
            <a:normAutofit fontScale="85000" lnSpcReduction="20000"/>
          </a:bodyPr>
          <a:lstStyle/>
          <a:p>
            <a:r>
              <a:rPr lang="en-US" dirty="0">
                <a:latin typeface="Calibri" panose="020F0502020204030204" pitchFamily="34" charset="0"/>
                <a:cs typeface="Calibri" panose="020F0502020204030204" pitchFamily="34" charset="0"/>
              </a:rPr>
              <a:t>Considerations for Cloud Infrastructure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Cost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Scalability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Resilience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Ease of deployment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Ease of recovery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SLA and ISA</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Power</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Compute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061003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Cloud Security Considerations</a:t>
            </a:r>
          </a:p>
        </p:txBody>
      </p:sp>
      <p:sp>
        <p:nvSpPr>
          <p:cNvPr id="7" name="Content Placeholder 6">
            <a:extLst>
              <a:ext uri="{FF2B5EF4-FFF2-40B4-BE49-F238E27FC236}">
                <a16:creationId xmlns:a16="http://schemas.microsoft.com/office/drawing/2014/main" id="{AEED3A35-04C5-F657-9EC3-CC3EEDE0364E}"/>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Considerations for Cloud Infrastructure Security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Data protection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Patching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Secure Communication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Software-Defined Wide Area Network (SD-WAN)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Secure Access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Secure Access Service Edge (SASE)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852983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normAutofit fontScale="55000" lnSpcReduction="20000"/>
          </a:bodyPr>
          <a:lstStyle/>
          <a:p>
            <a:r>
              <a:rPr lang="en-US" dirty="0"/>
              <a:t>Cloud Deployment Models</a:t>
            </a:r>
          </a:p>
          <a:p>
            <a:r>
              <a:rPr lang="en-US" dirty="0"/>
              <a:t>Cloud Services Models</a:t>
            </a:r>
          </a:p>
          <a:p>
            <a:r>
              <a:rPr lang="en-US" dirty="0"/>
              <a:t>Responsibility Matrix</a:t>
            </a:r>
          </a:p>
          <a:p>
            <a:r>
              <a:rPr lang="en-US" dirty="0"/>
              <a:t>Centralized and Decentralized Computing</a:t>
            </a:r>
          </a:p>
          <a:p>
            <a:r>
              <a:rPr lang="en-US" dirty="0"/>
              <a:t>Resilient Architecture Concepts</a:t>
            </a:r>
          </a:p>
          <a:p>
            <a:r>
              <a:rPr lang="en-US" dirty="0"/>
              <a:t>Application Virtualization and Container Virtualization</a:t>
            </a:r>
          </a:p>
          <a:p>
            <a:r>
              <a:rPr lang="en-US" dirty="0"/>
              <a:t>Cloud Architecture</a:t>
            </a:r>
          </a:p>
          <a:p>
            <a:r>
              <a:rPr lang="en-US" dirty="0"/>
              <a:t>Cloud Automation Technologies</a:t>
            </a:r>
          </a:p>
          <a:p>
            <a:r>
              <a:rPr lang="en-US" dirty="0"/>
              <a:t>Software Defined Networking</a:t>
            </a:r>
          </a:p>
          <a:p>
            <a:r>
              <a:rPr lang="en-US" dirty="0"/>
              <a:t>Cloud Architecture Features</a:t>
            </a:r>
          </a:p>
          <a:p>
            <a:r>
              <a:rPr lang="en-US" dirty="0"/>
              <a:t>Cloud Security Considerations</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Cloud Infrastructure</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2631819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20</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Using Containers</a:t>
            </a:r>
          </a:p>
          <a:p>
            <a:r>
              <a:rPr lang="en-US" dirty="0"/>
              <a:t>Assisted Lab: Using Virtualization</a:t>
            </a:r>
          </a:p>
        </p:txBody>
      </p:sp>
    </p:spTree>
    <p:extLst>
      <p:ext uri="{BB962C8B-B14F-4D97-AF65-F5344CB8AC3E}">
        <p14:creationId xmlns:p14="http://schemas.microsoft.com/office/powerpoint/2010/main" val="3051765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a:xfrm>
            <a:off x="650366" y="2148385"/>
            <a:ext cx="7887450" cy="1080000"/>
          </a:xfrm>
        </p:spPr>
        <p:txBody>
          <a:bodyPr/>
          <a:lstStyle/>
          <a:p>
            <a:r>
              <a:rPr lang="en-US" dirty="0"/>
              <a:t>Embedded Systems and Zero Trust Architecture</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6B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6</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674909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Embedded Systems</a:t>
            </a:r>
          </a:p>
        </p:txBody>
      </p:sp>
      <p:sp>
        <p:nvSpPr>
          <p:cNvPr id="7" name="Content Placeholder 6">
            <a:extLst>
              <a:ext uri="{FF2B5EF4-FFF2-40B4-BE49-F238E27FC236}">
                <a16:creationId xmlns:a16="http://schemas.microsoft.com/office/drawing/2014/main" id="{6C578790-0F4A-6745-641D-3CAF59BD067E}"/>
              </a:ext>
            </a:extLst>
          </p:cNvPr>
          <p:cNvSpPr>
            <a:spLocks noGrp="1"/>
          </p:cNvSpPr>
          <p:nvPr>
            <p:ph idx="1"/>
          </p:nvPr>
        </p:nvSpPr>
        <p:spPr/>
        <p:txBody>
          <a:bodyPr>
            <a:normAutofit fontScale="77500" lnSpcReduction="20000"/>
          </a:bodyPr>
          <a:lstStyle/>
          <a:p>
            <a:pPr marL="285750" indent="-285750">
              <a:buFont typeface="Arial" panose="020B0604020202020204" pitchFamily="34" charset="0"/>
              <a:buChar char="•"/>
            </a:pPr>
            <a:r>
              <a:rPr lang="en-US" dirty="0"/>
              <a:t>Specialized computers </a:t>
            </a:r>
          </a:p>
          <a:p>
            <a:pPr marL="285750" indent="-285750">
              <a:buFont typeface="Arial" panose="020B0604020202020204" pitchFamily="34" charset="0"/>
              <a:buChar char="•"/>
            </a:pPr>
            <a:r>
              <a:rPr lang="en-US" dirty="0"/>
              <a:t>Many consumer and commercial use cases. </a:t>
            </a:r>
          </a:p>
          <a:p>
            <a:pPr marL="285750" indent="-285750">
              <a:buFont typeface="Arial" panose="020B0604020202020204" pitchFamily="34" charset="0"/>
              <a:buChar char="•"/>
            </a:pPr>
            <a:r>
              <a:rPr lang="en-US" dirty="0"/>
              <a:t>Some examples:</a:t>
            </a:r>
          </a:p>
          <a:p>
            <a:pPr marL="742950" lvl="1" indent="-285750">
              <a:buFont typeface="Arial" panose="020B0604020202020204" pitchFamily="34" charset="0"/>
              <a:buChar char="•"/>
            </a:pPr>
            <a:r>
              <a:rPr lang="en-US" dirty="0"/>
              <a:t>Home appliances</a:t>
            </a:r>
          </a:p>
          <a:p>
            <a:pPr marL="742950" lvl="1" indent="-285750">
              <a:buFont typeface="Arial" panose="020B0604020202020204" pitchFamily="34" charset="0"/>
              <a:buChar char="•"/>
            </a:pPr>
            <a:r>
              <a:rPr lang="en-US" dirty="0"/>
              <a:t>Smartphones and tablets</a:t>
            </a:r>
          </a:p>
          <a:p>
            <a:pPr marL="742950" lvl="1" indent="-285750">
              <a:buFont typeface="Arial" panose="020B0604020202020204" pitchFamily="34" charset="0"/>
              <a:buChar char="•"/>
            </a:pPr>
            <a:r>
              <a:rPr lang="en-US" dirty="0"/>
              <a:t>Automotive systems</a:t>
            </a:r>
          </a:p>
          <a:p>
            <a:pPr marL="742950" lvl="1" indent="-285750">
              <a:buFont typeface="Arial" panose="020B0604020202020204" pitchFamily="34" charset="0"/>
              <a:buChar char="•"/>
            </a:pPr>
            <a:r>
              <a:rPr lang="en-US" dirty="0"/>
              <a:t>Industrial automation</a:t>
            </a:r>
          </a:p>
          <a:p>
            <a:pPr marL="742950" lvl="1" indent="-285750">
              <a:buFont typeface="Arial" panose="020B0604020202020204" pitchFamily="34" charset="0"/>
              <a:buChar char="•"/>
            </a:pPr>
            <a:r>
              <a:rPr lang="en-US" dirty="0"/>
              <a:t>Medical devices</a:t>
            </a:r>
          </a:p>
          <a:p>
            <a:pPr marL="742950" lvl="1" indent="-285750">
              <a:buFont typeface="Arial" panose="020B0604020202020204" pitchFamily="34" charset="0"/>
              <a:buChar char="•"/>
            </a:pPr>
            <a:r>
              <a:rPr lang="en-US" dirty="0"/>
              <a:t>Aerospace and defense</a:t>
            </a:r>
          </a:p>
          <a:p>
            <a:pPr marL="285750" indent="-285750">
              <a:buFont typeface="Arial" panose="020B0604020202020204" pitchFamily="34" charset="0"/>
              <a:buChar char="•"/>
            </a:pPr>
            <a:r>
              <a:rPr lang="en-US" dirty="0"/>
              <a:t>Real-Time Operating Systems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727498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Industrial Control Systems</a:t>
            </a:r>
          </a:p>
        </p:txBody>
      </p:sp>
      <p:sp>
        <p:nvSpPr>
          <p:cNvPr id="7" name="Content Placeholder 6">
            <a:extLst>
              <a:ext uri="{FF2B5EF4-FFF2-40B4-BE49-F238E27FC236}">
                <a16:creationId xmlns:a16="http://schemas.microsoft.com/office/drawing/2014/main" id="{A63B6DFA-DE05-4AE5-2615-87664A6A48A1}"/>
              </a:ext>
            </a:extLst>
          </p:cNvPr>
          <p:cNvSpPr>
            <a:spLocks noGrp="1"/>
          </p:cNvSpPr>
          <p:nvPr>
            <p:ph idx="1"/>
          </p:nvPr>
        </p:nvSpPr>
        <p:spPr/>
        <p:txBody>
          <a:bodyPr>
            <a:normAutofit fontScale="62500" lnSpcReduction="20000"/>
          </a:bodyPr>
          <a:lstStyle/>
          <a:p>
            <a:pPr marL="285750" indent="-285750">
              <a:buFont typeface="Arial" panose="020B0604020202020204" pitchFamily="34" charset="0"/>
              <a:buChar char="•"/>
            </a:pPr>
            <a:r>
              <a:rPr lang="en-US" dirty="0"/>
              <a:t>Industrial control systems (ICSs)</a:t>
            </a:r>
          </a:p>
          <a:p>
            <a:pPr marL="742950" lvl="1" indent="-285750">
              <a:buFont typeface="Arial" panose="020B0604020202020204" pitchFamily="34" charset="0"/>
              <a:buChar char="•"/>
            </a:pPr>
            <a:r>
              <a:rPr lang="en-US" dirty="0"/>
              <a:t>Human-machine interfaces (HMIs)</a:t>
            </a:r>
          </a:p>
          <a:p>
            <a:pPr marL="742950" lvl="1" indent="-285750">
              <a:buFont typeface="Arial" panose="020B0604020202020204" pitchFamily="34" charset="0"/>
              <a:buChar char="•"/>
            </a:pPr>
            <a:r>
              <a:rPr lang="en-US" dirty="0"/>
              <a:t>Data historian</a:t>
            </a:r>
          </a:p>
          <a:p>
            <a:pPr marL="742950" lvl="1" indent="-285750">
              <a:buFont typeface="Arial" panose="020B0604020202020204" pitchFamily="34" charset="0"/>
              <a:buChar char="•"/>
            </a:pPr>
            <a:r>
              <a:rPr lang="en-US" dirty="0"/>
              <a:t>Programmable Logic Controller (PLC)</a:t>
            </a:r>
          </a:p>
          <a:p>
            <a:pPr marL="742950" lvl="1" indent="-285750">
              <a:buFont typeface="Arial" panose="020B0604020202020204" pitchFamily="34" charset="0"/>
              <a:buChar char="•"/>
            </a:pPr>
            <a:r>
              <a:rPr lang="en-US" dirty="0"/>
              <a:t>Supervisory Control and Data Acquisition (SCADA)</a:t>
            </a:r>
          </a:p>
          <a:p>
            <a:pPr marL="285750" indent="-285750">
              <a:buFont typeface="Arial" panose="020B0604020202020204" pitchFamily="34" charset="0"/>
              <a:buChar char="•"/>
            </a:pPr>
            <a:r>
              <a:rPr lang="en-US" dirty="0"/>
              <a:t>ICS/SCADA Applications</a:t>
            </a:r>
          </a:p>
          <a:p>
            <a:pPr marL="742950" lvl="1" indent="-285750">
              <a:buFont typeface="Arial" panose="020B0604020202020204" pitchFamily="34" charset="0"/>
              <a:buChar char="•"/>
            </a:pPr>
            <a:r>
              <a:rPr lang="en-US" dirty="0"/>
              <a:t>Energy</a:t>
            </a:r>
          </a:p>
          <a:p>
            <a:pPr marL="742950" lvl="1" indent="-285750">
              <a:buFont typeface="Arial" panose="020B0604020202020204" pitchFamily="34" charset="0"/>
              <a:buChar char="•"/>
            </a:pPr>
            <a:r>
              <a:rPr lang="en-US" dirty="0"/>
              <a:t>Industrial</a:t>
            </a:r>
          </a:p>
          <a:p>
            <a:pPr marL="742950" lvl="1" indent="-285750">
              <a:buFont typeface="Arial" panose="020B0604020202020204" pitchFamily="34" charset="0"/>
              <a:buChar char="•"/>
            </a:pPr>
            <a:r>
              <a:rPr lang="en-US" dirty="0"/>
              <a:t>Fabrication and manufacturing</a:t>
            </a:r>
          </a:p>
          <a:p>
            <a:pPr marL="742950" lvl="1" indent="-285750">
              <a:buFont typeface="Arial" panose="020B0604020202020204" pitchFamily="34" charset="0"/>
              <a:buChar char="•"/>
            </a:pPr>
            <a:r>
              <a:rPr lang="en-US" dirty="0"/>
              <a:t>Logistics</a:t>
            </a:r>
          </a:p>
          <a:p>
            <a:pPr marL="742950" lvl="1" indent="-285750">
              <a:buFont typeface="Arial" panose="020B0604020202020204" pitchFamily="34" charset="0"/>
              <a:buChar char="•"/>
            </a:pPr>
            <a:r>
              <a:rPr lang="en-US" dirty="0"/>
              <a:t>Facilities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2045968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Internet of Things</a:t>
            </a:r>
          </a:p>
        </p:txBody>
      </p:sp>
      <p:sp>
        <p:nvSpPr>
          <p:cNvPr id="7" name="Content Placeholder 6">
            <a:extLst>
              <a:ext uri="{FF2B5EF4-FFF2-40B4-BE49-F238E27FC236}">
                <a16:creationId xmlns:a16="http://schemas.microsoft.com/office/drawing/2014/main" id="{FE64600E-EF3C-D232-07C2-1EF1401DFD80}"/>
              </a:ext>
            </a:extLst>
          </p:cNvPr>
          <p:cNvSpPr>
            <a:spLocks noGrp="1"/>
          </p:cNvSpPr>
          <p:nvPr>
            <p:ph idx="1"/>
          </p:nvPr>
        </p:nvSpPr>
        <p:spPr/>
        <p:txBody>
          <a:bodyPr>
            <a:normAutofit fontScale="92500" lnSpcReduction="20000"/>
          </a:bodyPr>
          <a:lstStyle/>
          <a:p>
            <a:r>
              <a:rPr lang="en-US" dirty="0">
                <a:latin typeface="Calibri" panose="020F0502020204030204" pitchFamily="34" charset="0"/>
                <a:cs typeface="Calibri" panose="020F0502020204030204" pitchFamily="34" charset="0"/>
              </a:rPr>
              <a:t>Network of physical devices, vehicles, appliances, and other objects embedded with sensors, software, and connectivity, enabling them to collect and exchange data</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The significantly decreased cost of IoT sensors and devices over the past few years has made them more affordable and accessible to businesses and consumers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Advances in connectivity technology, such as 5G and low-power wireless networks, have made connecting and managing large numbers of IoT devices easier and more efficient</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1352561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Internet of Things</a:t>
            </a:r>
          </a:p>
        </p:txBody>
      </p:sp>
      <p:sp>
        <p:nvSpPr>
          <p:cNvPr id="7" name="Content Placeholder 6">
            <a:extLst>
              <a:ext uri="{FF2B5EF4-FFF2-40B4-BE49-F238E27FC236}">
                <a16:creationId xmlns:a16="http://schemas.microsoft.com/office/drawing/2014/main" id="{AE647428-FFC7-9C8A-C8D9-60C4C23A2868}"/>
              </a:ext>
            </a:extLst>
          </p:cNvPr>
          <p:cNvSpPr>
            <a:spLocks noGrp="1"/>
          </p:cNvSpPr>
          <p:nvPr>
            <p:ph idx="1"/>
          </p:nvPr>
        </p:nvSpPr>
        <p:spPr/>
        <p:txBody>
          <a:bodyPr>
            <a:normAutofit fontScale="92500" lnSpcReduction="10000"/>
          </a:bodyPr>
          <a:lstStyle/>
          <a:p>
            <a:r>
              <a:rPr lang="en-US" dirty="0">
                <a:latin typeface="Calibri" panose="020F0502020204030204" pitchFamily="34" charset="0"/>
                <a:cs typeface="Calibri" panose="020F0502020204030204" pitchFamily="34" charset="0"/>
              </a:rPr>
              <a:t>Security Risks Associated with IoT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Many IoT devices have limited processing power and memory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Difficult to implement stringent security controls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Rushed to market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Lacking or misrepresented security capability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“Un-patchable”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Lack of standards in design of IoT devices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Collect and transmit sensitive information</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2440569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Internet of Things</a:t>
            </a:r>
          </a:p>
        </p:txBody>
      </p:sp>
      <p:sp>
        <p:nvSpPr>
          <p:cNvPr id="7" name="Content Placeholder 6">
            <a:extLst>
              <a:ext uri="{FF2B5EF4-FFF2-40B4-BE49-F238E27FC236}">
                <a16:creationId xmlns:a16="http://schemas.microsoft.com/office/drawing/2014/main" id="{166325DD-5694-5995-50AE-FDA7ABCE06CF}"/>
              </a:ext>
            </a:extLst>
          </p:cNvPr>
          <p:cNvSpPr>
            <a:spLocks noGrp="1"/>
          </p:cNvSpPr>
          <p:nvPr>
            <p:ph idx="1"/>
          </p:nvPr>
        </p:nvSpPr>
        <p:spPr/>
        <p:txBody>
          <a:bodyPr>
            <a:normAutofit fontScale="85000" lnSpcReduction="10000"/>
          </a:bodyPr>
          <a:lstStyle/>
          <a:p>
            <a:r>
              <a:rPr lang="en-US" dirty="0">
                <a:latin typeface="Calibri" panose="020F0502020204030204" pitchFamily="34" charset="0"/>
                <a:cs typeface="Calibri" panose="020F0502020204030204" pitchFamily="34" charset="0"/>
              </a:rPr>
              <a:t>Best Practice Guidance for IoT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The Internet of Things Security Foundation (</a:t>
            </a:r>
            <a:r>
              <a:rPr lang="en-US" dirty="0" err="1">
                <a:latin typeface="Calibri" panose="020F0502020204030204" pitchFamily="34" charset="0"/>
                <a:cs typeface="Calibri" panose="020F0502020204030204" pitchFamily="34" charset="0"/>
              </a:rPr>
              <a:t>IoTSF</a:t>
            </a:r>
            <a:r>
              <a:rPr lang="en-US" dirty="0">
                <a:latin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hlinkClick r:id="rId3"/>
              </a:rPr>
              <a:t>https://iotsecurityfoundation.org</a:t>
            </a:r>
            <a:r>
              <a:rPr lang="en-US" dirty="0">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Industrial Internet Consortium (IIC) Security Framework</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hlinkClick r:id="rId4"/>
              </a:rPr>
              <a:t>https://www.iiconsortium.org/iisf/</a:t>
            </a:r>
            <a:r>
              <a:rPr lang="en-US" dirty="0">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Cloud Security Alliance (CSA) IoT Security Controls Framework</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hlinkClick r:id="rId5"/>
              </a:rPr>
              <a:t>https://cloudsecurityalliance.org/artifacts/iot-security-controls-framework</a:t>
            </a:r>
            <a:r>
              <a:rPr lang="en-US" dirty="0">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European Telecommunications Standards Institute (ETSI) IoT Security Standards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hlinkClick r:id="rId6"/>
              </a:rPr>
              <a:t>https://www.etsi.org/technologies/consumer-iot-security</a:t>
            </a:r>
            <a:r>
              <a:rPr lang="en-US" dirty="0">
                <a:latin typeface="Calibri" panose="020F0502020204030204" pitchFamily="34" charset="0"/>
                <a:cs typeface="Calibri" panose="020F0502020204030204" pitchFamily="34" charset="0"/>
              </a:rPr>
              <a:t> </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1076294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err="1"/>
              <a:t>Deperimeterization</a:t>
            </a:r>
            <a:r>
              <a:rPr lang="en-US" dirty="0"/>
              <a:t> and Zero Trust</a:t>
            </a:r>
          </a:p>
        </p:txBody>
      </p:sp>
      <p:sp>
        <p:nvSpPr>
          <p:cNvPr id="7" name="Content Placeholder 6">
            <a:extLst>
              <a:ext uri="{FF2B5EF4-FFF2-40B4-BE49-F238E27FC236}">
                <a16:creationId xmlns:a16="http://schemas.microsoft.com/office/drawing/2014/main" id="{C7617C1C-883C-502E-36B7-F0C8B35D1D1C}"/>
              </a:ext>
            </a:extLst>
          </p:cNvPr>
          <p:cNvSpPr>
            <a:spLocks noGrp="1"/>
          </p:cNvSpPr>
          <p:nvPr>
            <p:ph idx="1"/>
          </p:nvPr>
        </p:nvSpPr>
        <p:spPr/>
        <p:txBody>
          <a:bodyPr/>
          <a:lstStyle/>
          <a:p>
            <a:r>
              <a:rPr lang="en-US" dirty="0" err="1">
                <a:latin typeface="Calibri" panose="020F0502020204030204" pitchFamily="34" charset="0"/>
                <a:cs typeface="Calibri" panose="020F0502020204030204" pitchFamily="34" charset="0"/>
              </a:rPr>
              <a:t>Deperimeterization</a:t>
            </a:r>
            <a:endParaRPr lang="en-US"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Shifts focus from defending the network boundaries to protecting individual resources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Zero Trust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“Never trust, always verify”</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3647723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err="1"/>
              <a:t>Deperimeterization</a:t>
            </a:r>
            <a:r>
              <a:rPr lang="en-US" dirty="0"/>
              <a:t> and Zero Trust</a:t>
            </a:r>
          </a:p>
        </p:txBody>
      </p:sp>
      <p:sp>
        <p:nvSpPr>
          <p:cNvPr id="7" name="Content Placeholder 6">
            <a:extLst>
              <a:ext uri="{FF2B5EF4-FFF2-40B4-BE49-F238E27FC236}">
                <a16:creationId xmlns:a16="http://schemas.microsoft.com/office/drawing/2014/main" id="{6ACF4221-639B-666C-8DF7-F172F8824F07}"/>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Trends Driving </a:t>
            </a:r>
            <a:r>
              <a:rPr lang="en-US" dirty="0" err="1">
                <a:latin typeface="Calibri" panose="020F0502020204030204" pitchFamily="34" charset="0"/>
                <a:cs typeface="Calibri" panose="020F0502020204030204" pitchFamily="34" charset="0"/>
              </a:rPr>
              <a:t>Deperimeterization</a:t>
            </a: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Cloud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Remote Work</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Mobile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Outsourcing &amp; Contracting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Wireless Networks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3973747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err="1"/>
              <a:t>Deperimeterization</a:t>
            </a:r>
            <a:r>
              <a:rPr lang="en-US" dirty="0"/>
              <a:t> and Zero Trust</a:t>
            </a:r>
          </a:p>
        </p:txBody>
      </p:sp>
      <p:sp>
        <p:nvSpPr>
          <p:cNvPr id="7" name="Content Placeholder 6">
            <a:extLst>
              <a:ext uri="{FF2B5EF4-FFF2-40B4-BE49-F238E27FC236}">
                <a16:creationId xmlns:a16="http://schemas.microsoft.com/office/drawing/2014/main" id="{198A6CE2-C853-1EAD-EB19-D5B6EB180E9E}"/>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The Key Benefits of a Zero Trust Architecture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Greater security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Better access controls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Improved governance and compliance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Increased granularity</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1353912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err="1"/>
              <a:t>Deperimeterization</a:t>
            </a:r>
            <a:r>
              <a:rPr lang="en-US" dirty="0"/>
              <a:t> and Zero Trust</a:t>
            </a:r>
          </a:p>
        </p:txBody>
      </p:sp>
      <p:sp>
        <p:nvSpPr>
          <p:cNvPr id="7" name="Content Placeholder 6">
            <a:extLst>
              <a:ext uri="{FF2B5EF4-FFF2-40B4-BE49-F238E27FC236}">
                <a16:creationId xmlns:a16="http://schemas.microsoft.com/office/drawing/2014/main" id="{F6B677C6-DDD6-3818-460C-90813C480DFE}"/>
              </a:ext>
            </a:extLst>
          </p:cNvPr>
          <p:cNvSpPr>
            <a:spLocks noGrp="1"/>
          </p:cNvSpPr>
          <p:nvPr>
            <p:ph idx="1"/>
          </p:nvPr>
        </p:nvSpPr>
        <p:spPr/>
        <p:txBody>
          <a:bodyPr>
            <a:normAutofit fontScale="85000" lnSpcReduction="20000"/>
          </a:bodyPr>
          <a:lstStyle/>
          <a:p>
            <a:r>
              <a:rPr lang="en-US" dirty="0">
                <a:latin typeface="Calibri" panose="020F0502020204030204" pitchFamily="34" charset="0"/>
                <a:cs typeface="Calibri" panose="020F0502020204030204" pitchFamily="34" charset="0"/>
              </a:rPr>
              <a:t>Essential Components of a Zero Trust Architecture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Network and endpoint security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Identity and access management (IAM</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Policy-based enforcement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Cloud security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Network visibility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Network segmentation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Data protection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Threat detection and prevention</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1793966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Zero Trust Security Concepts</a:t>
            </a:r>
          </a:p>
        </p:txBody>
      </p:sp>
      <p:sp>
        <p:nvSpPr>
          <p:cNvPr id="12" name="Content Placeholder 11">
            <a:extLst>
              <a:ext uri="{FF2B5EF4-FFF2-40B4-BE49-F238E27FC236}">
                <a16:creationId xmlns:a16="http://schemas.microsoft.com/office/drawing/2014/main" id="{EEFCA949-ADA6-4735-7F34-EF51E34F12CD}"/>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Assumes that all devices, users, and services are not inherently trusted, regardless of whether inside or outside a network's perimeter</a:t>
            </a:r>
            <a:endParaRPr lang="en-US" noProof="0" dirty="0">
              <a:latin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31</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3965816" y="4563223"/>
            <a:ext cx="4572000" cy="230832"/>
          </a:xfrm>
          <a:prstGeom prst="rect">
            <a:avLst/>
          </a:prstGeom>
        </p:spPr>
        <p:txBody>
          <a:bodyPr>
            <a:spAutoFit/>
          </a:bodyPr>
          <a:lstStyle/>
          <a:p>
            <a:pPr algn="ctr"/>
            <a:r>
              <a:rPr lang="en-US" sz="900" i="1" dirty="0">
                <a:solidFill>
                  <a:srgbClr val="45545F"/>
                </a:solidFill>
              </a:rPr>
              <a:t>Components in NIST's zero trust architecture framework.</a:t>
            </a:r>
          </a:p>
        </p:txBody>
      </p:sp>
      <p:pic>
        <p:nvPicPr>
          <p:cNvPr id="14" name="Content Placeholder 7" descr="The components of the framework of NIST's zero trust architecture.">
            <a:extLst>
              <a:ext uri="{FF2B5EF4-FFF2-40B4-BE49-F238E27FC236}">
                <a16:creationId xmlns:a16="http://schemas.microsoft.com/office/drawing/2014/main" id="{C604CC9C-C8CF-CB8F-F935-678440C705B5}"/>
              </a:ext>
            </a:extLst>
          </p:cNvPr>
          <p:cNvPicPr>
            <a:picLocks noGrp="1" noChangeAspect="1"/>
          </p:cNvPicPr>
          <p:nvPr>
            <p:ph idx="12"/>
          </p:nvPr>
        </p:nvPicPr>
        <p:blipFill>
          <a:blip r:embed="rId3"/>
          <a:stretch>
            <a:fillRect/>
          </a:stretch>
        </p:blipFill>
        <p:spPr>
          <a:xfrm>
            <a:off x="4637088" y="941579"/>
            <a:ext cx="4379912" cy="3655629"/>
          </a:xfrm>
          <a:prstGeom prst="rect">
            <a:avLst/>
          </a:prstGeom>
        </p:spPr>
      </p:pic>
    </p:spTree>
    <p:extLst>
      <p:ext uri="{BB962C8B-B14F-4D97-AF65-F5344CB8AC3E}">
        <p14:creationId xmlns:p14="http://schemas.microsoft.com/office/powerpoint/2010/main" val="2422840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Embedded Systems</a:t>
            </a:r>
          </a:p>
          <a:p>
            <a:r>
              <a:rPr lang="en-US" dirty="0"/>
              <a:t>Industrial Control Systems</a:t>
            </a:r>
          </a:p>
          <a:p>
            <a:r>
              <a:rPr lang="en-US" dirty="0"/>
              <a:t>Internet of Things</a:t>
            </a:r>
          </a:p>
          <a:p>
            <a:r>
              <a:rPr lang="en-US" dirty="0" err="1"/>
              <a:t>Deperimeterization</a:t>
            </a:r>
            <a:r>
              <a:rPr lang="en-US" dirty="0"/>
              <a:t> and Zero Trust</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sz="2400" dirty="0"/>
              <a:t>Embedded Systems and Zero Trust Architecture</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917228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6</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1739</Words>
  <Application>Microsoft Office PowerPoint</Application>
  <PresentationFormat>On-screen Show (16:9)</PresentationFormat>
  <Paragraphs>290</Paragraphs>
  <Slides>33</Slides>
  <Notes>22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Calibri</vt:lpstr>
      <vt:lpstr>Arial</vt:lpstr>
      <vt:lpstr>Open Sans</vt:lpstr>
      <vt:lpstr>comptia_ov</vt:lpstr>
      <vt:lpstr>comptia_ov</vt:lpstr>
      <vt:lpstr>Secure Cloud Network Architecture</vt:lpstr>
      <vt:lpstr>Cloud Infrastructure</vt:lpstr>
      <vt:lpstr>Cloud Deployment Models</vt:lpstr>
      <vt:lpstr>Cloud Deployment Models</vt:lpstr>
      <vt:lpstr>Cloud Service Models</vt:lpstr>
      <vt:lpstr>Responsibility Matrix</vt:lpstr>
      <vt:lpstr>Responsibility Matrix</vt:lpstr>
      <vt:lpstr>Responsibility Matrix</vt:lpstr>
      <vt:lpstr>Centralized and Decentralized Computing</vt:lpstr>
      <vt:lpstr>Centralized and Decentralized Computing</vt:lpstr>
      <vt:lpstr>Resilient Architecture Concepts</vt:lpstr>
      <vt:lpstr>Application Virtualization and Container Virtualization</vt:lpstr>
      <vt:lpstr>Cloud Architecture</vt:lpstr>
      <vt:lpstr>Cloud Automation Technologies</vt:lpstr>
      <vt:lpstr>Software Defined Networking</vt:lpstr>
      <vt:lpstr>Software Defined Networking</vt:lpstr>
      <vt:lpstr>Cloud Architecture Features</vt:lpstr>
      <vt:lpstr>Cloud Security Considerations</vt:lpstr>
      <vt:lpstr>Cloud Infrastructure</vt:lpstr>
      <vt:lpstr>PowerPoint Presentation</vt:lpstr>
      <vt:lpstr>Embedded Systems and Zero Trust Architecture</vt:lpstr>
      <vt:lpstr>Embedded Systems</vt:lpstr>
      <vt:lpstr>Industrial Control Systems</vt:lpstr>
      <vt:lpstr>Internet of Things</vt:lpstr>
      <vt:lpstr>Internet of Things</vt:lpstr>
      <vt:lpstr>Internet of Things</vt:lpstr>
      <vt:lpstr>Deperimeterization and Zero Trust</vt:lpstr>
      <vt:lpstr>Deperimeterization and Zero Trust</vt:lpstr>
      <vt:lpstr>Deperimeterization and Zero Trust</vt:lpstr>
      <vt:lpstr>Deperimeterization and Zero Trust</vt:lpstr>
      <vt:lpstr>Zero Trust Security Concepts</vt:lpstr>
      <vt:lpstr>Embedded Systems and Zero Trust Architecture</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23</cp:revision>
  <dcterms:created xsi:type="dcterms:W3CDTF">2021-09-20T08:36:44Z</dcterms:created>
  <dcterms:modified xsi:type="dcterms:W3CDTF">2023-09-19T10:04:44Z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