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36"/>
  </p:notesMasterIdLst>
  <p:handoutMasterIdLst>
    <p:handoutMasterId r:id="rId37"/>
  </p:handoutMasterIdLst>
  <p:sldIdLst>
    <p:sldId id="257" r:id="rId6"/>
    <p:sldId id="258" r:id="rId7"/>
    <p:sldId id="260" r:id="rId8"/>
    <p:sldId id="278" r:id="rId9"/>
    <p:sldId id="277" r:id="rId10"/>
    <p:sldId id="279" r:id="rId11"/>
    <p:sldId id="261" r:id="rId12"/>
    <p:sldId id="282" r:id="rId13"/>
    <p:sldId id="281" r:id="rId14"/>
    <p:sldId id="263" r:id="rId15"/>
    <p:sldId id="264" r:id="rId16"/>
    <p:sldId id="267" r:id="rId17"/>
    <p:sldId id="273" r:id="rId18"/>
    <p:sldId id="283" r:id="rId19"/>
    <p:sldId id="284" r:id="rId20"/>
    <p:sldId id="285" r:id="rId21"/>
    <p:sldId id="287" r:id="rId22"/>
    <p:sldId id="286" r:id="rId23"/>
    <p:sldId id="288" r:id="rId24"/>
    <p:sldId id="289" r:id="rId25"/>
    <p:sldId id="290" r:id="rId26"/>
    <p:sldId id="269" r:id="rId27"/>
    <p:sldId id="268" r:id="rId28"/>
    <p:sldId id="275" r:id="rId29"/>
    <p:sldId id="291" r:id="rId30"/>
    <p:sldId id="276" r:id="rId31"/>
    <p:sldId id="292" r:id="rId32"/>
    <p:sldId id="293" r:id="rId33"/>
    <p:sldId id="271" r:id="rId34"/>
    <p:sldId id="266" r:id="rId35"/>
  </p:sldIdLst>
  <p:sldSz cx="9144000" cy="5143500" type="screen16x9"/>
  <p:notesSz cx="6858000" cy="9144000"/>
  <p:embeddedFontLst>
    <p:embeddedFont>
      <p:font typeface="Calibri" panose="020F0502020204030204" pitchFamily="34" charset="0"/>
      <p:regular r:id="rId38"/>
      <p:bold r:id="rId39"/>
      <p:italic r:id="rId40"/>
      <p:boldItalic r:id="rId41"/>
    </p:embeddedFont>
    <p:embeddedFont>
      <p:font typeface="Open Sans" panose="020B0606030504020204" pitchFamily="34" charset="0"/>
      <p:regular r:id="rId42"/>
      <p:bold r:id="rId43"/>
      <p:italic r:id="rId44"/>
      <p:boldItalic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56817-44F2-4C46-B4C9-FA58A7EEFAF6}" v="5" dt="2023-09-19T10:09:03.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138" autoAdjust="0"/>
  </p:normalViewPr>
  <p:slideViewPr>
    <p:cSldViewPr snapToGrid="0">
      <p:cViewPr varScale="1">
        <p:scale>
          <a:sx n="129" d="100"/>
          <a:sy n="129" d="100"/>
        </p:scale>
        <p:origin x="1086" y="126"/>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2.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7.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1.fntdata"/><Relationship Id="rId46"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docChgLst>
    <pc:chgData name="James Pengelly" userId="d269fecd-a8a2-4e5a-93ae-88bdaab21f51" providerId="ADAL" clId="{FC356817-44F2-4C46-B4C9-FA58A7EEFAF6}"/>
    <pc:docChg chg="undo custSel modSld">
      <pc:chgData name="James Pengelly" userId="d269fecd-a8a2-4e5a-93ae-88bdaab21f51" providerId="ADAL" clId="{FC356817-44F2-4C46-B4C9-FA58A7EEFAF6}" dt="2023-09-19T10:09:21.894" v="182" actId="15"/>
      <pc:docMkLst>
        <pc:docMk/>
      </pc:docMkLst>
      <pc:sldChg chg="addSp delSp modSp mod chgLayout">
        <pc:chgData name="James Pengelly" userId="d269fecd-a8a2-4e5a-93ae-88bdaab21f51" providerId="ADAL" clId="{FC356817-44F2-4C46-B4C9-FA58A7EEFAF6}" dt="2023-09-19T10:05:02.797" v="7" actId="20577"/>
        <pc:sldMkLst>
          <pc:docMk/>
          <pc:sldMk cId="1702716025" sldId="260"/>
        </pc:sldMkLst>
        <pc:spChg chg="mod ord">
          <ac:chgData name="James Pengelly" userId="d269fecd-a8a2-4e5a-93ae-88bdaab21f51" providerId="ADAL" clId="{FC356817-44F2-4C46-B4C9-FA58A7EEFAF6}" dt="2023-09-19T10:05:00.247" v="2" actId="6264"/>
          <ac:spMkLst>
            <pc:docMk/>
            <pc:sldMk cId="1702716025" sldId="260"/>
            <ac:spMk id="2" creationId="{5A78B9D2-75C6-4E31-8D20-2472152AE3E2}"/>
          </ac:spMkLst>
        </pc:spChg>
        <pc:spChg chg="add del mod">
          <ac:chgData name="James Pengelly" userId="d269fecd-a8a2-4e5a-93ae-88bdaab21f51" providerId="ADAL" clId="{FC356817-44F2-4C46-B4C9-FA58A7EEFAF6}" dt="2023-09-19T10:05:00.247" v="2" actId="6264"/>
          <ac:spMkLst>
            <pc:docMk/>
            <pc:sldMk cId="1702716025" sldId="260"/>
            <ac:spMk id="3" creationId="{0108610A-EE37-07E9-9FAE-ABE9D320B4A4}"/>
          </ac:spMkLst>
        </pc:spChg>
        <pc:spChg chg="mod ord">
          <ac:chgData name="James Pengelly" userId="d269fecd-a8a2-4e5a-93ae-88bdaab21f51" providerId="ADAL" clId="{FC356817-44F2-4C46-B4C9-FA58A7EEFAF6}" dt="2023-09-19T10:05:00.247" v="2" actId="6264"/>
          <ac:spMkLst>
            <pc:docMk/>
            <pc:sldMk cId="1702716025" sldId="260"/>
            <ac:spMk id="4" creationId="{81D661B8-EEC6-4B47-84B5-8687AB7DEF59}"/>
          </ac:spMkLst>
        </pc:spChg>
        <pc:spChg chg="del mod">
          <ac:chgData name="James Pengelly" userId="d269fecd-a8a2-4e5a-93ae-88bdaab21f51" providerId="ADAL" clId="{FC356817-44F2-4C46-B4C9-FA58A7EEFAF6}" dt="2023-09-19T10:04:58.660" v="1" actId="478"/>
          <ac:spMkLst>
            <pc:docMk/>
            <pc:sldMk cId="1702716025" sldId="260"/>
            <ac:spMk id="5" creationId="{137E005E-A66D-4D0E-9B1A-24F6766E1709}"/>
          </ac:spMkLst>
        </pc:spChg>
        <pc:spChg chg="add del mod">
          <ac:chgData name="James Pengelly" userId="d269fecd-a8a2-4e5a-93ae-88bdaab21f51" providerId="ADAL" clId="{FC356817-44F2-4C46-B4C9-FA58A7EEFAF6}" dt="2023-09-19T10:05:00.247" v="2" actId="6264"/>
          <ac:spMkLst>
            <pc:docMk/>
            <pc:sldMk cId="1702716025" sldId="260"/>
            <ac:spMk id="6" creationId="{1758D8DA-9278-AE94-A04D-28A39FACABBB}"/>
          </ac:spMkLst>
        </pc:spChg>
        <pc:spChg chg="add mod ord">
          <ac:chgData name="James Pengelly" userId="d269fecd-a8a2-4e5a-93ae-88bdaab21f51" providerId="ADAL" clId="{FC356817-44F2-4C46-B4C9-FA58A7EEFAF6}" dt="2023-09-19T10:05:02.797" v="7" actId="20577"/>
          <ac:spMkLst>
            <pc:docMk/>
            <pc:sldMk cId="1702716025" sldId="260"/>
            <ac:spMk id="7" creationId="{7BA23956-E191-CDEF-A283-32132C84AAA6}"/>
          </ac:spMkLst>
        </pc:spChg>
      </pc:sldChg>
      <pc:sldChg chg="addSp delSp modSp mod modClrScheme chgLayout">
        <pc:chgData name="James Pengelly" userId="d269fecd-a8a2-4e5a-93ae-88bdaab21f51" providerId="ADAL" clId="{FC356817-44F2-4C46-B4C9-FA58A7EEFAF6}" dt="2023-09-19T10:06:17.051" v="52" actId="14100"/>
        <pc:sldMkLst>
          <pc:docMk/>
          <pc:sldMk cId="1821724871" sldId="261"/>
        </pc:sldMkLst>
        <pc:spChg chg="mod ord">
          <ac:chgData name="James Pengelly" userId="d269fecd-a8a2-4e5a-93ae-88bdaab21f51" providerId="ADAL" clId="{FC356817-44F2-4C46-B4C9-FA58A7EEFAF6}" dt="2023-09-19T10:05:54.249" v="44" actId="700"/>
          <ac:spMkLst>
            <pc:docMk/>
            <pc:sldMk cId="1821724871" sldId="261"/>
            <ac:spMk id="2" creationId="{EBE9F564-251E-4378-B4D0-692726090772}"/>
          </ac:spMkLst>
        </pc:spChg>
        <pc:spChg chg="mod ord">
          <ac:chgData name="James Pengelly" userId="d269fecd-a8a2-4e5a-93ae-88bdaab21f51" providerId="ADAL" clId="{FC356817-44F2-4C46-B4C9-FA58A7EEFAF6}" dt="2023-09-19T10:05:54.249" v="44" actId="700"/>
          <ac:spMkLst>
            <pc:docMk/>
            <pc:sldMk cId="1821724871" sldId="261"/>
            <ac:spMk id="4" creationId="{80C4C0A8-03F5-4F2B-9EB9-918B55C258A2}"/>
          </ac:spMkLst>
        </pc:spChg>
        <pc:spChg chg="del mod">
          <ac:chgData name="James Pengelly" userId="d269fecd-a8a2-4e5a-93ae-88bdaab21f51" providerId="ADAL" clId="{FC356817-44F2-4C46-B4C9-FA58A7EEFAF6}" dt="2023-09-19T10:05:51.542" v="43" actId="478"/>
          <ac:spMkLst>
            <pc:docMk/>
            <pc:sldMk cId="1821724871" sldId="261"/>
            <ac:spMk id="5" creationId="{372FA240-3863-4D01-94C7-5E89B539BF0B}"/>
          </ac:spMkLst>
        </pc:spChg>
        <pc:spChg chg="add del mod">
          <ac:chgData name="James Pengelly" userId="d269fecd-a8a2-4e5a-93ae-88bdaab21f51" providerId="ADAL" clId="{FC356817-44F2-4C46-B4C9-FA58A7EEFAF6}" dt="2023-09-19T10:05:48.293" v="41" actId="478"/>
          <ac:spMkLst>
            <pc:docMk/>
            <pc:sldMk cId="1821724871" sldId="261"/>
            <ac:spMk id="7" creationId="{F905631C-4A0F-23A6-6437-E739E66FBCEF}"/>
          </ac:spMkLst>
        </pc:spChg>
        <pc:spChg chg="add mod ord">
          <ac:chgData name="James Pengelly" userId="d269fecd-a8a2-4e5a-93ae-88bdaab21f51" providerId="ADAL" clId="{FC356817-44F2-4C46-B4C9-FA58A7EEFAF6}" dt="2023-09-19T10:05:59.289" v="48" actId="5793"/>
          <ac:spMkLst>
            <pc:docMk/>
            <pc:sldMk cId="1821724871" sldId="261"/>
            <ac:spMk id="10" creationId="{ABBCA775-4865-AACF-BC1D-8DB3A4090CFE}"/>
          </ac:spMkLst>
        </pc:spChg>
        <pc:spChg chg="add del mod ord">
          <ac:chgData name="James Pengelly" userId="d269fecd-a8a2-4e5a-93ae-88bdaab21f51" providerId="ADAL" clId="{FC356817-44F2-4C46-B4C9-FA58A7EEFAF6}" dt="2023-09-19T10:06:01.545" v="50"/>
          <ac:spMkLst>
            <pc:docMk/>
            <pc:sldMk cId="1821724871" sldId="261"/>
            <ac:spMk id="11" creationId="{275FC451-EC8F-FC33-5414-C8C48B33E42A}"/>
          </ac:spMkLst>
        </pc:spChg>
        <pc:picChg chg="del">
          <ac:chgData name="James Pengelly" userId="d269fecd-a8a2-4e5a-93ae-88bdaab21f51" providerId="ADAL" clId="{FC356817-44F2-4C46-B4C9-FA58A7EEFAF6}" dt="2023-09-19T10:05:43.219" v="39" actId="21"/>
          <ac:picMkLst>
            <pc:docMk/>
            <pc:sldMk cId="1821724871" sldId="261"/>
            <ac:picMk id="8" creationId="{9BA22A1E-80EB-158B-04BE-7B271110D00D}"/>
          </ac:picMkLst>
        </pc:picChg>
        <pc:picChg chg="add del mod">
          <ac:chgData name="James Pengelly" userId="d269fecd-a8a2-4e5a-93ae-88bdaab21f51" providerId="ADAL" clId="{FC356817-44F2-4C46-B4C9-FA58A7EEFAF6}" dt="2023-09-19T10:06:00.534" v="49" actId="21"/>
          <ac:picMkLst>
            <pc:docMk/>
            <pc:sldMk cId="1821724871" sldId="261"/>
            <ac:picMk id="9" creationId="{B477D4A1-91D0-7A18-5DE6-009050B43D91}"/>
          </ac:picMkLst>
        </pc:picChg>
        <pc:picChg chg="add mod">
          <ac:chgData name="James Pengelly" userId="d269fecd-a8a2-4e5a-93ae-88bdaab21f51" providerId="ADAL" clId="{FC356817-44F2-4C46-B4C9-FA58A7EEFAF6}" dt="2023-09-19T10:06:17.051" v="52" actId="14100"/>
          <ac:picMkLst>
            <pc:docMk/>
            <pc:sldMk cId="1821724871" sldId="261"/>
            <ac:picMk id="12" creationId="{893DEC63-D8D9-5FA0-90C5-257B606B83E0}"/>
          </ac:picMkLst>
        </pc:picChg>
      </pc:sldChg>
      <pc:sldChg chg="addSp delSp modSp mod chgLayout">
        <pc:chgData name="James Pengelly" userId="d269fecd-a8a2-4e5a-93ae-88bdaab21f51" providerId="ADAL" clId="{FC356817-44F2-4C46-B4C9-FA58A7EEFAF6}" dt="2023-09-19T10:07:00.444" v="78" actId="20577"/>
        <pc:sldMkLst>
          <pc:docMk/>
          <pc:sldMk cId="1646986317" sldId="273"/>
        </pc:sldMkLst>
        <pc:spChg chg="mod ord">
          <ac:chgData name="James Pengelly" userId="d269fecd-a8a2-4e5a-93ae-88bdaab21f51" providerId="ADAL" clId="{FC356817-44F2-4C46-B4C9-FA58A7EEFAF6}" dt="2023-09-19T10:06:50.977" v="66" actId="6264"/>
          <ac:spMkLst>
            <pc:docMk/>
            <pc:sldMk cId="1646986317" sldId="273"/>
            <ac:spMk id="2" creationId="{5A78B9D2-75C6-4E31-8D20-2472152AE3E2}"/>
          </ac:spMkLst>
        </pc:spChg>
        <pc:spChg chg="add del mod">
          <ac:chgData name="James Pengelly" userId="d269fecd-a8a2-4e5a-93ae-88bdaab21f51" providerId="ADAL" clId="{FC356817-44F2-4C46-B4C9-FA58A7EEFAF6}" dt="2023-09-19T10:06:50.977" v="66" actId="6264"/>
          <ac:spMkLst>
            <pc:docMk/>
            <pc:sldMk cId="1646986317" sldId="273"/>
            <ac:spMk id="3" creationId="{9D10A70E-C85C-E384-E962-1876AAB9BA74}"/>
          </ac:spMkLst>
        </pc:spChg>
        <pc:spChg chg="mod ord">
          <ac:chgData name="James Pengelly" userId="d269fecd-a8a2-4e5a-93ae-88bdaab21f51" providerId="ADAL" clId="{FC356817-44F2-4C46-B4C9-FA58A7EEFAF6}" dt="2023-09-19T10:06:50.977" v="66" actId="6264"/>
          <ac:spMkLst>
            <pc:docMk/>
            <pc:sldMk cId="1646986317" sldId="273"/>
            <ac:spMk id="4" creationId="{81D661B8-EEC6-4B47-84B5-8687AB7DEF59}"/>
          </ac:spMkLst>
        </pc:spChg>
        <pc:spChg chg="del mod">
          <ac:chgData name="James Pengelly" userId="d269fecd-a8a2-4e5a-93ae-88bdaab21f51" providerId="ADAL" clId="{FC356817-44F2-4C46-B4C9-FA58A7EEFAF6}" dt="2023-09-19T10:06:50.058" v="65" actId="478"/>
          <ac:spMkLst>
            <pc:docMk/>
            <pc:sldMk cId="1646986317" sldId="273"/>
            <ac:spMk id="5" creationId="{137E005E-A66D-4D0E-9B1A-24F6766E1709}"/>
          </ac:spMkLst>
        </pc:spChg>
        <pc:spChg chg="add del mod">
          <ac:chgData name="James Pengelly" userId="d269fecd-a8a2-4e5a-93ae-88bdaab21f51" providerId="ADAL" clId="{FC356817-44F2-4C46-B4C9-FA58A7EEFAF6}" dt="2023-09-19T10:06:50.977" v="66" actId="6264"/>
          <ac:spMkLst>
            <pc:docMk/>
            <pc:sldMk cId="1646986317" sldId="273"/>
            <ac:spMk id="6" creationId="{D495C165-6D2E-A8AB-DB0E-65BE8F2105CA}"/>
          </ac:spMkLst>
        </pc:spChg>
        <pc:spChg chg="add mod ord">
          <ac:chgData name="James Pengelly" userId="d269fecd-a8a2-4e5a-93ae-88bdaab21f51" providerId="ADAL" clId="{FC356817-44F2-4C46-B4C9-FA58A7EEFAF6}" dt="2023-09-19T10:07:00.444" v="78" actId="20577"/>
          <ac:spMkLst>
            <pc:docMk/>
            <pc:sldMk cId="1646986317" sldId="273"/>
            <ac:spMk id="7" creationId="{42C9DBCB-7B02-8AC6-4D59-DAB277A91505}"/>
          </ac:spMkLst>
        </pc:spChg>
      </pc:sldChg>
      <pc:sldChg chg="addSp delSp modSp mod chgLayout">
        <pc:chgData name="James Pengelly" userId="d269fecd-a8a2-4e5a-93ae-88bdaab21f51" providerId="ADAL" clId="{FC356817-44F2-4C46-B4C9-FA58A7EEFAF6}" dt="2023-09-19T10:08:29.743" v="143" actId="20577"/>
        <pc:sldMkLst>
          <pc:docMk/>
          <pc:sldMk cId="1845241835" sldId="275"/>
        </pc:sldMkLst>
        <pc:spChg chg="mod ord">
          <ac:chgData name="James Pengelly" userId="d269fecd-a8a2-4e5a-93ae-88bdaab21f51" providerId="ADAL" clId="{FC356817-44F2-4C46-B4C9-FA58A7EEFAF6}" dt="2023-09-19T10:08:26.745" v="135" actId="6264"/>
          <ac:spMkLst>
            <pc:docMk/>
            <pc:sldMk cId="1845241835" sldId="275"/>
            <ac:spMk id="2" creationId="{5A78B9D2-75C6-4E31-8D20-2472152AE3E2}"/>
          </ac:spMkLst>
        </pc:spChg>
        <pc:spChg chg="add del mod">
          <ac:chgData name="James Pengelly" userId="d269fecd-a8a2-4e5a-93ae-88bdaab21f51" providerId="ADAL" clId="{FC356817-44F2-4C46-B4C9-FA58A7EEFAF6}" dt="2023-09-19T10:08:26.745" v="135" actId="6264"/>
          <ac:spMkLst>
            <pc:docMk/>
            <pc:sldMk cId="1845241835" sldId="275"/>
            <ac:spMk id="3" creationId="{756129FB-BEB6-3BC6-6935-88F2558F6162}"/>
          </ac:spMkLst>
        </pc:spChg>
        <pc:spChg chg="mod ord">
          <ac:chgData name="James Pengelly" userId="d269fecd-a8a2-4e5a-93ae-88bdaab21f51" providerId="ADAL" clId="{FC356817-44F2-4C46-B4C9-FA58A7EEFAF6}" dt="2023-09-19T10:08:26.745" v="135" actId="6264"/>
          <ac:spMkLst>
            <pc:docMk/>
            <pc:sldMk cId="1845241835" sldId="275"/>
            <ac:spMk id="4" creationId="{81D661B8-EEC6-4B47-84B5-8687AB7DEF59}"/>
          </ac:spMkLst>
        </pc:spChg>
        <pc:spChg chg="del mod">
          <ac:chgData name="James Pengelly" userId="d269fecd-a8a2-4e5a-93ae-88bdaab21f51" providerId="ADAL" clId="{FC356817-44F2-4C46-B4C9-FA58A7EEFAF6}" dt="2023-09-19T10:08:25.706" v="134" actId="478"/>
          <ac:spMkLst>
            <pc:docMk/>
            <pc:sldMk cId="1845241835" sldId="275"/>
            <ac:spMk id="5" creationId="{137E005E-A66D-4D0E-9B1A-24F6766E1709}"/>
          </ac:spMkLst>
        </pc:spChg>
        <pc:spChg chg="add del mod">
          <ac:chgData name="James Pengelly" userId="d269fecd-a8a2-4e5a-93ae-88bdaab21f51" providerId="ADAL" clId="{FC356817-44F2-4C46-B4C9-FA58A7EEFAF6}" dt="2023-09-19T10:08:26.745" v="135" actId="6264"/>
          <ac:spMkLst>
            <pc:docMk/>
            <pc:sldMk cId="1845241835" sldId="275"/>
            <ac:spMk id="6" creationId="{AAEDB947-BEB1-908A-B736-DFF6526E8930}"/>
          </ac:spMkLst>
        </pc:spChg>
        <pc:spChg chg="add mod ord">
          <ac:chgData name="James Pengelly" userId="d269fecd-a8a2-4e5a-93ae-88bdaab21f51" providerId="ADAL" clId="{FC356817-44F2-4C46-B4C9-FA58A7EEFAF6}" dt="2023-09-19T10:08:29.743" v="143" actId="20577"/>
          <ac:spMkLst>
            <pc:docMk/>
            <pc:sldMk cId="1845241835" sldId="275"/>
            <ac:spMk id="7" creationId="{718EA565-F247-6DA1-C83D-E21C09E36531}"/>
          </ac:spMkLst>
        </pc:spChg>
      </pc:sldChg>
      <pc:sldChg chg="addSp delSp modSp mod modClrScheme chgLayout">
        <pc:chgData name="James Pengelly" userId="d269fecd-a8a2-4e5a-93ae-88bdaab21f51" providerId="ADAL" clId="{FC356817-44F2-4C46-B4C9-FA58A7EEFAF6}" dt="2023-09-19T10:08:50.706" v="153"/>
        <pc:sldMkLst>
          <pc:docMk/>
          <pc:sldMk cId="1135917042" sldId="276"/>
        </pc:sldMkLst>
        <pc:spChg chg="mod ord">
          <ac:chgData name="James Pengelly" userId="d269fecd-a8a2-4e5a-93ae-88bdaab21f51" providerId="ADAL" clId="{FC356817-44F2-4C46-B4C9-FA58A7EEFAF6}" dt="2023-09-19T10:08:42.718" v="148" actId="700"/>
          <ac:spMkLst>
            <pc:docMk/>
            <pc:sldMk cId="1135917042" sldId="276"/>
            <ac:spMk id="2" creationId="{EBE9F564-251E-4378-B4D0-692726090772}"/>
          </ac:spMkLst>
        </pc:spChg>
        <pc:spChg chg="add mod ord">
          <ac:chgData name="James Pengelly" userId="d269fecd-a8a2-4e5a-93ae-88bdaab21f51" providerId="ADAL" clId="{FC356817-44F2-4C46-B4C9-FA58A7EEFAF6}" dt="2023-09-19T10:08:46.071" v="150"/>
          <ac:spMkLst>
            <pc:docMk/>
            <pc:sldMk cId="1135917042" sldId="276"/>
            <ac:spMk id="3" creationId="{F36FB372-3A2F-C59E-58A2-1034E897DF86}"/>
          </ac:spMkLst>
        </pc:spChg>
        <pc:spChg chg="mod ord">
          <ac:chgData name="James Pengelly" userId="d269fecd-a8a2-4e5a-93ae-88bdaab21f51" providerId="ADAL" clId="{FC356817-44F2-4C46-B4C9-FA58A7EEFAF6}" dt="2023-09-19T10:08:42.718" v="148" actId="700"/>
          <ac:spMkLst>
            <pc:docMk/>
            <pc:sldMk cId="1135917042" sldId="276"/>
            <ac:spMk id="4" creationId="{80C4C0A8-03F5-4F2B-9EB9-918B55C258A2}"/>
          </ac:spMkLst>
        </pc:spChg>
        <pc:spChg chg="del mod">
          <ac:chgData name="James Pengelly" userId="d269fecd-a8a2-4e5a-93ae-88bdaab21f51" providerId="ADAL" clId="{FC356817-44F2-4C46-B4C9-FA58A7EEFAF6}" dt="2023-09-19T10:08:50.706" v="153"/>
          <ac:spMkLst>
            <pc:docMk/>
            <pc:sldMk cId="1135917042" sldId="276"/>
            <ac:spMk id="5" creationId="{372FA240-3863-4D01-94C7-5E89B539BF0B}"/>
          </ac:spMkLst>
        </pc:spChg>
        <pc:spChg chg="mod">
          <ac:chgData name="James Pengelly" userId="d269fecd-a8a2-4e5a-93ae-88bdaab21f51" providerId="ADAL" clId="{FC356817-44F2-4C46-B4C9-FA58A7EEFAF6}" dt="2023-09-19T10:08:49.076" v="151" actId="1076"/>
          <ac:spMkLst>
            <pc:docMk/>
            <pc:sldMk cId="1135917042" sldId="276"/>
            <ac:spMk id="6" creationId="{6C97A144-0634-4203-BEE3-57B7B2ADD04C}"/>
          </ac:spMkLst>
        </pc:spChg>
        <pc:picChg chg="mod ord">
          <ac:chgData name="James Pengelly" userId="d269fecd-a8a2-4e5a-93ae-88bdaab21f51" providerId="ADAL" clId="{FC356817-44F2-4C46-B4C9-FA58A7EEFAF6}" dt="2023-09-19T10:08:42.718" v="148" actId="700"/>
          <ac:picMkLst>
            <pc:docMk/>
            <pc:sldMk cId="1135917042" sldId="276"/>
            <ac:picMk id="8" creationId="{857E9D08-340D-EC86-003D-5810BE335EFB}"/>
          </ac:picMkLst>
        </pc:picChg>
      </pc:sldChg>
      <pc:sldChg chg="addSp delSp modSp mod chgLayout">
        <pc:chgData name="James Pengelly" userId="d269fecd-a8a2-4e5a-93ae-88bdaab21f51" providerId="ADAL" clId="{FC356817-44F2-4C46-B4C9-FA58A7EEFAF6}" dt="2023-09-19T10:05:16.818" v="19"/>
        <pc:sldMkLst>
          <pc:docMk/>
          <pc:sldMk cId="4173190443" sldId="277"/>
        </pc:sldMkLst>
        <pc:spChg chg="mod ord">
          <ac:chgData name="James Pengelly" userId="d269fecd-a8a2-4e5a-93ae-88bdaab21f51" providerId="ADAL" clId="{FC356817-44F2-4C46-B4C9-FA58A7EEFAF6}" dt="2023-09-19T10:05:16.174" v="18" actId="6264"/>
          <ac:spMkLst>
            <pc:docMk/>
            <pc:sldMk cId="4173190443" sldId="277"/>
            <ac:spMk id="2" creationId="{5A78B9D2-75C6-4E31-8D20-2472152AE3E2}"/>
          </ac:spMkLst>
        </pc:spChg>
        <pc:spChg chg="add del mod">
          <ac:chgData name="James Pengelly" userId="d269fecd-a8a2-4e5a-93ae-88bdaab21f51" providerId="ADAL" clId="{FC356817-44F2-4C46-B4C9-FA58A7EEFAF6}" dt="2023-09-19T10:05:16.174" v="18" actId="6264"/>
          <ac:spMkLst>
            <pc:docMk/>
            <pc:sldMk cId="4173190443" sldId="277"/>
            <ac:spMk id="3" creationId="{3748D308-2CFB-BE00-9F53-98E3E64D9AB4}"/>
          </ac:spMkLst>
        </pc:spChg>
        <pc:spChg chg="mod ord">
          <ac:chgData name="James Pengelly" userId="d269fecd-a8a2-4e5a-93ae-88bdaab21f51" providerId="ADAL" clId="{FC356817-44F2-4C46-B4C9-FA58A7EEFAF6}" dt="2023-09-19T10:05:16.174" v="18" actId="6264"/>
          <ac:spMkLst>
            <pc:docMk/>
            <pc:sldMk cId="4173190443" sldId="277"/>
            <ac:spMk id="4" creationId="{81D661B8-EEC6-4B47-84B5-8687AB7DEF59}"/>
          </ac:spMkLst>
        </pc:spChg>
        <pc:spChg chg="del mod">
          <ac:chgData name="James Pengelly" userId="d269fecd-a8a2-4e5a-93ae-88bdaab21f51" providerId="ADAL" clId="{FC356817-44F2-4C46-B4C9-FA58A7EEFAF6}" dt="2023-09-19T10:05:15.212" v="17" actId="478"/>
          <ac:spMkLst>
            <pc:docMk/>
            <pc:sldMk cId="4173190443" sldId="277"/>
            <ac:spMk id="5" creationId="{137E005E-A66D-4D0E-9B1A-24F6766E1709}"/>
          </ac:spMkLst>
        </pc:spChg>
        <pc:spChg chg="add del mod">
          <ac:chgData name="James Pengelly" userId="d269fecd-a8a2-4e5a-93ae-88bdaab21f51" providerId="ADAL" clId="{FC356817-44F2-4C46-B4C9-FA58A7EEFAF6}" dt="2023-09-19T10:05:16.174" v="18" actId="6264"/>
          <ac:spMkLst>
            <pc:docMk/>
            <pc:sldMk cId="4173190443" sldId="277"/>
            <ac:spMk id="6" creationId="{B72EC0E5-0A76-F925-4516-D041FC9AAC96}"/>
          </ac:spMkLst>
        </pc:spChg>
        <pc:spChg chg="add mod ord">
          <ac:chgData name="James Pengelly" userId="d269fecd-a8a2-4e5a-93ae-88bdaab21f51" providerId="ADAL" clId="{FC356817-44F2-4C46-B4C9-FA58A7EEFAF6}" dt="2023-09-19T10:05:16.818" v="19"/>
          <ac:spMkLst>
            <pc:docMk/>
            <pc:sldMk cId="4173190443" sldId="277"/>
            <ac:spMk id="7" creationId="{0F975430-DE4A-7EC2-A160-5C97B9C301A2}"/>
          </ac:spMkLst>
        </pc:spChg>
      </pc:sldChg>
      <pc:sldChg chg="addSp delSp modSp mod chgLayout">
        <pc:chgData name="James Pengelly" userId="d269fecd-a8a2-4e5a-93ae-88bdaab21f51" providerId="ADAL" clId="{FC356817-44F2-4C46-B4C9-FA58A7EEFAF6}" dt="2023-09-19T10:05:10.661" v="15" actId="20577"/>
        <pc:sldMkLst>
          <pc:docMk/>
          <pc:sldMk cId="3795724893" sldId="278"/>
        </pc:sldMkLst>
        <pc:spChg chg="mod ord">
          <ac:chgData name="James Pengelly" userId="d269fecd-a8a2-4e5a-93ae-88bdaab21f51" providerId="ADAL" clId="{FC356817-44F2-4C46-B4C9-FA58A7EEFAF6}" dt="2023-09-19T10:05:07.871" v="10" actId="6264"/>
          <ac:spMkLst>
            <pc:docMk/>
            <pc:sldMk cId="3795724893" sldId="278"/>
            <ac:spMk id="2" creationId="{5A78B9D2-75C6-4E31-8D20-2472152AE3E2}"/>
          </ac:spMkLst>
        </pc:spChg>
        <pc:spChg chg="add del mod">
          <ac:chgData name="James Pengelly" userId="d269fecd-a8a2-4e5a-93ae-88bdaab21f51" providerId="ADAL" clId="{FC356817-44F2-4C46-B4C9-FA58A7EEFAF6}" dt="2023-09-19T10:05:07.871" v="10" actId="6264"/>
          <ac:spMkLst>
            <pc:docMk/>
            <pc:sldMk cId="3795724893" sldId="278"/>
            <ac:spMk id="3" creationId="{66F57FAA-4117-0AFE-AB60-FC2723461480}"/>
          </ac:spMkLst>
        </pc:spChg>
        <pc:spChg chg="mod ord">
          <ac:chgData name="James Pengelly" userId="d269fecd-a8a2-4e5a-93ae-88bdaab21f51" providerId="ADAL" clId="{FC356817-44F2-4C46-B4C9-FA58A7EEFAF6}" dt="2023-09-19T10:05:07.871" v="10" actId="6264"/>
          <ac:spMkLst>
            <pc:docMk/>
            <pc:sldMk cId="3795724893" sldId="278"/>
            <ac:spMk id="4" creationId="{81D661B8-EEC6-4B47-84B5-8687AB7DEF59}"/>
          </ac:spMkLst>
        </pc:spChg>
        <pc:spChg chg="del mod">
          <ac:chgData name="James Pengelly" userId="d269fecd-a8a2-4e5a-93ae-88bdaab21f51" providerId="ADAL" clId="{FC356817-44F2-4C46-B4C9-FA58A7EEFAF6}" dt="2023-09-19T10:05:06.961" v="9" actId="478"/>
          <ac:spMkLst>
            <pc:docMk/>
            <pc:sldMk cId="3795724893" sldId="278"/>
            <ac:spMk id="5" creationId="{137E005E-A66D-4D0E-9B1A-24F6766E1709}"/>
          </ac:spMkLst>
        </pc:spChg>
        <pc:spChg chg="add del mod">
          <ac:chgData name="James Pengelly" userId="d269fecd-a8a2-4e5a-93ae-88bdaab21f51" providerId="ADAL" clId="{FC356817-44F2-4C46-B4C9-FA58A7EEFAF6}" dt="2023-09-19T10:05:07.871" v="10" actId="6264"/>
          <ac:spMkLst>
            <pc:docMk/>
            <pc:sldMk cId="3795724893" sldId="278"/>
            <ac:spMk id="6" creationId="{D22A7352-AE63-E8C1-1625-6856A8DAD798}"/>
          </ac:spMkLst>
        </pc:spChg>
        <pc:spChg chg="add mod ord">
          <ac:chgData name="James Pengelly" userId="d269fecd-a8a2-4e5a-93ae-88bdaab21f51" providerId="ADAL" clId="{FC356817-44F2-4C46-B4C9-FA58A7EEFAF6}" dt="2023-09-19T10:05:10.661" v="15" actId="20577"/>
          <ac:spMkLst>
            <pc:docMk/>
            <pc:sldMk cId="3795724893" sldId="278"/>
            <ac:spMk id="7" creationId="{944F539B-B50B-B535-4E54-15247C012239}"/>
          </ac:spMkLst>
        </pc:spChg>
      </pc:sldChg>
      <pc:sldChg chg="addSp delSp modSp mod chgLayout">
        <pc:chgData name="James Pengelly" userId="d269fecd-a8a2-4e5a-93ae-88bdaab21f51" providerId="ADAL" clId="{FC356817-44F2-4C46-B4C9-FA58A7EEFAF6}" dt="2023-09-19T10:05:38.200" v="38" actId="20577"/>
        <pc:sldMkLst>
          <pc:docMk/>
          <pc:sldMk cId="125391419" sldId="279"/>
        </pc:sldMkLst>
        <pc:spChg chg="mod ord">
          <ac:chgData name="James Pengelly" userId="d269fecd-a8a2-4e5a-93ae-88bdaab21f51" providerId="ADAL" clId="{FC356817-44F2-4C46-B4C9-FA58A7EEFAF6}" dt="2023-09-19T10:05:22.931" v="22" actId="6264"/>
          <ac:spMkLst>
            <pc:docMk/>
            <pc:sldMk cId="125391419" sldId="279"/>
            <ac:spMk id="2" creationId="{5A78B9D2-75C6-4E31-8D20-2472152AE3E2}"/>
          </ac:spMkLst>
        </pc:spChg>
        <pc:spChg chg="add del mod">
          <ac:chgData name="James Pengelly" userId="d269fecd-a8a2-4e5a-93ae-88bdaab21f51" providerId="ADAL" clId="{FC356817-44F2-4C46-B4C9-FA58A7EEFAF6}" dt="2023-09-19T10:05:22.931" v="22" actId="6264"/>
          <ac:spMkLst>
            <pc:docMk/>
            <pc:sldMk cId="125391419" sldId="279"/>
            <ac:spMk id="3" creationId="{BDDB6B2D-EDD6-C569-AD69-DDDDFCD2E73A}"/>
          </ac:spMkLst>
        </pc:spChg>
        <pc:spChg chg="mod ord">
          <ac:chgData name="James Pengelly" userId="d269fecd-a8a2-4e5a-93ae-88bdaab21f51" providerId="ADAL" clId="{FC356817-44F2-4C46-B4C9-FA58A7EEFAF6}" dt="2023-09-19T10:05:22.931" v="22" actId="6264"/>
          <ac:spMkLst>
            <pc:docMk/>
            <pc:sldMk cId="125391419" sldId="279"/>
            <ac:spMk id="4" creationId="{81D661B8-EEC6-4B47-84B5-8687AB7DEF59}"/>
          </ac:spMkLst>
        </pc:spChg>
        <pc:spChg chg="del mod">
          <ac:chgData name="James Pengelly" userId="d269fecd-a8a2-4e5a-93ae-88bdaab21f51" providerId="ADAL" clId="{FC356817-44F2-4C46-B4C9-FA58A7EEFAF6}" dt="2023-09-19T10:05:22.025" v="21" actId="478"/>
          <ac:spMkLst>
            <pc:docMk/>
            <pc:sldMk cId="125391419" sldId="279"/>
            <ac:spMk id="5" creationId="{137E005E-A66D-4D0E-9B1A-24F6766E1709}"/>
          </ac:spMkLst>
        </pc:spChg>
        <pc:spChg chg="add del mod">
          <ac:chgData name="James Pengelly" userId="d269fecd-a8a2-4e5a-93ae-88bdaab21f51" providerId="ADAL" clId="{FC356817-44F2-4C46-B4C9-FA58A7EEFAF6}" dt="2023-09-19T10:05:22.931" v="22" actId="6264"/>
          <ac:spMkLst>
            <pc:docMk/>
            <pc:sldMk cId="125391419" sldId="279"/>
            <ac:spMk id="6" creationId="{25A0F0E0-E154-B9E0-0F2B-511C2EA7A50C}"/>
          </ac:spMkLst>
        </pc:spChg>
        <pc:spChg chg="add mod ord">
          <ac:chgData name="James Pengelly" userId="d269fecd-a8a2-4e5a-93ae-88bdaab21f51" providerId="ADAL" clId="{FC356817-44F2-4C46-B4C9-FA58A7EEFAF6}" dt="2023-09-19T10:05:38.200" v="38" actId="20577"/>
          <ac:spMkLst>
            <pc:docMk/>
            <pc:sldMk cId="125391419" sldId="279"/>
            <ac:spMk id="7" creationId="{9DA3FCE1-1F6C-81C1-9380-E0E3B0894406}"/>
          </ac:spMkLst>
        </pc:spChg>
      </pc:sldChg>
      <pc:sldChg chg="addSp delSp modSp mod modClrScheme chgLayout">
        <pc:chgData name="James Pengelly" userId="d269fecd-a8a2-4e5a-93ae-88bdaab21f51" providerId="ADAL" clId="{FC356817-44F2-4C46-B4C9-FA58A7EEFAF6}" dt="2023-09-19T10:06:44.309" v="63" actId="1076"/>
        <pc:sldMkLst>
          <pc:docMk/>
          <pc:sldMk cId="3815322207" sldId="281"/>
        </pc:sldMkLst>
        <pc:spChg chg="mod ord">
          <ac:chgData name="James Pengelly" userId="d269fecd-a8a2-4e5a-93ae-88bdaab21f51" providerId="ADAL" clId="{FC356817-44F2-4C46-B4C9-FA58A7EEFAF6}" dt="2023-09-19T10:06:35.222" v="59" actId="700"/>
          <ac:spMkLst>
            <pc:docMk/>
            <pc:sldMk cId="3815322207" sldId="281"/>
            <ac:spMk id="2" creationId="{EBE9F564-251E-4378-B4D0-692726090772}"/>
          </ac:spMkLst>
        </pc:spChg>
        <pc:spChg chg="mod ord">
          <ac:chgData name="James Pengelly" userId="d269fecd-a8a2-4e5a-93ae-88bdaab21f51" providerId="ADAL" clId="{FC356817-44F2-4C46-B4C9-FA58A7EEFAF6}" dt="2023-09-19T10:06:35.222" v="59" actId="700"/>
          <ac:spMkLst>
            <pc:docMk/>
            <pc:sldMk cId="3815322207" sldId="281"/>
            <ac:spMk id="4" creationId="{80C4C0A8-03F5-4F2B-9EB9-918B55C258A2}"/>
          </ac:spMkLst>
        </pc:spChg>
        <pc:spChg chg="del mod">
          <ac:chgData name="James Pengelly" userId="d269fecd-a8a2-4e5a-93ae-88bdaab21f51" providerId="ADAL" clId="{FC356817-44F2-4C46-B4C9-FA58A7EEFAF6}" dt="2023-09-19T10:06:39.476" v="61" actId="478"/>
          <ac:spMkLst>
            <pc:docMk/>
            <pc:sldMk cId="3815322207" sldId="281"/>
            <ac:spMk id="5" creationId="{372FA240-3863-4D01-94C7-5E89B539BF0B}"/>
          </ac:spMkLst>
        </pc:spChg>
        <pc:spChg chg="mod">
          <ac:chgData name="James Pengelly" userId="d269fecd-a8a2-4e5a-93ae-88bdaab21f51" providerId="ADAL" clId="{FC356817-44F2-4C46-B4C9-FA58A7EEFAF6}" dt="2023-09-19T10:06:44.309" v="63" actId="1076"/>
          <ac:spMkLst>
            <pc:docMk/>
            <pc:sldMk cId="3815322207" sldId="281"/>
            <ac:spMk id="6" creationId="{6C97A144-0634-4203-BEE3-57B7B2ADD04C}"/>
          </ac:spMkLst>
        </pc:spChg>
        <pc:spChg chg="add del mod">
          <ac:chgData name="James Pengelly" userId="d269fecd-a8a2-4e5a-93ae-88bdaab21f51" providerId="ADAL" clId="{FC356817-44F2-4C46-B4C9-FA58A7EEFAF6}" dt="2023-09-19T10:06:32.870" v="58" actId="21"/>
          <ac:spMkLst>
            <pc:docMk/>
            <pc:sldMk cId="3815322207" sldId="281"/>
            <ac:spMk id="7" creationId="{4B89D200-C2B1-C25E-74BF-BDB5186FAD48}"/>
          </ac:spMkLst>
        </pc:spChg>
        <pc:spChg chg="add mod ord">
          <ac:chgData name="James Pengelly" userId="d269fecd-a8a2-4e5a-93ae-88bdaab21f51" providerId="ADAL" clId="{FC356817-44F2-4C46-B4C9-FA58A7EEFAF6}" dt="2023-09-19T10:06:40.542" v="62"/>
          <ac:spMkLst>
            <pc:docMk/>
            <pc:sldMk cId="3815322207" sldId="281"/>
            <ac:spMk id="9" creationId="{A3143ADC-D2FF-E76C-39AB-6D294B99965B}"/>
          </ac:spMkLst>
        </pc:spChg>
        <pc:picChg chg="add del mod ord">
          <ac:chgData name="James Pengelly" userId="d269fecd-a8a2-4e5a-93ae-88bdaab21f51" providerId="ADAL" clId="{FC356817-44F2-4C46-B4C9-FA58A7EEFAF6}" dt="2023-09-19T10:06:35.222" v="59" actId="700"/>
          <ac:picMkLst>
            <pc:docMk/>
            <pc:sldMk cId="3815322207" sldId="281"/>
            <ac:picMk id="8" creationId="{A7767893-E2D0-EF8B-7CF9-A3A34DAE0285}"/>
          </ac:picMkLst>
        </pc:picChg>
      </pc:sldChg>
      <pc:sldChg chg="addSp delSp modSp mod chgLayout">
        <pc:chgData name="James Pengelly" userId="d269fecd-a8a2-4e5a-93ae-88bdaab21f51" providerId="ADAL" clId="{FC356817-44F2-4C46-B4C9-FA58A7EEFAF6}" dt="2023-09-19T10:06:26.350" v="56"/>
        <pc:sldMkLst>
          <pc:docMk/>
          <pc:sldMk cId="1994169230" sldId="282"/>
        </pc:sldMkLst>
        <pc:spChg chg="mod ord">
          <ac:chgData name="James Pengelly" userId="d269fecd-a8a2-4e5a-93ae-88bdaab21f51" providerId="ADAL" clId="{FC356817-44F2-4C46-B4C9-FA58A7EEFAF6}" dt="2023-09-19T10:06:25.580" v="55" actId="6264"/>
          <ac:spMkLst>
            <pc:docMk/>
            <pc:sldMk cId="1994169230" sldId="282"/>
            <ac:spMk id="2" creationId="{5A78B9D2-75C6-4E31-8D20-2472152AE3E2}"/>
          </ac:spMkLst>
        </pc:spChg>
        <pc:spChg chg="add del mod">
          <ac:chgData name="James Pengelly" userId="d269fecd-a8a2-4e5a-93ae-88bdaab21f51" providerId="ADAL" clId="{FC356817-44F2-4C46-B4C9-FA58A7EEFAF6}" dt="2023-09-19T10:06:25.580" v="55" actId="6264"/>
          <ac:spMkLst>
            <pc:docMk/>
            <pc:sldMk cId="1994169230" sldId="282"/>
            <ac:spMk id="3" creationId="{8409B3A5-197E-6D50-9A67-875A08C746C4}"/>
          </ac:spMkLst>
        </pc:spChg>
        <pc:spChg chg="mod ord">
          <ac:chgData name="James Pengelly" userId="d269fecd-a8a2-4e5a-93ae-88bdaab21f51" providerId="ADAL" clId="{FC356817-44F2-4C46-B4C9-FA58A7EEFAF6}" dt="2023-09-19T10:06:25.580" v="55" actId="6264"/>
          <ac:spMkLst>
            <pc:docMk/>
            <pc:sldMk cId="1994169230" sldId="282"/>
            <ac:spMk id="4" creationId="{81D661B8-EEC6-4B47-84B5-8687AB7DEF59}"/>
          </ac:spMkLst>
        </pc:spChg>
        <pc:spChg chg="del mod">
          <ac:chgData name="James Pengelly" userId="d269fecd-a8a2-4e5a-93ae-88bdaab21f51" providerId="ADAL" clId="{FC356817-44F2-4C46-B4C9-FA58A7EEFAF6}" dt="2023-09-19T10:06:21.611" v="54" actId="478"/>
          <ac:spMkLst>
            <pc:docMk/>
            <pc:sldMk cId="1994169230" sldId="282"/>
            <ac:spMk id="5" creationId="{137E005E-A66D-4D0E-9B1A-24F6766E1709}"/>
          </ac:spMkLst>
        </pc:spChg>
        <pc:spChg chg="add del mod">
          <ac:chgData name="James Pengelly" userId="d269fecd-a8a2-4e5a-93ae-88bdaab21f51" providerId="ADAL" clId="{FC356817-44F2-4C46-B4C9-FA58A7EEFAF6}" dt="2023-09-19T10:06:25.580" v="55" actId="6264"/>
          <ac:spMkLst>
            <pc:docMk/>
            <pc:sldMk cId="1994169230" sldId="282"/>
            <ac:spMk id="6" creationId="{1873FC64-B171-635D-5AC6-8B0C3178C0BC}"/>
          </ac:spMkLst>
        </pc:spChg>
        <pc:spChg chg="add mod ord">
          <ac:chgData name="James Pengelly" userId="d269fecd-a8a2-4e5a-93ae-88bdaab21f51" providerId="ADAL" clId="{FC356817-44F2-4C46-B4C9-FA58A7EEFAF6}" dt="2023-09-19T10:06:26.350" v="56"/>
          <ac:spMkLst>
            <pc:docMk/>
            <pc:sldMk cId="1994169230" sldId="282"/>
            <ac:spMk id="7" creationId="{99F94BF4-105C-8580-6182-49A1BBAE4988}"/>
          </ac:spMkLst>
        </pc:spChg>
      </pc:sldChg>
      <pc:sldChg chg="addSp delSp modSp mod chgLayout">
        <pc:chgData name="James Pengelly" userId="d269fecd-a8a2-4e5a-93ae-88bdaab21f51" providerId="ADAL" clId="{FC356817-44F2-4C46-B4C9-FA58A7EEFAF6}" dt="2023-09-19T10:07:08.964" v="85" actId="20577"/>
        <pc:sldMkLst>
          <pc:docMk/>
          <pc:sldMk cId="609754806" sldId="283"/>
        </pc:sldMkLst>
        <pc:spChg chg="mod ord">
          <ac:chgData name="James Pengelly" userId="d269fecd-a8a2-4e5a-93ae-88bdaab21f51" providerId="ADAL" clId="{FC356817-44F2-4C46-B4C9-FA58A7EEFAF6}" dt="2023-09-19T10:07:06.289" v="81" actId="6264"/>
          <ac:spMkLst>
            <pc:docMk/>
            <pc:sldMk cId="609754806" sldId="283"/>
            <ac:spMk id="2" creationId="{5A78B9D2-75C6-4E31-8D20-2472152AE3E2}"/>
          </ac:spMkLst>
        </pc:spChg>
        <pc:spChg chg="add del mod">
          <ac:chgData name="James Pengelly" userId="d269fecd-a8a2-4e5a-93ae-88bdaab21f51" providerId="ADAL" clId="{FC356817-44F2-4C46-B4C9-FA58A7EEFAF6}" dt="2023-09-19T10:07:06.289" v="81" actId="6264"/>
          <ac:spMkLst>
            <pc:docMk/>
            <pc:sldMk cId="609754806" sldId="283"/>
            <ac:spMk id="3" creationId="{6AAA5D75-1CDF-FAF9-45D5-B7628FD931A6}"/>
          </ac:spMkLst>
        </pc:spChg>
        <pc:spChg chg="mod ord">
          <ac:chgData name="James Pengelly" userId="d269fecd-a8a2-4e5a-93ae-88bdaab21f51" providerId="ADAL" clId="{FC356817-44F2-4C46-B4C9-FA58A7EEFAF6}" dt="2023-09-19T10:07:06.289" v="81" actId="6264"/>
          <ac:spMkLst>
            <pc:docMk/>
            <pc:sldMk cId="609754806" sldId="283"/>
            <ac:spMk id="4" creationId="{81D661B8-EEC6-4B47-84B5-8687AB7DEF59}"/>
          </ac:spMkLst>
        </pc:spChg>
        <pc:spChg chg="del mod">
          <ac:chgData name="James Pengelly" userId="d269fecd-a8a2-4e5a-93ae-88bdaab21f51" providerId="ADAL" clId="{FC356817-44F2-4C46-B4C9-FA58A7EEFAF6}" dt="2023-09-19T10:07:05.278" v="80" actId="478"/>
          <ac:spMkLst>
            <pc:docMk/>
            <pc:sldMk cId="609754806" sldId="283"/>
            <ac:spMk id="5" creationId="{137E005E-A66D-4D0E-9B1A-24F6766E1709}"/>
          </ac:spMkLst>
        </pc:spChg>
        <pc:spChg chg="add del mod">
          <ac:chgData name="James Pengelly" userId="d269fecd-a8a2-4e5a-93ae-88bdaab21f51" providerId="ADAL" clId="{FC356817-44F2-4C46-B4C9-FA58A7EEFAF6}" dt="2023-09-19T10:07:06.289" v="81" actId="6264"/>
          <ac:spMkLst>
            <pc:docMk/>
            <pc:sldMk cId="609754806" sldId="283"/>
            <ac:spMk id="6" creationId="{1FEB2D8E-E419-8142-BFA2-28A05F08437E}"/>
          </ac:spMkLst>
        </pc:spChg>
        <pc:spChg chg="add mod ord">
          <ac:chgData name="James Pengelly" userId="d269fecd-a8a2-4e5a-93ae-88bdaab21f51" providerId="ADAL" clId="{FC356817-44F2-4C46-B4C9-FA58A7EEFAF6}" dt="2023-09-19T10:07:08.964" v="85" actId="20577"/>
          <ac:spMkLst>
            <pc:docMk/>
            <pc:sldMk cId="609754806" sldId="283"/>
            <ac:spMk id="7" creationId="{4AAAFAE5-39AE-D0E1-94FE-363E68400D21}"/>
          </ac:spMkLst>
        </pc:spChg>
      </pc:sldChg>
      <pc:sldChg chg="addSp delSp modSp mod chgLayout">
        <pc:chgData name="James Pengelly" userId="d269fecd-a8a2-4e5a-93ae-88bdaab21f51" providerId="ADAL" clId="{FC356817-44F2-4C46-B4C9-FA58A7EEFAF6}" dt="2023-09-19T10:07:19.613" v="94" actId="15"/>
        <pc:sldMkLst>
          <pc:docMk/>
          <pc:sldMk cId="1614154945" sldId="284"/>
        </pc:sldMkLst>
        <pc:spChg chg="mod ord">
          <ac:chgData name="James Pengelly" userId="d269fecd-a8a2-4e5a-93ae-88bdaab21f51" providerId="ADAL" clId="{FC356817-44F2-4C46-B4C9-FA58A7EEFAF6}" dt="2023-09-19T10:07:14.828" v="88" actId="6264"/>
          <ac:spMkLst>
            <pc:docMk/>
            <pc:sldMk cId="1614154945" sldId="284"/>
            <ac:spMk id="2" creationId="{5A78B9D2-75C6-4E31-8D20-2472152AE3E2}"/>
          </ac:spMkLst>
        </pc:spChg>
        <pc:spChg chg="add del mod">
          <ac:chgData name="James Pengelly" userId="d269fecd-a8a2-4e5a-93ae-88bdaab21f51" providerId="ADAL" clId="{FC356817-44F2-4C46-B4C9-FA58A7EEFAF6}" dt="2023-09-19T10:07:14.828" v="88" actId="6264"/>
          <ac:spMkLst>
            <pc:docMk/>
            <pc:sldMk cId="1614154945" sldId="284"/>
            <ac:spMk id="3" creationId="{88BE126A-68A5-1A01-C875-135C7D032780}"/>
          </ac:spMkLst>
        </pc:spChg>
        <pc:spChg chg="mod ord">
          <ac:chgData name="James Pengelly" userId="d269fecd-a8a2-4e5a-93ae-88bdaab21f51" providerId="ADAL" clId="{FC356817-44F2-4C46-B4C9-FA58A7EEFAF6}" dt="2023-09-19T10:07:14.828" v="88" actId="6264"/>
          <ac:spMkLst>
            <pc:docMk/>
            <pc:sldMk cId="1614154945" sldId="284"/>
            <ac:spMk id="4" creationId="{81D661B8-EEC6-4B47-84B5-8687AB7DEF59}"/>
          </ac:spMkLst>
        </pc:spChg>
        <pc:spChg chg="del mod">
          <ac:chgData name="James Pengelly" userId="d269fecd-a8a2-4e5a-93ae-88bdaab21f51" providerId="ADAL" clId="{FC356817-44F2-4C46-B4C9-FA58A7EEFAF6}" dt="2023-09-19T10:07:13.737" v="87" actId="478"/>
          <ac:spMkLst>
            <pc:docMk/>
            <pc:sldMk cId="1614154945" sldId="284"/>
            <ac:spMk id="5" creationId="{137E005E-A66D-4D0E-9B1A-24F6766E1709}"/>
          </ac:spMkLst>
        </pc:spChg>
        <pc:spChg chg="add del mod">
          <ac:chgData name="James Pengelly" userId="d269fecd-a8a2-4e5a-93ae-88bdaab21f51" providerId="ADAL" clId="{FC356817-44F2-4C46-B4C9-FA58A7EEFAF6}" dt="2023-09-19T10:07:14.828" v="88" actId="6264"/>
          <ac:spMkLst>
            <pc:docMk/>
            <pc:sldMk cId="1614154945" sldId="284"/>
            <ac:spMk id="6" creationId="{60A645A4-8903-EE8C-C12F-E0E95163B12E}"/>
          </ac:spMkLst>
        </pc:spChg>
        <pc:spChg chg="add mod ord">
          <ac:chgData name="James Pengelly" userId="d269fecd-a8a2-4e5a-93ae-88bdaab21f51" providerId="ADAL" clId="{FC356817-44F2-4C46-B4C9-FA58A7EEFAF6}" dt="2023-09-19T10:07:19.613" v="94" actId="15"/>
          <ac:spMkLst>
            <pc:docMk/>
            <pc:sldMk cId="1614154945" sldId="284"/>
            <ac:spMk id="7" creationId="{36B34830-337E-6271-663C-04C54306A5A6}"/>
          </ac:spMkLst>
        </pc:spChg>
      </pc:sldChg>
      <pc:sldChg chg="addSp delSp modSp mod chgLayout">
        <pc:chgData name="James Pengelly" userId="d269fecd-a8a2-4e5a-93ae-88bdaab21f51" providerId="ADAL" clId="{FC356817-44F2-4C46-B4C9-FA58A7EEFAF6}" dt="2023-09-19T10:07:27.856" v="98"/>
        <pc:sldMkLst>
          <pc:docMk/>
          <pc:sldMk cId="2276302064" sldId="285"/>
        </pc:sldMkLst>
        <pc:spChg chg="mod ord">
          <ac:chgData name="James Pengelly" userId="d269fecd-a8a2-4e5a-93ae-88bdaab21f51" providerId="ADAL" clId="{FC356817-44F2-4C46-B4C9-FA58A7EEFAF6}" dt="2023-09-19T10:07:27.117" v="97" actId="6264"/>
          <ac:spMkLst>
            <pc:docMk/>
            <pc:sldMk cId="2276302064" sldId="285"/>
            <ac:spMk id="2" creationId="{5A78B9D2-75C6-4E31-8D20-2472152AE3E2}"/>
          </ac:spMkLst>
        </pc:spChg>
        <pc:spChg chg="add del mod">
          <ac:chgData name="James Pengelly" userId="d269fecd-a8a2-4e5a-93ae-88bdaab21f51" providerId="ADAL" clId="{FC356817-44F2-4C46-B4C9-FA58A7EEFAF6}" dt="2023-09-19T10:07:27.117" v="97" actId="6264"/>
          <ac:spMkLst>
            <pc:docMk/>
            <pc:sldMk cId="2276302064" sldId="285"/>
            <ac:spMk id="3" creationId="{084DCED2-5ECC-A2D5-372C-B5462201C5F0}"/>
          </ac:spMkLst>
        </pc:spChg>
        <pc:spChg chg="mod ord">
          <ac:chgData name="James Pengelly" userId="d269fecd-a8a2-4e5a-93ae-88bdaab21f51" providerId="ADAL" clId="{FC356817-44F2-4C46-B4C9-FA58A7EEFAF6}" dt="2023-09-19T10:07:27.117" v="97" actId="6264"/>
          <ac:spMkLst>
            <pc:docMk/>
            <pc:sldMk cId="2276302064" sldId="285"/>
            <ac:spMk id="4" creationId="{81D661B8-EEC6-4B47-84B5-8687AB7DEF59}"/>
          </ac:spMkLst>
        </pc:spChg>
        <pc:spChg chg="del mod">
          <ac:chgData name="James Pengelly" userId="d269fecd-a8a2-4e5a-93ae-88bdaab21f51" providerId="ADAL" clId="{FC356817-44F2-4C46-B4C9-FA58A7EEFAF6}" dt="2023-09-19T10:07:26.059" v="96" actId="478"/>
          <ac:spMkLst>
            <pc:docMk/>
            <pc:sldMk cId="2276302064" sldId="285"/>
            <ac:spMk id="5" creationId="{137E005E-A66D-4D0E-9B1A-24F6766E1709}"/>
          </ac:spMkLst>
        </pc:spChg>
        <pc:spChg chg="add del mod">
          <ac:chgData name="James Pengelly" userId="d269fecd-a8a2-4e5a-93ae-88bdaab21f51" providerId="ADAL" clId="{FC356817-44F2-4C46-B4C9-FA58A7EEFAF6}" dt="2023-09-19T10:07:27.117" v="97" actId="6264"/>
          <ac:spMkLst>
            <pc:docMk/>
            <pc:sldMk cId="2276302064" sldId="285"/>
            <ac:spMk id="6" creationId="{28532608-D139-99D3-9CD7-B15C5422FDF5}"/>
          </ac:spMkLst>
        </pc:spChg>
        <pc:spChg chg="add mod ord">
          <ac:chgData name="James Pengelly" userId="d269fecd-a8a2-4e5a-93ae-88bdaab21f51" providerId="ADAL" clId="{FC356817-44F2-4C46-B4C9-FA58A7EEFAF6}" dt="2023-09-19T10:07:27.856" v="98"/>
          <ac:spMkLst>
            <pc:docMk/>
            <pc:sldMk cId="2276302064" sldId="285"/>
            <ac:spMk id="7" creationId="{7C0F8F28-7CA3-4357-95FB-1EB45B07E570}"/>
          </ac:spMkLst>
        </pc:spChg>
      </pc:sldChg>
      <pc:sldChg chg="addSp delSp modSp mod chgLayout">
        <pc:chgData name="James Pengelly" userId="d269fecd-a8a2-4e5a-93ae-88bdaab21f51" providerId="ADAL" clId="{FC356817-44F2-4C46-B4C9-FA58A7EEFAF6}" dt="2023-09-19T10:07:59.081" v="116"/>
        <pc:sldMkLst>
          <pc:docMk/>
          <pc:sldMk cId="3805230204" sldId="286"/>
        </pc:sldMkLst>
        <pc:spChg chg="mod ord">
          <ac:chgData name="James Pengelly" userId="d269fecd-a8a2-4e5a-93ae-88bdaab21f51" providerId="ADAL" clId="{FC356817-44F2-4C46-B4C9-FA58A7EEFAF6}" dt="2023-09-19T10:07:58.063" v="115" actId="6264"/>
          <ac:spMkLst>
            <pc:docMk/>
            <pc:sldMk cId="3805230204" sldId="286"/>
            <ac:spMk id="2" creationId="{5A78B9D2-75C6-4E31-8D20-2472152AE3E2}"/>
          </ac:spMkLst>
        </pc:spChg>
        <pc:spChg chg="add del mod">
          <ac:chgData name="James Pengelly" userId="d269fecd-a8a2-4e5a-93ae-88bdaab21f51" providerId="ADAL" clId="{FC356817-44F2-4C46-B4C9-FA58A7EEFAF6}" dt="2023-09-19T10:07:58.063" v="115" actId="6264"/>
          <ac:spMkLst>
            <pc:docMk/>
            <pc:sldMk cId="3805230204" sldId="286"/>
            <ac:spMk id="3" creationId="{4104B386-A50F-C91E-285E-5FEF2A549874}"/>
          </ac:spMkLst>
        </pc:spChg>
        <pc:spChg chg="mod ord">
          <ac:chgData name="James Pengelly" userId="d269fecd-a8a2-4e5a-93ae-88bdaab21f51" providerId="ADAL" clId="{FC356817-44F2-4C46-B4C9-FA58A7EEFAF6}" dt="2023-09-19T10:07:58.063" v="115" actId="6264"/>
          <ac:spMkLst>
            <pc:docMk/>
            <pc:sldMk cId="3805230204" sldId="286"/>
            <ac:spMk id="4" creationId="{81D661B8-EEC6-4B47-84B5-8687AB7DEF59}"/>
          </ac:spMkLst>
        </pc:spChg>
        <pc:spChg chg="del mod">
          <ac:chgData name="James Pengelly" userId="d269fecd-a8a2-4e5a-93ae-88bdaab21f51" providerId="ADAL" clId="{FC356817-44F2-4C46-B4C9-FA58A7EEFAF6}" dt="2023-09-19T10:07:57.076" v="114" actId="478"/>
          <ac:spMkLst>
            <pc:docMk/>
            <pc:sldMk cId="3805230204" sldId="286"/>
            <ac:spMk id="5" creationId="{137E005E-A66D-4D0E-9B1A-24F6766E1709}"/>
          </ac:spMkLst>
        </pc:spChg>
        <pc:spChg chg="add del mod">
          <ac:chgData name="James Pengelly" userId="d269fecd-a8a2-4e5a-93ae-88bdaab21f51" providerId="ADAL" clId="{FC356817-44F2-4C46-B4C9-FA58A7EEFAF6}" dt="2023-09-19T10:07:58.063" v="115" actId="6264"/>
          <ac:spMkLst>
            <pc:docMk/>
            <pc:sldMk cId="3805230204" sldId="286"/>
            <ac:spMk id="6" creationId="{F80DA0F0-8306-D090-AEF1-A9261C1B3550}"/>
          </ac:spMkLst>
        </pc:spChg>
        <pc:spChg chg="add mod ord">
          <ac:chgData name="James Pengelly" userId="d269fecd-a8a2-4e5a-93ae-88bdaab21f51" providerId="ADAL" clId="{FC356817-44F2-4C46-B4C9-FA58A7EEFAF6}" dt="2023-09-19T10:07:59.081" v="116"/>
          <ac:spMkLst>
            <pc:docMk/>
            <pc:sldMk cId="3805230204" sldId="286"/>
            <ac:spMk id="7" creationId="{8D3FAAB0-27D1-A6D7-A1D7-52C2F2BD6703}"/>
          </ac:spMkLst>
        </pc:spChg>
      </pc:sldChg>
      <pc:sldChg chg="addSp delSp modSp mod modClrScheme chgLayout">
        <pc:chgData name="James Pengelly" userId="d269fecd-a8a2-4e5a-93ae-88bdaab21f51" providerId="ADAL" clId="{FC356817-44F2-4C46-B4C9-FA58A7EEFAF6}" dt="2023-09-19T10:07:53.977" v="112"/>
        <pc:sldMkLst>
          <pc:docMk/>
          <pc:sldMk cId="144038079" sldId="287"/>
        </pc:sldMkLst>
        <pc:spChg chg="mod ord">
          <ac:chgData name="James Pengelly" userId="d269fecd-a8a2-4e5a-93ae-88bdaab21f51" providerId="ADAL" clId="{FC356817-44F2-4C46-B4C9-FA58A7EEFAF6}" dt="2023-09-19T10:07:45.274" v="104" actId="6264"/>
          <ac:spMkLst>
            <pc:docMk/>
            <pc:sldMk cId="144038079" sldId="287"/>
            <ac:spMk id="2" creationId="{EBE9F564-251E-4378-B4D0-692726090772}"/>
          </ac:spMkLst>
        </pc:spChg>
        <pc:spChg chg="add del mod ord">
          <ac:chgData name="James Pengelly" userId="d269fecd-a8a2-4e5a-93ae-88bdaab21f51" providerId="ADAL" clId="{FC356817-44F2-4C46-B4C9-FA58A7EEFAF6}" dt="2023-09-19T10:07:39.437" v="101"/>
          <ac:spMkLst>
            <pc:docMk/>
            <pc:sldMk cId="144038079" sldId="287"/>
            <ac:spMk id="3" creationId="{A6168B91-45E7-3E98-1D7E-5F1D74CBF1C5}"/>
          </ac:spMkLst>
        </pc:spChg>
        <pc:spChg chg="mod ord">
          <ac:chgData name="James Pengelly" userId="d269fecd-a8a2-4e5a-93ae-88bdaab21f51" providerId="ADAL" clId="{FC356817-44F2-4C46-B4C9-FA58A7EEFAF6}" dt="2023-09-19T10:07:45.274" v="104" actId="6264"/>
          <ac:spMkLst>
            <pc:docMk/>
            <pc:sldMk cId="144038079" sldId="287"/>
            <ac:spMk id="4" creationId="{80C4C0A8-03F5-4F2B-9EB9-918B55C258A2}"/>
          </ac:spMkLst>
        </pc:spChg>
        <pc:spChg chg="del mod">
          <ac:chgData name="James Pengelly" userId="d269fecd-a8a2-4e5a-93ae-88bdaab21f51" providerId="ADAL" clId="{FC356817-44F2-4C46-B4C9-FA58A7EEFAF6}" dt="2023-09-19T10:07:53.977" v="112"/>
          <ac:spMkLst>
            <pc:docMk/>
            <pc:sldMk cId="144038079" sldId="287"/>
            <ac:spMk id="5" creationId="{372FA240-3863-4D01-94C7-5E89B539BF0B}"/>
          </ac:spMkLst>
        </pc:spChg>
        <pc:spChg chg="add del mod">
          <ac:chgData name="James Pengelly" userId="d269fecd-a8a2-4e5a-93ae-88bdaab21f51" providerId="ADAL" clId="{FC356817-44F2-4C46-B4C9-FA58A7EEFAF6}" dt="2023-09-19T10:07:42.727" v="102" actId="478"/>
          <ac:spMkLst>
            <pc:docMk/>
            <pc:sldMk cId="144038079" sldId="287"/>
            <ac:spMk id="9" creationId="{23F36E28-8394-3ACF-3429-8F49B5402259}"/>
          </ac:spMkLst>
        </pc:spChg>
        <pc:spChg chg="add del mod">
          <ac:chgData name="James Pengelly" userId="d269fecd-a8a2-4e5a-93ae-88bdaab21f51" providerId="ADAL" clId="{FC356817-44F2-4C46-B4C9-FA58A7EEFAF6}" dt="2023-09-19T10:07:45.274" v="104" actId="6264"/>
          <ac:spMkLst>
            <pc:docMk/>
            <pc:sldMk cId="144038079" sldId="287"/>
            <ac:spMk id="11" creationId="{F76101FD-8D23-5E18-21FF-91C57FA76163}"/>
          </ac:spMkLst>
        </pc:spChg>
        <pc:spChg chg="add del mod">
          <ac:chgData name="James Pengelly" userId="d269fecd-a8a2-4e5a-93ae-88bdaab21f51" providerId="ADAL" clId="{FC356817-44F2-4C46-B4C9-FA58A7EEFAF6}" dt="2023-09-19T10:07:45.274" v="104" actId="6264"/>
          <ac:spMkLst>
            <pc:docMk/>
            <pc:sldMk cId="144038079" sldId="287"/>
            <ac:spMk id="12" creationId="{EAB072A0-0FE1-D1C5-21E6-BFE5D73193A3}"/>
          </ac:spMkLst>
        </pc:spChg>
        <pc:spChg chg="add del mod">
          <ac:chgData name="James Pengelly" userId="d269fecd-a8a2-4e5a-93ae-88bdaab21f51" providerId="ADAL" clId="{FC356817-44F2-4C46-B4C9-FA58A7EEFAF6}" dt="2023-09-19T10:07:45.274" v="104" actId="6264"/>
          <ac:spMkLst>
            <pc:docMk/>
            <pc:sldMk cId="144038079" sldId="287"/>
            <ac:spMk id="13" creationId="{97468D17-44D8-6068-5837-26700F553D84}"/>
          </ac:spMkLst>
        </pc:spChg>
        <pc:spChg chg="add mod ord">
          <ac:chgData name="James Pengelly" userId="d269fecd-a8a2-4e5a-93ae-88bdaab21f51" providerId="ADAL" clId="{FC356817-44F2-4C46-B4C9-FA58A7EEFAF6}" dt="2023-09-19T10:07:51.659" v="110" actId="6549"/>
          <ac:spMkLst>
            <pc:docMk/>
            <pc:sldMk cId="144038079" sldId="287"/>
            <ac:spMk id="14" creationId="{846F50FA-569F-8CA4-D1EA-F92591C35B23}"/>
          </ac:spMkLst>
        </pc:spChg>
        <pc:picChg chg="del mod ord">
          <ac:chgData name="James Pengelly" userId="d269fecd-a8a2-4e5a-93ae-88bdaab21f51" providerId="ADAL" clId="{FC356817-44F2-4C46-B4C9-FA58A7EEFAF6}" dt="2023-09-19T10:07:38.796" v="100" actId="21"/>
          <ac:picMkLst>
            <pc:docMk/>
            <pc:sldMk cId="144038079" sldId="287"/>
            <ac:picMk id="8" creationId="{F0180C33-01B2-2EC8-AEB3-60B82775660D}"/>
          </ac:picMkLst>
        </pc:picChg>
        <pc:picChg chg="add mod ord">
          <ac:chgData name="James Pengelly" userId="d269fecd-a8a2-4e5a-93ae-88bdaab21f51" providerId="ADAL" clId="{FC356817-44F2-4C46-B4C9-FA58A7EEFAF6}" dt="2023-09-19T10:07:45.274" v="104" actId="6264"/>
          <ac:picMkLst>
            <pc:docMk/>
            <pc:sldMk cId="144038079" sldId="287"/>
            <ac:picMk id="10" creationId="{746D73CC-CC6F-3B9B-BA49-4B8779247CA9}"/>
          </ac:picMkLst>
        </pc:picChg>
      </pc:sldChg>
      <pc:sldChg chg="addSp delSp modSp mod chgLayout">
        <pc:chgData name="James Pengelly" userId="d269fecd-a8a2-4e5a-93ae-88bdaab21f51" providerId="ADAL" clId="{FC356817-44F2-4C46-B4C9-FA58A7EEFAF6}" dt="2023-09-19T10:08:06.753" v="124" actId="27636"/>
        <pc:sldMkLst>
          <pc:docMk/>
          <pc:sldMk cId="1815159401" sldId="288"/>
        </pc:sldMkLst>
        <pc:spChg chg="mod ord">
          <ac:chgData name="James Pengelly" userId="d269fecd-a8a2-4e5a-93ae-88bdaab21f51" providerId="ADAL" clId="{FC356817-44F2-4C46-B4C9-FA58A7EEFAF6}" dt="2023-09-19T10:08:04.126" v="119" actId="6264"/>
          <ac:spMkLst>
            <pc:docMk/>
            <pc:sldMk cId="1815159401" sldId="288"/>
            <ac:spMk id="2" creationId="{5A78B9D2-75C6-4E31-8D20-2472152AE3E2}"/>
          </ac:spMkLst>
        </pc:spChg>
        <pc:spChg chg="add del mod">
          <ac:chgData name="James Pengelly" userId="d269fecd-a8a2-4e5a-93ae-88bdaab21f51" providerId="ADAL" clId="{FC356817-44F2-4C46-B4C9-FA58A7EEFAF6}" dt="2023-09-19T10:08:04.126" v="119" actId="6264"/>
          <ac:spMkLst>
            <pc:docMk/>
            <pc:sldMk cId="1815159401" sldId="288"/>
            <ac:spMk id="3" creationId="{ABDA27C9-8F37-8BE4-C1A2-0BC9347DF577}"/>
          </ac:spMkLst>
        </pc:spChg>
        <pc:spChg chg="mod ord">
          <ac:chgData name="James Pengelly" userId="d269fecd-a8a2-4e5a-93ae-88bdaab21f51" providerId="ADAL" clId="{FC356817-44F2-4C46-B4C9-FA58A7EEFAF6}" dt="2023-09-19T10:08:04.126" v="119" actId="6264"/>
          <ac:spMkLst>
            <pc:docMk/>
            <pc:sldMk cId="1815159401" sldId="288"/>
            <ac:spMk id="4" creationId="{81D661B8-EEC6-4B47-84B5-8687AB7DEF59}"/>
          </ac:spMkLst>
        </pc:spChg>
        <pc:spChg chg="del mod">
          <ac:chgData name="James Pengelly" userId="d269fecd-a8a2-4e5a-93ae-88bdaab21f51" providerId="ADAL" clId="{FC356817-44F2-4C46-B4C9-FA58A7EEFAF6}" dt="2023-09-19T10:08:03.237" v="118" actId="478"/>
          <ac:spMkLst>
            <pc:docMk/>
            <pc:sldMk cId="1815159401" sldId="288"/>
            <ac:spMk id="5" creationId="{137E005E-A66D-4D0E-9B1A-24F6766E1709}"/>
          </ac:spMkLst>
        </pc:spChg>
        <pc:spChg chg="add del mod">
          <ac:chgData name="James Pengelly" userId="d269fecd-a8a2-4e5a-93ae-88bdaab21f51" providerId="ADAL" clId="{FC356817-44F2-4C46-B4C9-FA58A7EEFAF6}" dt="2023-09-19T10:08:04.126" v="119" actId="6264"/>
          <ac:spMkLst>
            <pc:docMk/>
            <pc:sldMk cId="1815159401" sldId="288"/>
            <ac:spMk id="6" creationId="{F1B2A025-E59B-9324-55C8-48BF0AC49210}"/>
          </ac:spMkLst>
        </pc:spChg>
        <pc:spChg chg="add mod ord">
          <ac:chgData name="James Pengelly" userId="d269fecd-a8a2-4e5a-93ae-88bdaab21f51" providerId="ADAL" clId="{FC356817-44F2-4C46-B4C9-FA58A7EEFAF6}" dt="2023-09-19T10:08:06.753" v="124" actId="27636"/>
          <ac:spMkLst>
            <pc:docMk/>
            <pc:sldMk cId="1815159401" sldId="288"/>
            <ac:spMk id="7" creationId="{9244B6D4-2DFA-FCEC-E63A-679A4C6AE827}"/>
          </ac:spMkLst>
        </pc:spChg>
      </pc:sldChg>
      <pc:sldChg chg="addSp delSp modSp mod chgLayout">
        <pc:chgData name="James Pengelly" userId="d269fecd-a8a2-4e5a-93ae-88bdaab21f51" providerId="ADAL" clId="{FC356817-44F2-4C46-B4C9-FA58A7EEFAF6}" dt="2023-09-19T10:08:13.123" v="128"/>
        <pc:sldMkLst>
          <pc:docMk/>
          <pc:sldMk cId="2120505534" sldId="289"/>
        </pc:sldMkLst>
        <pc:spChg chg="mod ord">
          <ac:chgData name="James Pengelly" userId="d269fecd-a8a2-4e5a-93ae-88bdaab21f51" providerId="ADAL" clId="{FC356817-44F2-4C46-B4C9-FA58A7EEFAF6}" dt="2023-09-19T10:08:12.531" v="127" actId="6264"/>
          <ac:spMkLst>
            <pc:docMk/>
            <pc:sldMk cId="2120505534" sldId="289"/>
            <ac:spMk id="2" creationId="{5A78B9D2-75C6-4E31-8D20-2472152AE3E2}"/>
          </ac:spMkLst>
        </pc:spChg>
        <pc:spChg chg="add del mod">
          <ac:chgData name="James Pengelly" userId="d269fecd-a8a2-4e5a-93ae-88bdaab21f51" providerId="ADAL" clId="{FC356817-44F2-4C46-B4C9-FA58A7EEFAF6}" dt="2023-09-19T10:08:12.531" v="127" actId="6264"/>
          <ac:spMkLst>
            <pc:docMk/>
            <pc:sldMk cId="2120505534" sldId="289"/>
            <ac:spMk id="3" creationId="{5042A3A5-2981-2503-2180-74EBD5E6BF9A}"/>
          </ac:spMkLst>
        </pc:spChg>
        <pc:spChg chg="mod ord">
          <ac:chgData name="James Pengelly" userId="d269fecd-a8a2-4e5a-93ae-88bdaab21f51" providerId="ADAL" clId="{FC356817-44F2-4C46-B4C9-FA58A7EEFAF6}" dt="2023-09-19T10:08:12.531" v="127" actId="6264"/>
          <ac:spMkLst>
            <pc:docMk/>
            <pc:sldMk cId="2120505534" sldId="289"/>
            <ac:spMk id="4" creationId="{81D661B8-EEC6-4B47-84B5-8687AB7DEF59}"/>
          </ac:spMkLst>
        </pc:spChg>
        <pc:spChg chg="del mod">
          <ac:chgData name="James Pengelly" userId="d269fecd-a8a2-4e5a-93ae-88bdaab21f51" providerId="ADAL" clId="{FC356817-44F2-4C46-B4C9-FA58A7EEFAF6}" dt="2023-09-19T10:08:11.759" v="126" actId="478"/>
          <ac:spMkLst>
            <pc:docMk/>
            <pc:sldMk cId="2120505534" sldId="289"/>
            <ac:spMk id="5" creationId="{137E005E-A66D-4D0E-9B1A-24F6766E1709}"/>
          </ac:spMkLst>
        </pc:spChg>
        <pc:spChg chg="add del mod">
          <ac:chgData name="James Pengelly" userId="d269fecd-a8a2-4e5a-93ae-88bdaab21f51" providerId="ADAL" clId="{FC356817-44F2-4C46-B4C9-FA58A7EEFAF6}" dt="2023-09-19T10:08:12.531" v="127" actId="6264"/>
          <ac:spMkLst>
            <pc:docMk/>
            <pc:sldMk cId="2120505534" sldId="289"/>
            <ac:spMk id="6" creationId="{43BBCB8B-6219-1BE8-4EEB-3681A5DE3B22}"/>
          </ac:spMkLst>
        </pc:spChg>
        <pc:spChg chg="add mod ord">
          <ac:chgData name="James Pengelly" userId="d269fecd-a8a2-4e5a-93ae-88bdaab21f51" providerId="ADAL" clId="{FC356817-44F2-4C46-B4C9-FA58A7EEFAF6}" dt="2023-09-19T10:08:13.123" v="128"/>
          <ac:spMkLst>
            <pc:docMk/>
            <pc:sldMk cId="2120505534" sldId="289"/>
            <ac:spMk id="7" creationId="{F611D8FA-76B6-0A97-5315-3B7F9B76FCD2}"/>
          </ac:spMkLst>
        </pc:spChg>
      </pc:sldChg>
      <pc:sldChg chg="addSp delSp modSp mod chgLayout">
        <pc:chgData name="James Pengelly" userId="d269fecd-a8a2-4e5a-93ae-88bdaab21f51" providerId="ADAL" clId="{FC356817-44F2-4C46-B4C9-FA58A7EEFAF6}" dt="2023-09-19T10:08:20.757" v="132"/>
        <pc:sldMkLst>
          <pc:docMk/>
          <pc:sldMk cId="2165758302" sldId="290"/>
        </pc:sldMkLst>
        <pc:spChg chg="mod ord">
          <ac:chgData name="James Pengelly" userId="d269fecd-a8a2-4e5a-93ae-88bdaab21f51" providerId="ADAL" clId="{FC356817-44F2-4C46-B4C9-FA58A7EEFAF6}" dt="2023-09-19T10:08:20.165" v="131" actId="6264"/>
          <ac:spMkLst>
            <pc:docMk/>
            <pc:sldMk cId="2165758302" sldId="290"/>
            <ac:spMk id="2" creationId="{5A78B9D2-75C6-4E31-8D20-2472152AE3E2}"/>
          </ac:spMkLst>
        </pc:spChg>
        <pc:spChg chg="add del mod">
          <ac:chgData name="James Pengelly" userId="d269fecd-a8a2-4e5a-93ae-88bdaab21f51" providerId="ADAL" clId="{FC356817-44F2-4C46-B4C9-FA58A7EEFAF6}" dt="2023-09-19T10:08:20.165" v="131" actId="6264"/>
          <ac:spMkLst>
            <pc:docMk/>
            <pc:sldMk cId="2165758302" sldId="290"/>
            <ac:spMk id="3" creationId="{A5815E86-E87A-149A-B801-DC40929BA2B6}"/>
          </ac:spMkLst>
        </pc:spChg>
        <pc:spChg chg="mod ord">
          <ac:chgData name="James Pengelly" userId="d269fecd-a8a2-4e5a-93ae-88bdaab21f51" providerId="ADAL" clId="{FC356817-44F2-4C46-B4C9-FA58A7EEFAF6}" dt="2023-09-19T10:08:20.165" v="131" actId="6264"/>
          <ac:spMkLst>
            <pc:docMk/>
            <pc:sldMk cId="2165758302" sldId="290"/>
            <ac:spMk id="4" creationId="{81D661B8-EEC6-4B47-84B5-8687AB7DEF59}"/>
          </ac:spMkLst>
        </pc:spChg>
        <pc:spChg chg="del mod">
          <ac:chgData name="James Pengelly" userId="d269fecd-a8a2-4e5a-93ae-88bdaab21f51" providerId="ADAL" clId="{FC356817-44F2-4C46-B4C9-FA58A7EEFAF6}" dt="2023-09-19T10:08:19.305" v="130" actId="478"/>
          <ac:spMkLst>
            <pc:docMk/>
            <pc:sldMk cId="2165758302" sldId="290"/>
            <ac:spMk id="5" creationId="{137E005E-A66D-4D0E-9B1A-24F6766E1709}"/>
          </ac:spMkLst>
        </pc:spChg>
        <pc:spChg chg="add del mod">
          <ac:chgData name="James Pengelly" userId="d269fecd-a8a2-4e5a-93ae-88bdaab21f51" providerId="ADAL" clId="{FC356817-44F2-4C46-B4C9-FA58A7EEFAF6}" dt="2023-09-19T10:08:20.165" v="131" actId="6264"/>
          <ac:spMkLst>
            <pc:docMk/>
            <pc:sldMk cId="2165758302" sldId="290"/>
            <ac:spMk id="6" creationId="{ECAB6BDA-EB09-DD0C-EF37-D91E73FE296E}"/>
          </ac:spMkLst>
        </pc:spChg>
        <pc:spChg chg="add mod ord">
          <ac:chgData name="James Pengelly" userId="d269fecd-a8a2-4e5a-93ae-88bdaab21f51" providerId="ADAL" clId="{FC356817-44F2-4C46-B4C9-FA58A7EEFAF6}" dt="2023-09-19T10:08:20.757" v="132"/>
          <ac:spMkLst>
            <pc:docMk/>
            <pc:sldMk cId="2165758302" sldId="290"/>
            <ac:spMk id="7" creationId="{4B29660C-93EF-2FE1-7EB4-DF060847D1F8}"/>
          </ac:spMkLst>
        </pc:spChg>
      </pc:sldChg>
      <pc:sldChg chg="addSp delSp modSp mod chgLayout">
        <pc:chgData name="James Pengelly" userId="d269fecd-a8a2-4e5a-93ae-88bdaab21f51" providerId="ADAL" clId="{FC356817-44F2-4C46-B4C9-FA58A7EEFAF6}" dt="2023-09-19T10:08:36.993" v="147"/>
        <pc:sldMkLst>
          <pc:docMk/>
          <pc:sldMk cId="326372479" sldId="291"/>
        </pc:sldMkLst>
        <pc:spChg chg="mod ord">
          <ac:chgData name="James Pengelly" userId="d269fecd-a8a2-4e5a-93ae-88bdaab21f51" providerId="ADAL" clId="{FC356817-44F2-4C46-B4C9-FA58A7EEFAF6}" dt="2023-09-19T10:08:36.277" v="146" actId="6264"/>
          <ac:spMkLst>
            <pc:docMk/>
            <pc:sldMk cId="326372479" sldId="291"/>
            <ac:spMk id="2" creationId="{5A78B9D2-75C6-4E31-8D20-2472152AE3E2}"/>
          </ac:spMkLst>
        </pc:spChg>
        <pc:spChg chg="add del mod">
          <ac:chgData name="James Pengelly" userId="d269fecd-a8a2-4e5a-93ae-88bdaab21f51" providerId="ADAL" clId="{FC356817-44F2-4C46-B4C9-FA58A7EEFAF6}" dt="2023-09-19T10:08:36.277" v="146" actId="6264"/>
          <ac:spMkLst>
            <pc:docMk/>
            <pc:sldMk cId="326372479" sldId="291"/>
            <ac:spMk id="3" creationId="{E9AA27AB-4E64-F930-2E55-FAF85E7C8D5F}"/>
          </ac:spMkLst>
        </pc:spChg>
        <pc:spChg chg="mod ord">
          <ac:chgData name="James Pengelly" userId="d269fecd-a8a2-4e5a-93ae-88bdaab21f51" providerId="ADAL" clId="{FC356817-44F2-4C46-B4C9-FA58A7EEFAF6}" dt="2023-09-19T10:08:36.277" v="146" actId="6264"/>
          <ac:spMkLst>
            <pc:docMk/>
            <pc:sldMk cId="326372479" sldId="291"/>
            <ac:spMk id="4" creationId="{81D661B8-EEC6-4B47-84B5-8687AB7DEF59}"/>
          </ac:spMkLst>
        </pc:spChg>
        <pc:spChg chg="del mod">
          <ac:chgData name="James Pengelly" userId="d269fecd-a8a2-4e5a-93ae-88bdaab21f51" providerId="ADAL" clId="{FC356817-44F2-4C46-B4C9-FA58A7EEFAF6}" dt="2023-09-19T10:08:35.403" v="145" actId="478"/>
          <ac:spMkLst>
            <pc:docMk/>
            <pc:sldMk cId="326372479" sldId="291"/>
            <ac:spMk id="5" creationId="{137E005E-A66D-4D0E-9B1A-24F6766E1709}"/>
          </ac:spMkLst>
        </pc:spChg>
        <pc:spChg chg="add del mod">
          <ac:chgData name="James Pengelly" userId="d269fecd-a8a2-4e5a-93ae-88bdaab21f51" providerId="ADAL" clId="{FC356817-44F2-4C46-B4C9-FA58A7EEFAF6}" dt="2023-09-19T10:08:36.277" v="146" actId="6264"/>
          <ac:spMkLst>
            <pc:docMk/>
            <pc:sldMk cId="326372479" sldId="291"/>
            <ac:spMk id="6" creationId="{6D56B937-3071-DF61-2417-1F9E17A8E55A}"/>
          </ac:spMkLst>
        </pc:spChg>
        <pc:spChg chg="add mod ord">
          <ac:chgData name="James Pengelly" userId="d269fecd-a8a2-4e5a-93ae-88bdaab21f51" providerId="ADAL" clId="{FC356817-44F2-4C46-B4C9-FA58A7EEFAF6}" dt="2023-09-19T10:08:36.993" v="147"/>
          <ac:spMkLst>
            <pc:docMk/>
            <pc:sldMk cId="326372479" sldId="291"/>
            <ac:spMk id="7" creationId="{E8944C5A-734D-0B1C-2488-1600FB0FAE42}"/>
          </ac:spMkLst>
        </pc:spChg>
      </pc:sldChg>
      <pc:sldChg chg="addSp delSp modSp mod modClrScheme chgLayout">
        <pc:chgData name="James Pengelly" userId="d269fecd-a8a2-4e5a-93ae-88bdaab21f51" providerId="ADAL" clId="{FC356817-44F2-4C46-B4C9-FA58A7EEFAF6}" dt="2023-09-19T10:09:03.256" v="163"/>
        <pc:sldMkLst>
          <pc:docMk/>
          <pc:sldMk cId="820779420" sldId="292"/>
        </pc:sldMkLst>
        <pc:spChg chg="mod ord">
          <ac:chgData name="James Pengelly" userId="d269fecd-a8a2-4e5a-93ae-88bdaab21f51" providerId="ADAL" clId="{FC356817-44F2-4C46-B4C9-FA58A7EEFAF6}" dt="2023-09-19T10:08:57.718" v="157" actId="700"/>
          <ac:spMkLst>
            <pc:docMk/>
            <pc:sldMk cId="820779420" sldId="292"/>
            <ac:spMk id="2" creationId="{EBE9F564-251E-4378-B4D0-692726090772}"/>
          </ac:spMkLst>
        </pc:spChg>
        <pc:spChg chg="mod ord">
          <ac:chgData name="James Pengelly" userId="d269fecd-a8a2-4e5a-93ae-88bdaab21f51" providerId="ADAL" clId="{FC356817-44F2-4C46-B4C9-FA58A7EEFAF6}" dt="2023-09-19T10:08:57.718" v="157" actId="700"/>
          <ac:spMkLst>
            <pc:docMk/>
            <pc:sldMk cId="820779420" sldId="292"/>
            <ac:spMk id="4" creationId="{80C4C0A8-03F5-4F2B-9EB9-918B55C258A2}"/>
          </ac:spMkLst>
        </pc:spChg>
        <pc:spChg chg="del mod">
          <ac:chgData name="James Pengelly" userId="d269fecd-a8a2-4e5a-93ae-88bdaab21f51" providerId="ADAL" clId="{FC356817-44F2-4C46-B4C9-FA58A7EEFAF6}" dt="2023-09-19T10:09:02.705" v="162"/>
          <ac:spMkLst>
            <pc:docMk/>
            <pc:sldMk cId="820779420" sldId="292"/>
            <ac:spMk id="5" creationId="{372FA240-3863-4D01-94C7-5E89B539BF0B}"/>
          </ac:spMkLst>
        </pc:spChg>
        <pc:spChg chg="add mod ord">
          <ac:chgData name="James Pengelly" userId="d269fecd-a8a2-4e5a-93ae-88bdaab21f51" providerId="ADAL" clId="{FC356817-44F2-4C46-B4C9-FA58A7EEFAF6}" dt="2023-09-19T10:09:01.222" v="159"/>
          <ac:spMkLst>
            <pc:docMk/>
            <pc:sldMk cId="820779420" sldId="292"/>
            <ac:spMk id="7" creationId="{E8FD0BCC-BD91-FD76-019A-09B6FBA407FE}"/>
          </ac:spMkLst>
        </pc:spChg>
        <pc:spChg chg="add del mod ord">
          <ac:chgData name="James Pengelly" userId="d269fecd-a8a2-4e5a-93ae-88bdaab21f51" providerId="ADAL" clId="{FC356817-44F2-4C46-B4C9-FA58A7EEFAF6}" dt="2023-09-19T10:09:03.256" v="163"/>
          <ac:spMkLst>
            <pc:docMk/>
            <pc:sldMk cId="820779420" sldId="292"/>
            <ac:spMk id="8" creationId="{AF386834-4FFF-1370-ECA6-1306FAE5557F}"/>
          </ac:spMkLst>
        </pc:spChg>
        <pc:picChg chg="add del mod">
          <ac:chgData name="James Pengelly" userId="d269fecd-a8a2-4e5a-93ae-88bdaab21f51" providerId="ADAL" clId="{FC356817-44F2-4C46-B4C9-FA58A7EEFAF6}" dt="2023-09-19T10:09:02.689" v="160" actId="21"/>
          <ac:picMkLst>
            <pc:docMk/>
            <pc:sldMk cId="820779420" sldId="292"/>
            <ac:picMk id="3" creationId="{00B60D4C-C388-6A71-A57F-B943FF9562C0}"/>
          </ac:picMkLst>
        </pc:picChg>
        <pc:picChg chg="add mod">
          <ac:chgData name="James Pengelly" userId="d269fecd-a8a2-4e5a-93ae-88bdaab21f51" providerId="ADAL" clId="{FC356817-44F2-4C46-B4C9-FA58A7EEFAF6}" dt="2023-09-19T10:09:03.256" v="163"/>
          <ac:picMkLst>
            <pc:docMk/>
            <pc:sldMk cId="820779420" sldId="292"/>
            <ac:picMk id="9" creationId="{FDE3E577-8E6D-075D-C3D0-A0AAF9A927DA}"/>
          </ac:picMkLst>
        </pc:picChg>
        <pc:picChg chg="del">
          <ac:chgData name="James Pengelly" userId="d269fecd-a8a2-4e5a-93ae-88bdaab21f51" providerId="ADAL" clId="{FC356817-44F2-4C46-B4C9-FA58A7EEFAF6}" dt="2023-09-19T10:08:52.640" v="154" actId="21"/>
          <ac:picMkLst>
            <pc:docMk/>
            <pc:sldMk cId="820779420" sldId="292"/>
            <ac:picMk id="14" creationId="{857A2095-E4C5-0A27-55DC-6BFCCDD52E15}"/>
          </ac:picMkLst>
        </pc:picChg>
      </pc:sldChg>
      <pc:sldChg chg="addSp delSp modSp mod chgLayout">
        <pc:chgData name="James Pengelly" userId="d269fecd-a8a2-4e5a-93ae-88bdaab21f51" providerId="ADAL" clId="{FC356817-44F2-4C46-B4C9-FA58A7EEFAF6}" dt="2023-09-19T10:09:21.894" v="182" actId="15"/>
        <pc:sldMkLst>
          <pc:docMk/>
          <pc:sldMk cId="280905915" sldId="293"/>
        </pc:sldMkLst>
        <pc:spChg chg="mod ord">
          <ac:chgData name="James Pengelly" userId="d269fecd-a8a2-4e5a-93ae-88bdaab21f51" providerId="ADAL" clId="{FC356817-44F2-4C46-B4C9-FA58A7EEFAF6}" dt="2023-09-19T10:09:12.372" v="166" actId="700"/>
          <ac:spMkLst>
            <pc:docMk/>
            <pc:sldMk cId="280905915" sldId="293"/>
            <ac:spMk id="2" creationId="{5A78B9D2-75C6-4E31-8D20-2472152AE3E2}"/>
          </ac:spMkLst>
        </pc:spChg>
        <pc:spChg chg="add mod ord">
          <ac:chgData name="James Pengelly" userId="d269fecd-a8a2-4e5a-93ae-88bdaab21f51" providerId="ADAL" clId="{FC356817-44F2-4C46-B4C9-FA58A7EEFAF6}" dt="2023-09-19T10:09:21.894" v="182" actId="15"/>
          <ac:spMkLst>
            <pc:docMk/>
            <pc:sldMk cId="280905915" sldId="293"/>
            <ac:spMk id="3" creationId="{050B3BBB-E748-76BF-2F29-EBE5331665B0}"/>
          </ac:spMkLst>
        </pc:spChg>
        <pc:spChg chg="mod ord">
          <ac:chgData name="James Pengelly" userId="d269fecd-a8a2-4e5a-93ae-88bdaab21f51" providerId="ADAL" clId="{FC356817-44F2-4C46-B4C9-FA58A7EEFAF6}" dt="2023-09-19T10:09:12.372" v="166" actId="700"/>
          <ac:spMkLst>
            <pc:docMk/>
            <pc:sldMk cId="280905915" sldId="293"/>
            <ac:spMk id="4" creationId="{81D661B8-EEC6-4B47-84B5-8687AB7DEF59}"/>
          </ac:spMkLst>
        </pc:spChg>
        <pc:spChg chg="del mod">
          <ac:chgData name="James Pengelly" userId="d269fecd-a8a2-4e5a-93ae-88bdaab21f51" providerId="ADAL" clId="{FC356817-44F2-4C46-B4C9-FA58A7EEFAF6}" dt="2023-09-19T10:09:10.172" v="165" actId="478"/>
          <ac:spMkLst>
            <pc:docMk/>
            <pc:sldMk cId="280905915" sldId="293"/>
            <ac:spMk id="5" creationId="{137E005E-A66D-4D0E-9B1A-24F6766E1709}"/>
          </ac:spMkLst>
        </pc:spChg>
      </pc:sldChg>
    </pc:docChg>
  </pc:docChgLst>
  <pc:docChgLst>
    <pc:chgData name="Danielle Andries" userId="93d179e4-3c18-40f7-920e-ae80b202540d" providerId="ADAL" clId="{D4AF733A-6539-4A38-AC66-A55192F23D4F}"/>
    <pc:docChg chg="undo custSel delSld modSld">
      <pc:chgData name="Danielle Andries" userId="93d179e4-3c18-40f7-920e-ae80b202540d" providerId="ADAL" clId="{D4AF733A-6539-4A38-AC66-A55192F23D4F}" dt="2023-09-13T02:07:42.185" v="549"/>
      <pc:docMkLst>
        <pc:docMk/>
      </pc:docMkLst>
      <pc:sldChg chg="modSp mod">
        <pc:chgData name="Danielle Andries" userId="93d179e4-3c18-40f7-920e-ae80b202540d" providerId="ADAL" clId="{D4AF733A-6539-4A38-AC66-A55192F23D4F}" dt="2023-08-15T15:34:12.025" v="1"/>
        <pc:sldMkLst>
          <pc:docMk/>
          <pc:sldMk cId="3995608643" sldId="257"/>
        </pc:sldMkLst>
        <pc:spChg chg="mod">
          <ac:chgData name="Danielle Andries" userId="93d179e4-3c18-40f7-920e-ae80b202540d" providerId="ADAL" clId="{D4AF733A-6539-4A38-AC66-A55192F23D4F}" dt="2023-08-15T15:34:12.025" v="1"/>
          <ac:spMkLst>
            <pc:docMk/>
            <pc:sldMk cId="3995608643" sldId="257"/>
            <ac:spMk id="2" creationId="{B8F195E7-CEB7-44B4-8D15-A6FE845CE6B2}"/>
          </ac:spMkLst>
        </pc:spChg>
        <pc:spChg chg="mod">
          <ac:chgData name="Danielle Andries" userId="93d179e4-3c18-40f7-920e-ae80b202540d" providerId="ADAL" clId="{D4AF733A-6539-4A38-AC66-A55192F23D4F}" dt="2023-08-15T15:23:47.976" v="0" actId="20577"/>
          <ac:spMkLst>
            <pc:docMk/>
            <pc:sldMk cId="3995608643" sldId="257"/>
            <ac:spMk id="3" creationId="{3CFC5BFA-DF53-4407-9187-19E2D701E00B}"/>
          </ac:spMkLst>
        </pc:spChg>
      </pc:sldChg>
      <pc:sldChg chg="modSp mod">
        <pc:chgData name="Danielle Andries" userId="93d179e4-3c18-40f7-920e-ae80b202540d" providerId="ADAL" clId="{D4AF733A-6539-4A38-AC66-A55192F23D4F}" dt="2023-08-15T15:34:54.166" v="4"/>
        <pc:sldMkLst>
          <pc:docMk/>
          <pc:sldMk cId="2170154808" sldId="258"/>
        </pc:sldMkLst>
        <pc:spChg chg="mod">
          <ac:chgData name="Danielle Andries" userId="93d179e4-3c18-40f7-920e-ae80b202540d" providerId="ADAL" clId="{D4AF733A-6539-4A38-AC66-A55192F23D4F}" dt="2023-08-15T15:34:54.166" v="4"/>
          <ac:spMkLst>
            <pc:docMk/>
            <pc:sldMk cId="2170154808" sldId="258"/>
            <ac:spMk id="2" creationId="{3B584BAD-EC4F-4728-93AF-D36C5D808653}"/>
          </ac:spMkLst>
        </pc:spChg>
        <pc:spChg chg="mod">
          <ac:chgData name="Danielle Andries" userId="93d179e4-3c18-40f7-920e-ae80b202540d" providerId="ADAL" clId="{D4AF733A-6539-4A38-AC66-A55192F23D4F}" dt="2023-08-15T15:34:20.953" v="3" actId="20577"/>
          <ac:spMkLst>
            <pc:docMk/>
            <pc:sldMk cId="2170154808" sldId="258"/>
            <ac:spMk id="3" creationId="{64FA1437-B024-4A30-A4F5-99BD676DEE0E}"/>
          </ac:spMkLst>
        </pc:spChg>
        <pc:spChg chg="mod">
          <ac:chgData name="Danielle Andries" userId="93d179e4-3c18-40f7-920e-ae80b202540d" providerId="ADAL" clId="{D4AF733A-6539-4A38-AC66-A55192F23D4F}" dt="2023-08-15T15:34:18.060" v="2" actId="20577"/>
          <ac:spMkLst>
            <pc:docMk/>
            <pc:sldMk cId="2170154808" sldId="258"/>
            <ac:spMk id="4" creationId="{EB4C854E-2009-4A48-BF5C-7AC043B72217}"/>
          </ac:spMkLst>
        </pc:spChg>
      </pc:sldChg>
      <pc:sldChg chg="modNotesTx">
        <pc:chgData name="Danielle Andries" userId="93d179e4-3c18-40f7-920e-ae80b202540d" providerId="ADAL" clId="{D4AF733A-6539-4A38-AC66-A55192F23D4F}" dt="2023-09-11T19:02:59.305" v="12"/>
        <pc:sldMkLst>
          <pc:docMk/>
          <pc:sldMk cId="1702716025" sldId="260"/>
        </pc:sldMkLst>
      </pc:sldChg>
      <pc:sldChg chg="addSp delSp modSp mod">
        <pc:chgData name="Danielle Andries" userId="93d179e4-3c18-40f7-920e-ae80b202540d" providerId="ADAL" clId="{D4AF733A-6539-4A38-AC66-A55192F23D4F}" dt="2023-09-11T19:20:24.914" v="26" actId="962"/>
        <pc:sldMkLst>
          <pc:docMk/>
          <pc:sldMk cId="1821724871" sldId="261"/>
        </pc:sldMkLst>
        <pc:spChg chg="del">
          <ac:chgData name="Danielle Andries" userId="93d179e4-3c18-40f7-920e-ae80b202540d" providerId="ADAL" clId="{D4AF733A-6539-4A38-AC66-A55192F23D4F}" dt="2023-09-11T19:19:37.394" v="14"/>
          <ac:spMkLst>
            <pc:docMk/>
            <pc:sldMk cId="1821724871" sldId="261"/>
            <ac:spMk id="3" creationId="{579B07B8-7B27-45F1-B0BB-6162AE3855D4}"/>
          </ac:spMkLst>
        </pc:spChg>
        <pc:spChg chg="mod">
          <ac:chgData name="Danielle Andries" userId="93d179e4-3c18-40f7-920e-ae80b202540d" providerId="ADAL" clId="{D4AF733A-6539-4A38-AC66-A55192F23D4F}" dt="2023-09-11T19:20:11.242" v="24" actId="14100"/>
          <ac:spMkLst>
            <pc:docMk/>
            <pc:sldMk cId="1821724871" sldId="261"/>
            <ac:spMk id="6" creationId="{6C97A144-0634-4203-BEE3-57B7B2ADD04C}"/>
          </ac:spMkLst>
        </pc:spChg>
        <pc:picChg chg="add mod">
          <ac:chgData name="Danielle Andries" userId="93d179e4-3c18-40f7-920e-ae80b202540d" providerId="ADAL" clId="{D4AF733A-6539-4A38-AC66-A55192F23D4F}" dt="2023-09-11T19:20:24.914" v="26" actId="962"/>
          <ac:picMkLst>
            <pc:docMk/>
            <pc:sldMk cId="1821724871" sldId="261"/>
            <ac:picMk id="8" creationId="{9BA22A1E-80EB-158B-04BE-7B271110D00D}"/>
          </ac:picMkLst>
        </pc:picChg>
      </pc:sldChg>
      <pc:sldChg chg="modSp mod">
        <pc:chgData name="Danielle Andries" userId="93d179e4-3c18-40f7-920e-ae80b202540d" providerId="ADAL" clId="{D4AF733A-6539-4A38-AC66-A55192F23D4F}" dt="2023-09-13T02:07:23.657" v="547"/>
        <pc:sldMkLst>
          <pc:docMk/>
          <pc:sldMk cId="2631819795" sldId="263"/>
        </pc:sldMkLst>
        <pc:spChg chg="mod">
          <ac:chgData name="Danielle Andries" userId="93d179e4-3c18-40f7-920e-ae80b202540d" providerId="ADAL" clId="{D4AF733A-6539-4A38-AC66-A55192F23D4F}" dt="2023-09-11T19:23:12.334" v="141" actId="20577"/>
          <ac:spMkLst>
            <pc:docMk/>
            <pc:sldMk cId="2631819795" sldId="263"/>
            <ac:spMk id="2" creationId="{8CCA571E-DEB7-46F2-8F35-C75EA28B441B}"/>
          </ac:spMkLst>
        </pc:spChg>
        <pc:spChg chg="mod">
          <ac:chgData name="Danielle Andries" userId="93d179e4-3c18-40f7-920e-ae80b202540d" providerId="ADAL" clId="{D4AF733A-6539-4A38-AC66-A55192F23D4F}" dt="2023-09-13T02:07:23.657" v="547"/>
          <ac:spMkLst>
            <pc:docMk/>
            <pc:sldMk cId="2631819795" sldId="263"/>
            <ac:spMk id="3" creationId="{FC69CAD3-34EC-4D3B-A788-E05EF101E8B6}"/>
          </ac:spMkLst>
        </pc:spChg>
      </pc:sldChg>
      <pc:sldChg chg="addSp delSp modSp mod">
        <pc:chgData name="Danielle Andries" userId="93d179e4-3c18-40f7-920e-ae80b202540d" providerId="ADAL" clId="{D4AF733A-6539-4A38-AC66-A55192F23D4F}" dt="2023-09-11T19:23:51.533" v="179" actId="20577"/>
        <pc:sldMkLst>
          <pc:docMk/>
          <pc:sldMk cId="3051765853" sldId="264"/>
        </pc:sldMkLst>
        <pc:spChg chg="mod">
          <ac:chgData name="Danielle Andries" userId="93d179e4-3c18-40f7-920e-ae80b202540d" providerId="ADAL" clId="{D4AF733A-6539-4A38-AC66-A55192F23D4F}" dt="2023-09-11T19:23:51.533" v="179" actId="20577"/>
          <ac:spMkLst>
            <pc:docMk/>
            <pc:sldMk cId="3051765853" sldId="264"/>
            <ac:spMk id="3" creationId="{89316A7B-EF56-4540-A124-0ACC23724F87}"/>
          </ac:spMkLst>
        </pc:spChg>
        <pc:graphicFrameChg chg="add del mod">
          <ac:chgData name="Danielle Andries" userId="93d179e4-3c18-40f7-920e-ae80b202540d" providerId="ADAL" clId="{D4AF733A-6539-4A38-AC66-A55192F23D4F}" dt="2023-09-11T19:23:31.014" v="143"/>
          <ac:graphicFrameMkLst>
            <pc:docMk/>
            <pc:sldMk cId="3051765853" sldId="264"/>
            <ac:graphicFrameMk id="4" creationId="{D6299B31-514D-CF9C-17A9-7C0C50E72346}"/>
          </ac:graphicFrameMkLst>
        </pc:graphicFrameChg>
      </pc:sldChg>
      <pc:sldChg chg="modSp mod">
        <pc:chgData name="Danielle Andries" userId="93d179e4-3c18-40f7-920e-ae80b202540d" providerId="ADAL" clId="{D4AF733A-6539-4A38-AC66-A55192F23D4F}" dt="2023-08-15T15:35:28.095" v="11" actId="20577"/>
        <pc:sldMkLst>
          <pc:docMk/>
          <pc:sldMk cId="997338478" sldId="266"/>
        </pc:sldMkLst>
        <pc:spChg chg="mod">
          <ac:chgData name="Danielle Andries" userId="93d179e4-3c18-40f7-920e-ae80b202540d" providerId="ADAL" clId="{D4AF733A-6539-4A38-AC66-A55192F23D4F}" dt="2023-08-15T15:35:28.095" v="11" actId="20577"/>
          <ac:spMkLst>
            <pc:docMk/>
            <pc:sldMk cId="997338478" sldId="266"/>
            <ac:spMk id="3" creationId="{3CFC5BFA-DF53-4407-9187-19E2D701E00B}"/>
          </ac:spMkLst>
        </pc:spChg>
      </pc:sldChg>
      <pc:sldChg chg="modSp mod">
        <pc:chgData name="Danielle Andries" userId="93d179e4-3c18-40f7-920e-ae80b202540d" providerId="ADAL" clId="{D4AF733A-6539-4A38-AC66-A55192F23D4F}" dt="2023-08-15T15:35:09.649" v="7"/>
        <pc:sldMkLst>
          <pc:docMk/>
          <pc:sldMk cId="674909909" sldId="267"/>
        </pc:sldMkLst>
        <pc:spChg chg="mod">
          <ac:chgData name="Danielle Andries" userId="93d179e4-3c18-40f7-920e-ae80b202540d" providerId="ADAL" clId="{D4AF733A-6539-4A38-AC66-A55192F23D4F}" dt="2023-08-15T15:35:09.649" v="7"/>
          <ac:spMkLst>
            <pc:docMk/>
            <pc:sldMk cId="674909909" sldId="267"/>
            <ac:spMk id="2" creationId="{3B584BAD-EC4F-4728-93AF-D36C5D808653}"/>
          </ac:spMkLst>
        </pc:spChg>
        <pc:spChg chg="mod">
          <ac:chgData name="Danielle Andries" userId="93d179e4-3c18-40f7-920e-ae80b202540d" providerId="ADAL" clId="{D4AF733A-6539-4A38-AC66-A55192F23D4F}" dt="2023-08-15T15:35:05.010" v="6" actId="20577"/>
          <ac:spMkLst>
            <pc:docMk/>
            <pc:sldMk cId="674909909" sldId="267"/>
            <ac:spMk id="3" creationId="{64FA1437-B024-4A30-A4F5-99BD676DEE0E}"/>
          </ac:spMkLst>
        </pc:spChg>
        <pc:spChg chg="mod">
          <ac:chgData name="Danielle Andries" userId="93d179e4-3c18-40f7-920e-ae80b202540d" providerId="ADAL" clId="{D4AF733A-6539-4A38-AC66-A55192F23D4F}" dt="2023-08-15T15:35:02.928" v="5" actId="20577"/>
          <ac:spMkLst>
            <pc:docMk/>
            <pc:sldMk cId="674909909" sldId="267"/>
            <ac:spMk id="4" creationId="{EB4C854E-2009-4A48-BF5C-7AC043B72217}"/>
          </ac:spMkLst>
        </pc:spChg>
      </pc:sldChg>
      <pc:sldChg chg="modSp mod">
        <pc:chgData name="Danielle Andries" userId="93d179e4-3c18-40f7-920e-ae80b202540d" providerId="ADAL" clId="{D4AF733A-6539-4A38-AC66-A55192F23D4F}" dt="2023-08-15T15:35:24.021" v="10"/>
        <pc:sldMkLst>
          <pc:docMk/>
          <pc:sldMk cId="925647113" sldId="268"/>
        </pc:sldMkLst>
        <pc:spChg chg="mod">
          <ac:chgData name="Danielle Andries" userId="93d179e4-3c18-40f7-920e-ae80b202540d" providerId="ADAL" clId="{D4AF733A-6539-4A38-AC66-A55192F23D4F}" dt="2023-08-15T15:35:24.021" v="10"/>
          <ac:spMkLst>
            <pc:docMk/>
            <pc:sldMk cId="925647113" sldId="268"/>
            <ac:spMk id="2" creationId="{3B584BAD-EC4F-4728-93AF-D36C5D808653}"/>
          </ac:spMkLst>
        </pc:spChg>
        <pc:spChg chg="mod">
          <ac:chgData name="Danielle Andries" userId="93d179e4-3c18-40f7-920e-ae80b202540d" providerId="ADAL" clId="{D4AF733A-6539-4A38-AC66-A55192F23D4F}" dt="2023-08-15T15:35:20.473" v="9" actId="20577"/>
          <ac:spMkLst>
            <pc:docMk/>
            <pc:sldMk cId="925647113" sldId="268"/>
            <ac:spMk id="3" creationId="{64FA1437-B024-4A30-A4F5-99BD676DEE0E}"/>
          </ac:spMkLst>
        </pc:spChg>
        <pc:spChg chg="mod">
          <ac:chgData name="Danielle Andries" userId="93d179e4-3c18-40f7-920e-ae80b202540d" providerId="ADAL" clId="{D4AF733A-6539-4A38-AC66-A55192F23D4F}" dt="2023-08-15T15:35:16.933" v="8" actId="20577"/>
          <ac:spMkLst>
            <pc:docMk/>
            <pc:sldMk cId="925647113" sldId="268"/>
            <ac:spMk id="4" creationId="{EB4C854E-2009-4A48-BF5C-7AC043B72217}"/>
          </ac:spMkLst>
        </pc:spChg>
      </pc:sldChg>
      <pc:sldChg chg="modSp mod">
        <pc:chgData name="Danielle Andries" userId="93d179e4-3c18-40f7-920e-ae80b202540d" providerId="ADAL" clId="{D4AF733A-6539-4A38-AC66-A55192F23D4F}" dt="2023-09-13T02:07:34.293" v="548"/>
        <pc:sldMkLst>
          <pc:docMk/>
          <pc:sldMk cId="1077129245" sldId="269"/>
        </pc:sldMkLst>
        <pc:spChg chg="mod">
          <ac:chgData name="Danielle Andries" userId="93d179e4-3c18-40f7-920e-ae80b202540d" providerId="ADAL" clId="{D4AF733A-6539-4A38-AC66-A55192F23D4F}" dt="2023-09-11T19:28:07.519" v="365" actId="20577"/>
          <ac:spMkLst>
            <pc:docMk/>
            <pc:sldMk cId="1077129245" sldId="269"/>
            <ac:spMk id="2" creationId="{8CCA571E-DEB7-46F2-8F35-C75EA28B441B}"/>
          </ac:spMkLst>
        </pc:spChg>
        <pc:spChg chg="mod">
          <ac:chgData name="Danielle Andries" userId="93d179e4-3c18-40f7-920e-ae80b202540d" providerId="ADAL" clId="{D4AF733A-6539-4A38-AC66-A55192F23D4F}" dt="2023-09-13T02:07:34.293" v="548"/>
          <ac:spMkLst>
            <pc:docMk/>
            <pc:sldMk cId="1077129245" sldId="269"/>
            <ac:spMk id="3" creationId="{FC69CAD3-34EC-4D3B-A788-E05EF101E8B6}"/>
          </ac:spMkLst>
        </pc:spChg>
      </pc:sldChg>
      <pc:sldChg chg="del">
        <pc:chgData name="Danielle Andries" userId="93d179e4-3c18-40f7-920e-ae80b202540d" providerId="ADAL" clId="{D4AF733A-6539-4A38-AC66-A55192F23D4F}" dt="2023-09-11T19:28:13.524" v="366" actId="2696"/>
        <pc:sldMkLst>
          <pc:docMk/>
          <pc:sldMk cId="1393704826" sldId="270"/>
        </pc:sldMkLst>
      </pc:sldChg>
      <pc:sldChg chg="modSp mod">
        <pc:chgData name="Danielle Andries" userId="93d179e4-3c18-40f7-920e-ae80b202540d" providerId="ADAL" clId="{D4AF733A-6539-4A38-AC66-A55192F23D4F}" dt="2023-09-13T02:07:42.185" v="549"/>
        <pc:sldMkLst>
          <pc:docMk/>
          <pc:sldMk cId="2629848402" sldId="271"/>
        </pc:sldMkLst>
        <pc:spChg chg="mod">
          <ac:chgData name="Danielle Andries" userId="93d179e4-3c18-40f7-920e-ae80b202540d" providerId="ADAL" clId="{D4AF733A-6539-4A38-AC66-A55192F23D4F}" dt="2023-09-11T19:33:11.591" v="545" actId="20577"/>
          <ac:spMkLst>
            <pc:docMk/>
            <pc:sldMk cId="2629848402" sldId="271"/>
            <ac:spMk id="2" creationId="{8CCA571E-DEB7-46F2-8F35-C75EA28B441B}"/>
          </ac:spMkLst>
        </pc:spChg>
        <pc:spChg chg="mod">
          <ac:chgData name="Danielle Andries" userId="93d179e4-3c18-40f7-920e-ae80b202540d" providerId="ADAL" clId="{D4AF733A-6539-4A38-AC66-A55192F23D4F}" dt="2023-09-13T02:07:42.185" v="549"/>
          <ac:spMkLst>
            <pc:docMk/>
            <pc:sldMk cId="2629848402" sldId="271"/>
            <ac:spMk id="3" creationId="{FC69CAD3-34EC-4D3B-A788-E05EF101E8B6}"/>
          </ac:spMkLst>
        </pc:spChg>
      </pc:sldChg>
      <pc:sldChg chg="del">
        <pc:chgData name="Danielle Andries" userId="93d179e4-3c18-40f7-920e-ae80b202540d" providerId="ADAL" clId="{D4AF733A-6539-4A38-AC66-A55192F23D4F}" dt="2023-09-11T19:33:25.704" v="546" actId="2696"/>
        <pc:sldMkLst>
          <pc:docMk/>
          <pc:sldMk cId="2561145034" sldId="272"/>
        </pc:sldMkLst>
      </pc:sldChg>
      <pc:sldChg chg="addSp delSp modSp mod">
        <pc:chgData name="Danielle Andries" userId="93d179e4-3c18-40f7-920e-ae80b202540d" providerId="ADAL" clId="{D4AF733A-6539-4A38-AC66-A55192F23D4F}" dt="2023-09-11T19:31:33.102" v="391"/>
        <pc:sldMkLst>
          <pc:docMk/>
          <pc:sldMk cId="1135917042" sldId="276"/>
        </pc:sldMkLst>
        <pc:spChg chg="del">
          <ac:chgData name="Danielle Andries" userId="93d179e4-3c18-40f7-920e-ae80b202540d" providerId="ADAL" clId="{D4AF733A-6539-4A38-AC66-A55192F23D4F}" dt="2023-09-11T19:29:15.585" v="368"/>
          <ac:spMkLst>
            <pc:docMk/>
            <pc:sldMk cId="1135917042" sldId="276"/>
            <ac:spMk id="3" creationId="{579B07B8-7B27-45F1-B0BB-6162AE3855D4}"/>
          </ac:spMkLst>
        </pc:spChg>
        <pc:spChg chg="mod">
          <ac:chgData name="Danielle Andries" userId="93d179e4-3c18-40f7-920e-ae80b202540d" providerId="ADAL" clId="{D4AF733A-6539-4A38-AC66-A55192F23D4F}" dt="2023-09-11T19:31:11.606" v="384" actId="1076"/>
          <ac:spMkLst>
            <pc:docMk/>
            <pc:sldMk cId="1135917042" sldId="276"/>
            <ac:spMk id="6" creationId="{6C97A144-0634-4203-BEE3-57B7B2ADD04C}"/>
          </ac:spMkLst>
        </pc:spChg>
        <pc:picChg chg="add mod">
          <ac:chgData name="Danielle Andries" userId="93d179e4-3c18-40f7-920e-ae80b202540d" providerId="ADAL" clId="{D4AF733A-6539-4A38-AC66-A55192F23D4F}" dt="2023-09-11T19:31:05.960" v="383" actId="1076"/>
          <ac:picMkLst>
            <pc:docMk/>
            <pc:sldMk cId="1135917042" sldId="276"/>
            <ac:picMk id="8" creationId="{857E9D08-340D-EC86-003D-5810BE335EFB}"/>
          </ac:picMkLst>
        </pc:picChg>
        <pc:picChg chg="add del mod">
          <ac:chgData name="Danielle Andries" userId="93d179e4-3c18-40f7-920e-ae80b202540d" providerId="ADAL" clId="{D4AF733A-6539-4A38-AC66-A55192F23D4F}" dt="2023-09-11T19:31:33.102" v="391"/>
          <ac:picMkLst>
            <pc:docMk/>
            <pc:sldMk cId="1135917042" sldId="276"/>
            <ac:picMk id="9" creationId="{6A61FFD1-2D49-89B8-F76D-977BF9BB69E8}"/>
          </ac:picMkLst>
        </pc:picChg>
      </pc:sldChg>
      <pc:sldChg chg="modNotesTx">
        <pc:chgData name="Danielle Andries" userId="93d179e4-3c18-40f7-920e-ae80b202540d" providerId="ADAL" clId="{D4AF733A-6539-4A38-AC66-A55192F23D4F}" dt="2023-09-11T19:04:13.760" v="13"/>
        <pc:sldMkLst>
          <pc:docMk/>
          <pc:sldMk cId="125391419" sldId="279"/>
        </pc:sldMkLst>
      </pc:sldChg>
      <pc:sldChg chg="addSp delSp modSp mod">
        <pc:chgData name="Danielle Andries" userId="93d179e4-3c18-40f7-920e-ae80b202540d" providerId="ADAL" clId="{D4AF733A-6539-4A38-AC66-A55192F23D4F}" dt="2023-09-11T19:22:28.379" v="35" actId="1076"/>
        <pc:sldMkLst>
          <pc:docMk/>
          <pc:sldMk cId="3815322207" sldId="281"/>
        </pc:sldMkLst>
        <pc:spChg chg="del">
          <ac:chgData name="Danielle Andries" userId="93d179e4-3c18-40f7-920e-ae80b202540d" providerId="ADAL" clId="{D4AF733A-6539-4A38-AC66-A55192F23D4F}" dt="2023-09-11T19:22:05.893" v="27"/>
          <ac:spMkLst>
            <pc:docMk/>
            <pc:sldMk cId="3815322207" sldId="281"/>
            <ac:spMk id="3" creationId="{579B07B8-7B27-45F1-B0BB-6162AE3855D4}"/>
          </ac:spMkLst>
        </pc:spChg>
        <pc:spChg chg="mod">
          <ac:chgData name="Danielle Andries" userId="93d179e4-3c18-40f7-920e-ae80b202540d" providerId="ADAL" clId="{D4AF733A-6539-4A38-AC66-A55192F23D4F}" dt="2023-09-11T19:22:28.379" v="35" actId="1076"/>
          <ac:spMkLst>
            <pc:docMk/>
            <pc:sldMk cId="3815322207" sldId="281"/>
            <ac:spMk id="6" creationId="{6C97A144-0634-4203-BEE3-57B7B2ADD04C}"/>
          </ac:spMkLst>
        </pc:spChg>
        <pc:picChg chg="add mod">
          <ac:chgData name="Danielle Andries" userId="93d179e4-3c18-40f7-920e-ae80b202540d" providerId="ADAL" clId="{D4AF733A-6539-4A38-AC66-A55192F23D4F}" dt="2023-09-11T19:22:21.143" v="33" actId="1076"/>
          <ac:picMkLst>
            <pc:docMk/>
            <pc:sldMk cId="3815322207" sldId="281"/>
            <ac:picMk id="8" creationId="{A7767893-E2D0-EF8B-7CF9-A3A34DAE0285}"/>
          </ac:picMkLst>
        </pc:picChg>
      </pc:sldChg>
      <pc:sldChg chg="modNotesTx">
        <pc:chgData name="Danielle Andries" userId="93d179e4-3c18-40f7-920e-ae80b202540d" providerId="ADAL" clId="{D4AF733A-6539-4A38-AC66-A55192F23D4F}" dt="2023-09-11T19:24:39.321" v="180"/>
        <pc:sldMkLst>
          <pc:docMk/>
          <pc:sldMk cId="609754806" sldId="283"/>
        </pc:sldMkLst>
      </pc:sldChg>
      <pc:sldChg chg="modNotesTx">
        <pc:chgData name="Danielle Andries" userId="93d179e4-3c18-40f7-920e-ae80b202540d" providerId="ADAL" clId="{D4AF733A-6539-4A38-AC66-A55192F23D4F}" dt="2023-09-11T19:25:17.544" v="182" actId="20577"/>
        <pc:sldMkLst>
          <pc:docMk/>
          <pc:sldMk cId="1614154945" sldId="284"/>
        </pc:sldMkLst>
      </pc:sldChg>
      <pc:sldChg chg="addSp delSp modSp mod">
        <pc:chgData name="Danielle Andries" userId="93d179e4-3c18-40f7-920e-ae80b202540d" providerId="ADAL" clId="{D4AF733A-6539-4A38-AC66-A55192F23D4F}" dt="2023-09-11T19:26:15.386" v="191" actId="1076"/>
        <pc:sldMkLst>
          <pc:docMk/>
          <pc:sldMk cId="144038079" sldId="287"/>
        </pc:sldMkLst>
        <pc:spChg chg="del">
          <ac:chgData name="Danielle Andries" userId="93d179e4-3c18-40f7-920e-ae80b202540d" providerId="ADAL" clId="{D4AF733A-6539-4A38-AC66-A55192F23D4F}" dt="2023-09-11T19:25:48.405" v="183"/>
          <ac:spMkLst>
            <pc:docMk/>
            <pc:sldMk cId="144038079" sldId="287"/>
            <ac:spMk id="3" creationId="{579B07B8-7B27-45F1-B0BB-6162AE3855D4}"/>
          </ac:spMkLst>
        </pc:spChg>
        <pc:spChg chg="mod">
          <ac:chgData name="Danielle Andries" userId="93d179e4-3c18-40f7-920e-ae80b202540d" providerId="ADAL" clId="{D4AF733A-6539-4A38-AC66-A55192F23D4F}" dt="2023-09-11T19:26:06.391" v="188" actId="14100"/>
          <ac:spMkLst>
            <pc:docMk/>
            <pc:sldMk cId="144038079" sldId="287"/>
            <ac:spMk id="5" creationId="{372FA240-3863-4D01-94C7-5E89B539BF0B}"/>
          </ac:spMkLst>
        </pc:spChg>
        <pc:spChg chg="mod">
          <ac:chgData name="Danielle Andries" userId="93d179e4-3c18-40f7-920e-ae80b202540d" providerId="ADAL" clId="{D4AF733A-6539-4A38-AC66-A55192F23D4F}" dt="2023-09-11T19:26:15.386" v="191" actId="1076"/>
          <ac:spMkLst>
            <pc:docMk/>
            <pc:sldMk cId="144038079" sldId="287"/>
            <ac:spMk id="6" creationId="{6C97A144-0634-4203-BEE3-57B7B2ADD04C}"/>
          </ac:spMkLst>
        </pc:spChg>
        <pc:picChg chg="add mod">
          <ac:chgData name="Danielle Andries" userId="93d179e4-3c18-40f7-920e-ae80b202540d" providerId="ADAL" clId="{D4AF733A-6539-4A38-AC66-A55192F23D4F}" dt="2023-09-11T19:26:10.968" v="190" actId="1076"/>
          <ac:picMkLst>
            <pc:docMk/>
            <pc:sldMk cId="144038079" sldId="287"/>
            <ac:picMk id="8" creationId="{F0180C33-01B2-2EC8-AEB3-60B82775660D}"/>
          </ac:picMkLst>
        </pc:picChg>
      </pc:sldChg>
      <pc:sldChg chg="modNotesTx">
        <pc:chgData name="Danielle Andries" userId="93d179e4-3c18-40f7-920e-ae80b202540d" providerId="ADAL" clId="{D4AF733A-6539-4A38-AC66-A55192F23D4F}" dt="2023-09-11T19:28:35.406" v="367"/>
        <pc:sldMkLst>
          <pc:docMk/>
          <pc:sldMk cId="326372479" sldId="291"/>
        </pc:sldMkLst>
      </pc:sldChg>
      <pc:sldChg chg="addSp delSp modSp mod">
        <pc:chgData name="Danielle Andries" userId="93d179e4-3c18-40f7-920e-ae80b202540d" providerId="ADAL" clId="{D4AF733A-6539-4A38-AC66-A55192F23D4F}" dt="2023-09-11T19:32:22.277" v="405" actId="962"/>
        <pc:sldMkLst>
          <pc:docMk/>
          <pc:sldMk cId="820779420" sldId="292"/>
        </pc:sldMkLst>
        <pc:spChg chg="del">
          <ac:chgData name="Danielle Andries" userId="93d179e4-3c18-40f7-920e-ae80b202540d" providerId="ADAL" clId="{D4AF733A-6539-4A38-AC66-A55192F23D4F}" dt="2023-09-11T19:29:51.464" v="375"/>
          <ac:spMkLst>
            <pc:docMk/>
            <pc:sldMk cId="820779420" sldId="292"/>
            <ac:spMk id="3" creationId="{579B07B8-7B27-45F1-B0BB-6162AE3855D4}"/>
          </ac:spMkLst>
        </pc:spChg>
        <pc:spChg chg="mod">
          <ac:chgData name="Danielle Andries" userId="93d179e4-3c18-40f7-920e-ae80b202540d" providerId="ADAL" clId="{D4AF733A-6539-4A38-AC66-A55192F23D4F}" dt="2023-09-11T19:32:11.905" v="403" actId="1076"/>
          <ac:spMkLst>
            <pc:docMk/>
            <pc:sldMk cId="820779420" sldId="292"/>
            <ac:spMk id="6" creationId="{6C97A144-0634-4203-BEE3-57B7B2ADD04C}"/>
          </ac:spMkLst>
        </pc:spChg>
        <pc:spChg chg="add del mod">
          <ac:chgData name="Danielle Andries" userId="93d179e4-3c18-40f7-920e-ae80b202540d" providerId="ADAL" clId="{D4AF733A-6539-4A38-AC66-A55192F23D4F}" dt="2023-09-11T19:31:33.576" v="392" actId="21"/>
          <ac:spMkLst>
            <pc:docMk/>
            <pc:sldMk cId="820779420" sldId="292"/>
            <ac:spMk id="10" creationId="{43D4A4C6-1009-E819-4228-9B2A5942603F}"/>
          </ac:spMkLst>
        </pc:spChg>
        <pc:spChg chg="add del mod">
          <ac:chgData name="Danielle Andries" userId="93d179e4-3c18-40f7-920e-ae80b202540d" providerId="ADAL" clId="{D4AF733A-6539-4A38-AC66-A55192F23D4F}" dt="2023-09-11T19:31:47.284" v="394" actId="478"/>
          <ac:spMkLst>
            <pc:docMk/>
            <pc:sldMk cId="820779420" sldId="292"/>
            <ac:spMk id="12" creationId="{903AAE47-73B9-0F7C-C55D-CE3C0EBAB6E6}"/>
          </ac:spMkLst>
        </pc:spChg>
        <pc:spChg chg="add del mod">
          <ac:chgData name="Danielle Andries" userId="93d179e4-3c18-40f7-920e-ae80b202540d" providerId="ADAL" clId="{D4AF733A-6539-4A38-AC66-A55192F23D4F}" dt="2023-09-11T19:32:01.382" v="399" actId="478"/>
          <ac:spMkLst>
            <pc:docMk/>
            <pc:sldMk cId="820779420" sldId="292"/>
            <ac:spMk id="16" creationId="{AF0027C0-5E22-34D5-5560-0109182E531E}"/>
          </ac:spMkLst>
        </pc:spChg>
        <pc:picChg chg="add del mod">
          <ac:chgData name="Danielle Andries" userId="93d179e4-3c18-40f7-920e-ae80b202540d" providerId="ADAL" clId="{D4AF733A-6539-4A38-AC66-A55192F23D4F}" dt="2023-09-11T19:31:57.282" v="397" actId="478"/>
          <ac:picMkLst>
            <pc:docMk/>
            <pc:sldMk cId="820779420" sldId="292"/>
            <ac:picMk id="8" creationId="{C913EB87-C9DE-EFA3-D2C9-D451D03FA52E}"/>
          </ac:picMkLst>
        </pc:picChg>
        <pc:picChg chg="add mod">
          <ac:chgData name="Danielle Andries" userId="93d179e4-3c18-40f7-920e-ae80b202540d" providerId="ADAL" clId="{D4AF733A-6539-4A38-AC66-A55192F23D4F}" dt="2023-09-11T19:32:22.277" v="405" actId="962"/>
          <ac:picMkLst>
            <pc:docMk/>
            <pc:sldMk cId="820779420" sldId="292"/>
            <ac:picMk id="14" creationId="{857A2095-E4C5-0A27-55DC-6BFCCDD52E15}"/>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We are focusing on technical assets that require some degree of configuration. An organization also has many assets with no configuration requirement, such as furniture and buildings.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635202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Asset management is the first step in developing a cybersecurity program. It's critically important to identify what needs to be protected prior to implementing any controls.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95004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Ransomware poses a significant threat to businesses and organizations by encrypting vital data and demanding a ransom for its release. In many cases, ransomware attacks also target backup infrastructure, hindering recovery efforts and further exacerbating the attack's impact. Perpetrators often employ advanced techniques to infiltrate and compromise both primary and backup systems, rendering them useless when needed. Organizations can implement several strategies to defend against this risk, such as maintaining air-gapped backups physically disconnected from the network, thereby actively preventing ransomware from accessing and encrypting them.</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70386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Snapshots, replication and journaling are not replacements for backups. A corrupted filesystem leads to complete disaster if standard, offline backups are not available. Even replication can be rendered useless because replication often results in nothing more than two copies of the corrupted filesystem.</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445822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Technologies and software associated with remote work:</a:t>
            </a:r>
          </a:p>
          <a:p>
            <a:pPr algn="l">
              <a:buFont typeface="Arial" panose="020B0604020202020204" pitchFamily="34" charset="0"/>
              <a:buChar char="•"/>
            </a:pPr>
            <a:r>
              <a:rPr lang="en-US" b="0" i="1" dirty="0">
                <a:solidFill>
                  <a:srgbClr val="45545F"/>
                </a:solidFill>
                <a:effectLst/>
                <a:latin typeface="Open Sans" panose="020B0606030504020204" pitchFamily="34" charset="0"/>
              </a:rPr>
              <a:t>Virtual Private Network (VPN)—Provides secure access to an organization's internal network and resources.</a:t>
            </a:r>
          </a:p>
          <a:p>
            <a:pPr algn="l">
              <a:buFont typeface="Arial" panose="020B0604020202020204" pitchFamily="34" charset="0"/>
              <a:buChar char="•"/>
            </a:pPr>
            <a:r>
              <a:rPr lang="en-US" b="0" i="1" dirty="0">
                <a:solidFill>
                  <a:srgbClr val="45545F"/>
                </a:solidFill>
                <a:effectLst/>
                <a:latin typeface="Open Sans" panose="020B0606030504020204" pitchFamily="34" charset="0"/>
              </a:rPr>
              <a:t>Remote Desktop Software—Allows remote access to computers or virtual desktops in the office or the tools used by the help desk and service-center teams to support employees.</a:t>
            </a:r>
          </a:p>
          <a:p>
            <a:pPr algn="l">
              <a:buFont typeface="Arial" panose="020B0604020202020204" pitchFamily="34" charset="0"/>
              <a:buChar char="•"/>
            </a:pPr>
            <a:r>
              <a:rPr lang="en-US" b="0" i="1" dirty="0">
                <a:solidFill>
                  <a:srgbClr val="45545F"/>
                </a:solidFill>
                <a:effectLst/>
                <a:latin typeface="Open Sans" panose="020B0606030504020204" pitchFamily="34" charset="0"/>
              </a:rPr>
              <a:t>Cloud-Based Tools—Platforms like Microsoft 365, Google Workspace, Dropbox, Slack, and many other popular tools enable remote team collaboration, document sharing, and communication.</a:t>
            </a:r>
          </a:p>
          <a:p>
            <a:pPr algn="l">
              <a:buFont typeface="Arial" panose="020B0604020202020204" pitchFamily="34" charset="0"/>
              <a:buChar char="•"/>
            </a:pPr>
            <a:r>
              <a:rPr lang="en-US" b="0" i="1" dirty="0">
                <a:solidFill>
                  <a:srgbClr val="45545F"/>
                </a:solidFill>
                <a:effectLst/>
                <a:latin typeface="Open Sans" panose="020B0606030504020204" pitchFamily="34" charset="0"/>
              </a:rPr>
              <a:t>Video Conferencing Software—Applications like Zoom, Microsoft Teams, or Webex facilitate virtual meetings, conference calls, and screen sharing.</a:t>
            </a:r>
          </a:p>
          <a:p>
            <a:pPr algn="l">
              <a:buFont typeface="Arial" panose="020B0604020202020204" pitchFamily="34" charset="0"/>
              <a:buChar char="•"/>
            </a:pPr>
            <a:r>
              <a:rPr lang="en-US" b="0" i="1" dirty="0">
                <a:solidFill>
                  <a:srgbClr val="45545F"/>
                </a:solidFill>
                <a:effectLst/>
                <a:latin typeface="Open Sans" panose="020B0606030504020204" pitchFamily="34" charset="0"/>
              </a:rPr>
              <a:t>Instant Messaging and Chat Tools—Applications like Slack, Microsoft Teams, or Discord enable real-time communication and quick collaboration.</a:t>
            </a:r>
          </a:p>
          <a:p>
            <a:pPr algn="l">
              <a:buFont typeface="Arial" panose="020B0604020202020204" pitchFamily="34" charset="0"/>
              <a:buChar char="•"/>
            </a:pPr>
            <a:r>
              <a:rPr lang="en-US" b="0" i="1" dirty="0">
                <a:solidFill>
                  <a:srgbClr val="45545F"/>
                </a:solidFill>
                <a:effectLst/>
                <a:latin typeface="Open Sans" panose="020B0606030504020204" pitchFamily="34" charset="0"/>
              </a:rPr>
              <a:t>Virtual Phone Systems—Cloud-based phone systems allow employees to make and receive calls remotely using their computers or mobile devices.</a:t>
            </a:r>
          </a:p>
          <a:p>
            <a:pPr algn="l">
              <a:buFont typeface="Arial" panose="020B0604020202020204" pitchFamily="34" charset="0"/>
              <a:buChar char="•"/>
            </a:pPr>
            <a:r>
              <a:rPr lang="en-US" b="0" i="1" dirty="0">
                <a:solidFill>
                  <a:srgbClr val="45545F"/>
                </a:solidFill>
                <a:effectLst/>
                <a:latin typeface="Open Sans" panose="020B0606030504020204" pitchFamily="34" charset="0"/>
              </a:rPr>
              <a:t>Project Management Tools—Platforms like Trello, Asana, or Jira assist in task management, project tracking, and team coordination.</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53880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08661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Mainframe computing is often associated with "Five-Nines" type of availability.</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24724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Where a load balancer distributes client requests between available nodes, clustering enables load balancing "within" a group of servers.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670680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UPS often includes power conditioning features to add additional equipment protection.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1944171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509926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While an IDS is primarily designed to detect issues, a honeypot includes forensic level details to help reveal methods used by a malicious user and can help identify zero-day type attacks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131550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554362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268532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Physical security is typically the responsibility of a dedicated department. As cybersecurity professionals, it is important to understand the elements of physical security to help develop appropriate levels of protection for an organization.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1164535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Physical sites at risk of a terrorist attack will use barricades such as bollards and security posts to prevent vehicles from speeding toward a building.</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16443363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A physical access control system (PACS) is a critical component in managing and maintaining security within a facility. It is a system designed to control who can access specific locations within a building or site. The PACS operates through a combination of hardware and software, including access cards or badges, card readers, access control panels, and a centralized control network.</a:t>
            </a:r>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859912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48019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Explain Resiliency and Site Security Concepts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7</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Asset Management</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7A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7</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Asset Tracking</a:t>
            </a:r>
          </a:p>
        </p:txBody>
      </p:sp>
      <p:sp>
        <p:nvSpPr>
          <p:cNvPr id="7" name="Content Placeholder 6">
            <a:extLst>
              <a:ext uri="{FF2B5EF4-FFF2-40B4-BE49-F238E27FC236}">
                <a16:creationId xmlns:a16="http://schemas.microsoft.com/office/drawing/2014/main" id="{7BA23956-E191-CDEF-A283-32132C84AAA6}"/>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Assets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Anything with value!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Cyber asset tracking is IT centric</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Assignment and Ownership</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Asset Tracking</a:t>
            </a:r>
          </a:p>
        </p:txBody>
      </p:sp>
      <p:sp>
        <p:nvSpPr>
          <p:cNvPr id="7" name="Content Placeholder 6">
            <a:extLst>
              <a:ext uri="{FF2B5EF4-FFF2-40B4-BE49-F238E27FC236}">
                <a16:creationId xmlns:a16="http://schemas.microsoft.com/office/drawing/2014/main" id="{944F539B-B50B-B535-4E54-15247C012239}"/>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Asset Tracking and Monitoring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Manual Inventory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Network Scanning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Asset Management Software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Configuration Management Database (CMDB)</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Mobile Device Management (MDM)</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Cloud Asset Discovery</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795724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Asset Protection Concepts</a:t>
            </a:r>
          </a:p>
        </p:txBody>
      </p:sp>
      <p:sp>
        <p:nvSpPr>
          <p:cNvPr id="7" name="Content Placeholder 6">
            <a:extLst>
              <a:ext uri="{FF2B5EF4-FFF2-40B4-BE49-F238E27FC236}">
                <a16:creationId xmlns:a16="http://schemas.microsoft.com/office/drawing/2014/main" id="{0F975430-DE4A-7EC2-A160-5C97B9C301A2}"/>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Identify and prioritize assets based on sensitivity and impact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Standard naming convention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Configuration management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Change control and change management</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4173190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Data Backups</a:t>
            </a:r>
          </a:p>
        </p:txBody>
      </p:sp>
      <p:sp>
        <p:nvSpPr>
          <p:cNvPr id="7" name="Content Placeholder 6">
            <a:extLst>
              <a:ext uri="{FF2B5EF4-FFF2-40B4-BE49-F238E27FC236}">
                <a16:creationId xmlns:a16="http://schemas.microsoft.com/office/drawing/2014/main" id="{9DA3FCE1-1F6C-81C1-9380-E0E3B0894406}"/>
              </a:ext>
            </a:extLst>
          </p:cNvPr>
          <p:cNvSpPr>
            <a:spLocks noGrp="1"/>
          </p:cNvSpPr>
          <p:nvPr>
            <p:ph idx="1"/>
          </p:nvPr>
        </p:nvSpPr>
        <p:spPr/>
        <p:txBody>
          <a:bodyPr>
            <a:normAutofit fontScale="625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Ensure the availability and integrity of an organization's critical data and systems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Simple backups vs Enterprise Data Protection Strategy</a:t>
            </a:r>
          </a:p>
          <a:p>
            <a:r>
              <a:rPr lang="en-US" dirty="0">
                <a:latin typeface="Calibri" panose="020F0502020204030204" pitchFamily="34" charset="0"/>
                <a:cs typeface="Calibri" panose="020F0502020204030204" pitchFamily="34" charset="0"/>
              </a:rPr>
              <a:t>Critical capabilities for enterprise backup solutions typically include:</a:t>
            </a:r>
          </a:p>
          <a:p>
            <a:pPr marL="714375" lvl="1" indent="-285750"/>
            <a:r>
              <a:rPr lang="en-US" dirty="0">
                <a:latin typeface="Calibri" panose="020F0502020204030204" pitchFamily="34" charset="0"/>
                <a:cs typeface="Calibri" panose="020F0502020204030204" pitchFamily="34" charset="0"/>
              </a:rPr>
              <a:t>Support for various environments (virtual, physical, and cloud)</a:t>
            </a:r>
          </a:p>
          <a:p>
            <a:pPr marL="714375" lvl="1" indent="-285750"/>
            <a:r>
              <a:rPr lang="en-US" dirty="0">
                <a:latin typeface="Calibri" panose="020F0502020204030204" pitchFamily="34" charset="0"/>
                <a:cs typeface="Calibri" panose="020F0502020204030204" pitchFamily="34" charset="0"/>
              </a:rPr>
              <a:t>Data deduplication and compression to optimize storage space</a:t>
            </a:r>
          </a:p>
          <a:p>
            <a:pPr marL="714375" lvl="1" indent="-285750"/>
            <a:r>
              <a:rPr lang="en-US" dirty="0">
                <a:latin typeface="Calibri" panose="020F0502020204030204" pitchFamily="34" charset="0"/>
                <a:cs typeface="Calibri" panose="020F0502020204030204" pitchFamily="34" charset="0"/>
              </a:rPr>
              <a:t>Instant recovery and replication for quick failover</a:t>
            </a:r>
          </a:p>
          <a:p>
            <a:pPr marL="714375" lvl="1" indent="-285750"/>
            <a:r>
              <a:rPr lang="en-US" dirty="0">
                <a:latin typeface="Calibri" panose="020F0502020204030204" pitchFamily="34" charset="0"/>
                <a:cs typeface="Calibri" panose="020F0502020204030204" pitchFamily="34" charset="0"/>
              </a:rPr>
              <a:t>Ransomware protection and encryption for data security</a:t>
            </a:r>
          </a:p>
          <a:p>
            <a:pPr marL="714375" lvl="1" indent="-285750"/>
            <a:r>
              <a:rPr lang="en-US" dirty="0">
                <a:latin typeface="Calibri" panose="020F0502020204030204" pitchFamily="34" charset="0"/>
                <a:cs typeface="Calibri" panose="020F0502020204030204" pitchFamily="34" charset="0"/>
              </a:rPr>
              <a:t>Granular restore options for individual files, folders, or applications</a:t>
            </a:r>
          </a:p>
          <a:p>
            <a:pPr marL="714375" lvl="1" indent="-285750"/>
            <a:r>
              <a:rPr lang="en-US" dirty="0">
                <a:latin typeface="Calibri" panose="020F0502020204030204" pitchFamily="34" charset="0"/>
                <a:cs typeface="Calibri" panose="020F0502020204030204" pitchFamily="34" charset="0"/>
              </a:rPr>
              <a:t>Reporting, monitoring, and alerting tools for effective management</a:t>
            </a:r>
          </a:p>
          <a:p>
            <a:pPr marL="714375" lvl="1" indent="-285750"/>
            <a:r>
              <a:rPr lang="en-US" dirty="0">
                <a:latin typeface="Calibri" panose="020F0502020204030204" pitchFamily="34" charset="0"/>
                <a:cs typeface="Calibri" panose="020F0502020204030204" pitchFamily="34" charset="0"/>
              </a:rPr>
              <a:t>Integration with virtualization platforms, cloud providers, and storage systems</a:t>
            </a:r>
          </a:p>
          <a:p>
            <a:pPr marL="714375" lvl="1" indent="-285750"/>
            <a:r>
              <a:rPr lang="en-US" dirty="0">
                <a:latin typeface="Calibri" panose="020F0502020204030204" pitchFamily="34" charset="0"/>
                <a:cs typeface="Calibri" panose="020F0502020204030204" pitchFamily="34" charset="0"/>
              </a:rPr>
              <a:t>Encryption to protect copies of sensitive data stored in backup sets</a:t>
            </a:r>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25391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Advanced Data Protection</a:t>
            </a:r>
          </a:p>
        </p:txBody>
      </p:sp>
      <p:sp>
        <p:nvSpPr>
          <p:cNvPr id="10" name="Content Placeholder 9">
            <a:extLst>
              <a:ext uri="{FF2B5EF4-FFF2-40B4-BE49-F238E27FC236}">
                <a16:creationId xmlns:a16="http://schemas.microsoft.com/office/drawing/2014/main" id="{ABBCA775-4865-AACF-BC1D-8DB3A4090CFE}"/>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Snapshots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VM snapshots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Filesystem snapshots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SAN snapshots</a:t>
            </a:r>
          </a:p>
          <a:p>
            <a:pPr marL="0" indent="0">
              <a:buNone/>
            </a:pPr>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7</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249783" y="4561965"/>
            <a:ext cx="4894217" cy="507831"/>
          </a:xfrm>
          <a:prstGeom prst="rect">
            <a:avLst/>
          </a:prstGeom>
        </p:spPr>
        <p:txBody>
          <a:bodyPr wrap="square">
            <a:spAutoFit/>
          </a:bodyPr>
          <a:lstStyle/>
          <a:p>
            <a:pPr algn="ctr"/>
            <a:r>
              <a:rPr lang="en-US" sz="900" i="1" dirty="0">
                <a:solidFill>
                  <a:srgbClr val="45545F"/>
                </a:solidFill>
              </a:rPr>
              <a:t>The checkpoint configuration section for a Hyper-V virtual machine. Checkpoints refer to Microsoft's implementation of snapshot functionality. (Screenshot used with permission from Microsoft.)</a:t>
            </a:r>
          </a:p>
        </p:txBody>
      </p:sp>
      <p:pic>
        <p:nvPicPr>
          <p:cNvPr id="12" name="Content Placeholder 7" descr="A Screengrab of a window titled, Settings for WIN10DOC on WIN10HYPERV.">
            <a:extLst>
              <a:ext uri="{FF2B5EF4-FFF2-40B4-BE49-F238E27FC236}">
                <a16:creationId xmlns:a16="http://schemas.microsoft.com/office/drawing/2014/main" id="{893DEC63-D8D9-5FA0-90C5-257B606B83E0}"/>
              </a:ext>
            </a:extLst>
          </p:cNvPr>
          <p:cNvPicPr>
            <a:picLocks noGrp="1" noChangeAspect="1"/>
          </p:cNvPicPr>
          <p:nvPr>
            <p:ph idx="12"/>
          </p:nvPr>
        </p:nvPicPr>
        <p:blipFill>
          <a:blip r:embed="rId3"/>
          <a:stretch>
            <a:fillRect/>
          </a:stretch>
        </p:blipFill>
        <p:spPr>
          <a:xfrm>
            <a:off x="4798747" y="824511"/>
            <a:ext cx="3943810" cy="3752096"/>
          </a:xfrm>
          <a:prstGeom prst="rect">
            <a:avLst/>
          </a:prstGeom>
        </p:spPr>
      </p:pic>
    </p:spTree>
    <p:extLst>
      <p:ext uri="{BB962C8B-B14F-4D97-AF65-F5344CB8AC3E}">
        <p14:creationId xmlns:p14="http://schemas.microsoft.com/office/powerpoint/2010/main" val="1821724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Advanced Data Protection</a:t>
            </a:r>
          </a:p>
        </p:txBody>
      </p:sp>
      <p:sp>
        <p:nvSpPr>
          <p:cNvPr id="7" name="Content Placeholder 6">
            <a:extLst>
              <a:ext uri="{FF2B5EF4-FFF2-40B4-BE49-F238E27FC236}">
                <a16:creationId xmlns:a16="http://schemas.microsoft.com/office/drawing/2014/main" id="{99F94BF4-105C-8580-6182-49A1BBAE4988}"/>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Replication and Journaling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Database mirroring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SAN replication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VM replication</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994169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Secure Data Destruction </a:t>
            </a:r>
          </a:p>
        </p:txBody>
      </p:sp>
      <p:pic>
        <p:nvPicPr>
          <p:cNvPr id="8" name="Content Placeholder 7" descr="A screengrab of a window titled, Erase Disk overlaps a window titled, Active KillDisk.">
            <a:extLst>
              <a:ext uri="{FF2B5EF4-FFF2-40B4-BE49-F238E27FC236}">
                <a16:creationId xmlns:a16="http://schemas.microsoft.com/office/drawing/2014/main" id="{A7767893-E2D0-EF8B-7CF9-A3A34DAE0285}"/>
              </a:ext>
            </a:extLst>
          </p:cNvPr>
          <p:cNvPicPr>
            <a:picLocks noGrp="1" noChangeAspect="1"/>
          </p:cNvPicPr>
          <p:nvPr>
            <p:ph idx="1"/>
          </p:nvPr>
        </p:nvPicPr>
        <p:blipFill>
          <a:blip r:embed="rId2"/>
          <a:stretch>
            <a:fillRect/>
          </a:stretch>
        </p:blipFill>
        <p:spPr>
          <a:xfrm>
            <a:off x="146050" y="1429922"/>
            <a:ext cx="4354513" cy="2678943"/>
          </a:xfrm>
        </p:spPr>
      </p:pic>
      <p:sp>
        <p:nvSpPr>
          <p:cNvPr id="9" name="Content Placeholder 8">
            <a:extLst>
              <a:ext uri="{FF2B5EF4-FFF2-40B4-BE49-F238E27FC236}">
                <a16:creationId xmlns:a16="http://schemas.microsoft.com/office/drawing/2014/main" id="{A3143ADC-D2FF-E76C-39AB-6D294B99965B}"/>
              </a:ext>
            </a:extLst>
          </p:cNvPr>
          <p:cNvSpPr>
            <a:spLocks noGrp="1"/>
          </p:cNvSpPr>
          <p:nvPr>
            <p:ph idx="12"/>
          </p:nvPr>
        </p:nvSpPr>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Asset Disposal</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Sanitization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Destruction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Certification</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9</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544374" y="4136959"/>
            <a:ext cx="6357257" cy="230832"/>
          </a:xfrm>
          <a:prstGeom prst="rect">
            <a:avLst/>
          </a:prstGeom>
        </p:spPr>
        <p:txBody>
          <a:bodyPr wrap="square">
            <a:spAutoFit/>
          </a:bodyPr>
          <a:lstStyle/>
          <a:p>
            <a:pPr algn="ctr"/>
            <a:r>
              <a:rPr lang="en-US" sz="900" i="1" dirty="0">
                <a:solidFill>
                  <a:srgbClr val="45545F"/>
                </a:solidFill>
              </a:rPr>
              <a:t>Active KillDisk data wiping software. (Screenshot used with permission from </a:t>
            </a:r>
            <a:r>
              <a:rPr lang="en-US" sz="900" i="1" dirty="0" err="1">
                <a:solidFill>
                  <a:srgbClr val="45545F"/>
                </a:solidFill>
              </a:rPr>
              <a:t>LSoft</a:t>
            </a:r>
            <a:r>
              <a:rPr lang="en-US" sz="900" i="1" dirty="0">
                <a:solidFill>
                  <a:srgbClr val="45545F"/>
                </a:solidFill>
              </a:rPr>
              <a:t> Technologies, Inc.)</a:t>
            </a:r>
          </a:p>
        </p:txBody>
      </p:sp>
    </p:spTree>
    <p:extLst>
      <p:ext uri="{BB962C8B-B14F-4D97-AF65-F5344CB8AC3E}">
        <p14:creationId xmlns:p14="http://schemas.microsoft.com/office/powerpoint/2010/main" val="3815322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Asset Tracking</a:t>
            </a:r>
          </a:p>
          <a:p>
            <a:r>
              <a:rPr lang="en-US" dirty="0"/>
              <a:t>Asset Protection Changes</a:t>
            </a:r>
          </a:p>
          <a:p>
            <a:r>
              <a:rPr lang="en-US" dirty="0"/>
              <a:t>Data Backups</a:t>
            </a:r>
          </a:p>
          <a:p>
            <a:r>
              <a:rPr lang="en-US" dirty="0"/>
              <a:t>Advanced Data Protection</a:t>
            </a:r>
          </a:p>
          <a:p>
            <a:r>
              <a:rPr lang="en-US" dirty="0"/>
              <a:t>Secure Data Classification</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Asset Management</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631819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11</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Applied Lab: Implement Backups</a:t>
            </a:r>
          </a:p>
          <a:p>
            <a:r>
              <a:rPr lang="en-US" dirty="0"/>
              <a:t>Assisted Lab: Performing Drive Sanitization</a:t>
            </a:r>
          </a:p>
          <a:p>
            <a:endParaRPr lang="en-US" dirty="0"/>
          </a:p>
        </p:txBody>
      </p:sp>
    </p:spTree>
    <p:extLst>
      <p:ext uri="{BB962C8B-B14F-4D97-AF65-F5344CB8AC3E}">
        <p14:creationId xmlns:p14="http://schemas.microsoft.com/office/powerpoint/2010/main" val="3051765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Redundancy Strategies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7B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7</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674909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Continuity of Operations</a:t>
            </a:r>
          </a:p>
        </p:txBody>
      </p:sp>
      <p:sp>
        <p:nvSpPr>
          <p:cNvPr id="7" name="Content Placeholder 6">
            <a:extLst>
              <a:ext uri="{FF2B5EF4-FFF2-40B4-BE49-F238E27FC236}">
                <a16:creationId xmlns:a16="http://schemas.microsoft.com/office/drawing/2014/main" id="{42C9DBCB-7B02-8AC6-4D59-DAB277A91505}"/>
              </a:ext>
            </a:extLst>
          </p:cNvPr>
          <p:cNvSpPr>
            <a:spLocks noGrp="1"/>
          </p:cNvSpPr>
          <p:nvPr>
            <p:ph idx="1"/>
          </p:nvPr>
        </p:nvSpPr>
        <p:spPr/>
        <p:txBody>
          <a:bodyPr>
            <a:normAutofit fontScale="925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Ensuring that an organization can maintain or quickly resume its critical functions in the event of a disruption, disaster, or crisis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Regular testing and updating of continuity of operations plans (COOP) are crucial to ensure the organization can maintain essential functions during and after disruptive events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Backups play a critical role in the continuity of operations plans (COOP) by safeguarding against data loss and restoring systems and data in the event of disruptions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Capacity planning is a critical process in which organizations assess their current and future resource requirements to ensure they can efficiently meet their business objectives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64698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Capacity Planning Risks</a:t>
            </a:r>
          </a:p>
        </p:txBody>
      </p:sp>
      <p:sp>
        <p:nvSpPr>
          <p:cNvPr id="7" name="Content Placeholder 6">
            <a:extLst>
              <a:ext uri="{FF2B5EF4-FFF2-40B4-BE49-F238E27FC236}">
                <a16:creationId xmlns:a16="http://schemas.microsoft.com/office/drawing/2014/main" id="{4AAAFAE5-39AE-D0E1-94FE-363E68400D21}"/>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People Risks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Cross-Training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Remote Work Plans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Alternative Reporting Structures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Changes in Workforce Capacity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Rapid hiring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Layoffs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609754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High Availability</a:t>
            </a:r>
          </a:p>
        </p:txBody>
      </p:sp>
      <p:sp>
        <p:nvSpPr>
          <p:cNvPr id="7" name="Content Placeholder 6">
            <a:extLst>
              <a:ext uri="{FF2B5EF4-FFF2-40B4-BE49-F238E27FC236}">
                <a16:creationId xmlns:a16="http://schemas.microsoft.com/office/drawing/2014/main" id="{36B34830-337E-6271-663C-04C54306A5A6}"/>
              </a:ext>
            </a:extLst>
          </p:cNvPr>
          <p:cNvSpPr>
            <a:spLocks noGrp="1"/>
          </p:cNvSpPr>
          <p:nvPr>
            <p:ph idx="1"/>
          </p:nvPr>
        </p:nvSpPr>
        <p:spPr/>
        <p:txBody>
          <a:bodyPr>
            <a:normAutofit fontScale="92500" lnSpcReduction="10000"/>
          </a:bodyPr>
          <a:lstStyle/>
          <a:p>
            <a:r>
              <a:rPr lang="en-US" dirty="0">
                <a:latin typeface="Calibri" panose="020F0502020204030204" pitchFamily="34" charset="0"/>
                <a:cs typeface="Calibri" panose="020F0502020204030204" pitchFamily="34" charset="0"/>
              </a:rPr>
              <a:t>High Availability</a:t>
            </a:r>
          </a:p>
          <a:p>
            <a:r>
              <a:rPr lang="en-US" dirty="0">
                <a:latin typeface="Calibri" panose="020F0502020204030204" pitchFamily="34" charset="0"/>
                <a:cs typeface="Calibri" panose="020F0502020204030204" pitchFamily="34" charset="0"/>
              </a:rPr>
              <a:t>Scalability and Elasticity</a:t>
            </a:r>
          </a:p>
          <a:p>
            <a:r>
              <a:rPr lang="en-US" dirty="0">
                <a:latin typeface="Calibri" panose="020F0502020204030204" pitchFamily="34" charset="0"/>
                <a:cs typeface="Calibri" panose="020F0502020204030204" pitchFamily="34" charset="0"/>
              </a:rPr>
              <a:t>Fault Tolerance and Redundancy</a:t>
            </a:r>
          </a:p>
          <a:p>
            <a:r>
              <a:rPr lang="en-US" dirty="0">
                <a:latin typeface="Calibri" panose="020F0502020204030204" pitchFamily="34" charset="0"/>
                <a:cs typeface="Calibri" panose="020F0502020204030204" pitchFamily="34" charset="0"/>
              </a:rPr>
              <a:t>Site-level Resiliency</a:t>
            </a:r>
          </a:p>
          <a:p>
            <a:pPr marL="714375" lvl="1" indent="-285750"/>
            <a:r>
              <a:rPr lang="en-US" dirty="0">
                <a:latin typeface="Calibri" panose="020F0502020204030204" pitchFamily="34" charset="0"/>
                <a:cs typeface="Calibri" panose="020F0502020204030204" pitchFamily="34" charset="0"/>
              </a:rPr>
              <a:t>Hot</a:t>
            </a:r>
          </a:p>
          <a:p>
            <a:pPr marL="714375" lvl="1" indent="-285750"/>
            <a:r>
              <a:rPr lang="en-US" dirty="0">
                <a:latin typeface="Calibri" panose="020F0502020204030204" pitchFamily="34" charset="0"/>
                <a:cs typeface="Calibri" panose="020F0502020204030204" pitchFamily="34" charset="0"/>
              </a:rPr>
              <a:t>Warm</a:t>
            </a:r>
          </a:p>
          <a:p>
            <a:pPr marL="714375" lvl="1" indent="-285750"/>
            <a:r>
              <a:rPr lang="en-US" dirty="0">
                <a:latin typeface="Calibri" panose="020F0502020204030204" pitchFamily="34" charset="0"/>
                <a:cs typeface="Calibri" panose="020F0502020204030204" pitchFamily="34" charset="0"/>
              </a:rPr>
              <a:t>Cold</a:t>
            </a:r>
          </a:p>
          <a:p>
            <a:pPr marL="714375" lvl="1" indent="-285750"/>
            <a:r>
              <a:rPr lang="en-US" dirty="0">
                <a:latin typeface="Calibri" panose="020F0502020204030204" pitchFamily="34" charset="0"/>
                <a:cs typeface="Calibri" panose="020F0502020204030204" pitchFamily="34" charset="0"/>
              </a:rPr>
              <a:t>Cloud</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614154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High Availability</a:t>
            </a:r>
          </a:p>
        </p:txBody>
      </p:sp>
      <p:sp>
        <p:nvSpPr>
          <p:cNvPr id="7" name="Content Placeholder 6">
            <a:extLst>
              <a:ext uri="{FF2B5EF4-FFF2-40B4-BE49-F238E27FC236}">
                <a16:creationId xmlns:a16="http://schemas.microsoft.com/office/drawing/2014/main" id="{7C0F8F28-7CA3-4357-95FB-1EB45B07E570}"/>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Testing Redundancy and High Availability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Load Testing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Failover Testing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Validate Monitoring Effectiveness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Do warning alerts/notifications work?</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276302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a:xfrm>
            <a:off x="0" y="0"/>
            <a:ext cx="9143999" cy="603250"/>
          </a:xfrm>
        </p:spPr>
        <p:txBody>
          <a:bodyPr/>
          <a:lstStyle/>
          <a:p>
            <a:r>
              <a:rPr lang="en-US" dirty="0"/>
              <a:t>Clustering</a:t>
            </a:r>
          </a:p>
        </p:txBody>
      </p:sp>
      <p:sp>
        <p:nvSpPr>
          <p:cNvPr id="14" name="Content Placeholder 13">
            <a:extLst>
              <a:ext uri="{FF2B5EF4-FFF2-40B4-BE49-F238E27FC236}">
                <a16:creationId xmlns:a16="http://schemas.microsoft.com/office/drawing/2014/main" id="{846F50FA-569F-8CA4-D1EA-F92591C35B23}"/>
              </a:ext>
            </a:extLst>
          </p:cNvPr>
          <p:cNvSpPr>
            <a:spLocks noGrp="1"/>
          </p:cNvSpPr>
          <p:nvPr>
            <p:ph idx="1"/>
          </p:nvPr>
        </p:nvSpPr>
        <p:spPr/>
        <p:txBody>
          <a:bodyPr>
            <a:normAutofit/>
          </a:bodyPr>
          <a:lstStyle/>
          <a:p>
            <a:r>
              <a:rPr lang="en-US" noProof="0" dirty="0">
                <a:latin typeface="Calibri" panose="020F0502020204030204" pitchFamily="34" charset="0"/>
                <a:cs typeface="Calibri" panose="020F0502020204030204" pitchFamily="34" charset="0"/>
              </a:rPr>
              <a:t>Multiple redundant processing nodes that share data with one another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Virtual IP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Active/Passive (A/P)</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Active/Active (A/A)</a:t>
            </a:r>
          </a:p>
          <a:p>
            <a:r>
              <a:rPr lang="en-US" dirty="0"/>
              <a:t>Application Clustering</a:t>
            </a:r>
          </a:p>
        </p:txBody>
      </p:sp>
      <p:pic>
        <p:nvPicPr>
          <p:cNvPr id="10" name="Content Placeholder 7" descr="A diagram represents the architecture of clustered load balancing .">
            <a:extLst>
              <a:ext uri="{FF2B5EF4-FFF2-40B4-BE49-F238E27FC236}">
                <a16:creationId xmlns:a16="http://schemas.microsoft.com/office/drawing/2014/main" id="{746D73CC-CC6F-3B9B-BA49-4B8779247CA9}"/>
              </a:ext>
            </a:extLst>
          </p:cNvPr>
          <p:cNvPicPr>
            <a:picLocks noGrp="1" noChangeAspect="1"/>
          </p:cNvPicPr>
          <p:nvPr>
            <p:ph idx="12"/>
          </p:nvPr>
        </p:nvPicPr>
        <p:blipFill>
          <a:blip r:embed="rId3"/>
          <a:stretch>
            <a:fillRect/>
          </a:stretch>
        </p:blipFill>
        <p:spPr>
          <a:xfrm>
            <a:off x="4637088" y="1246006"/>
            <a:ext cx="4379912" cy="3046776"/>
          </a:xfrm>
        </p:spPr>
      </p:pic>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a:xfrm>
            <a:off x="8537816" y="4885690"/>
            <a:ext cx="479184" cy="198675"/>
          </a:xfrm>
        </p:spPr>
        <p:txBody>
          <a:bodyPr/>
          <a:lstStyle/>
          <a:p>
            <a:fld id="{B7CF8A19-3A9E-4ABC-B336-2FDDE321C72D}" type="slidenum">
              <a:rPr lang="en-US" smtClean="0"/>
              <a:pPr/>
              <a:t>17</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380411" y="4379525"/>
            <a:ext cx="4572000" cy="230832"/>
          </a:xfrm>
          <a:prstGeom prst="rect">
            <a:avLst/>
          </a:prstGeom>
        </p:spPr>
        <p:txBody>
          <a:bodyPr>
            <a:spAutoFit/>
          </a:bodyPr>
          <a:lstStyle/>
          <a:p>
            <a:pPr algn="ctr"/>
            <a:r>
              <a:rPr lang="en-US" sz="900" i="1" dirty="0">
                <a:solidFill>
                  <a:srgbClr val="45545F"/>
                </a:solidFill>
              </a:rPr>
              <a:t>Topology of clustered load balancing architecture. (Images © 123RF.com.)</a:t>
            </a:r>
          </a:p>
        </p:txBody>
      </p:sp>
    </p:spTree>
    <p:extLst>
      <p:ext uri="{BB962C8B-B14F-4D97-AF65-F5344CB8AC3E}">
        <p14:creationId xmlns:p14="http://schemas.microsoft.com/office/powerpoint/2010/main" val="144038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Power Redundancy</a:t>
            </a:r>
          </a:p>
        </p:txBody>
      </p:sp>
      <p:sp>
        <p:nvSpPr>
          <p:cNvPr id="7" name="Content Placeholder 6">
            <a:extLst>
              <a:ext uri="{FF2B5EF4-FFF2-40B4-BE49-F238E27FC236}">
                <a16:creationId xmlns:a16="http://schemas.microsoft.com/office/drawing/2014/main" id="{8D3FAAB0-27D1-A6D7-A1D7-52C2F2BD6703}"/>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Dual Power Supplies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Managed Power Distribution Units (PDUs)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Battery Backups and Uninterruptible Power Supplies (UPSs)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Generators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805230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Diversity and Defense in Depth</a:t>
            </a:r>
          </a:p>
        </p:txBody>
      </p:sp>
      <p:sp>
        <p:nvSpPr>
          <p:cNvPr id="7" name="Content Placeholder 6">
            <a:extLst>
              <a:ext uri="{FF2B5EF4-FFF2-40B4-BE49-F238E27FC236}">
                <a16:creationId xmlns:a16="http://schemas.microsoft.com/office/drawing/2014/main" id="{9244B6D4-2DFA-FCEC-E63A-679A4C6AE827}"/>
              </a:ext>
            </a:extLst>
          </p:cNvPr>
          <p:cNvSpPr>
            <a:spLocks noGrp="1"/>
          </p:cNvSpPr>
          <p:nvPr>
            <p:ph idx="1"/>
          </p:nvPr>
        </p:nvSpPr>
        <p:spPr/>
        <p:txBody>
          <a:bodyPr>
            <a:normAutofit fontScale="775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Platform diversity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Multi-Cloud</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Vendor Diversity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Cybersecurity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Business Resilience</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Innovation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Competition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Customization and Flexibility</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Risk Management</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Compliance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815159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Deception Technologies</a:t>
            </a:r>
          </a:p>
        </p:txBody>
      </p:sp>
      <p:sp>
        <p:nvSpPr>
          <p:cNvPr id="7" name="Content Placeholder 6">
            <a:extLst>
              <a:ext uri="{FF2B5EF4-FFF2-40B4-BE49-F238E27FC236}">
                <a16:creationId xmlns:a16="http://schemas.microsoft.com/office/drawing/2014/main" id="{F611D8FA-76B6-0A97-5315-3B7F9B76FCD2}"/>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Honeypots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Honeynets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Honeyfiles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Honeytokens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Fake telemetry </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2120505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Testing Resiliency</a:t>
            </a:r>
          </a:p>
        </p:txBody>
      </p:sp>
      <p:sp>
        <p:nvSpPr>
          <p:cNvPr id="7" name="Content Placeholder 6">
            <a:extLst>
              <a:ext uri="{FF2B5EF4-FFF2-40B4-BE49-F238E27FC236}">
                <a16:creationId xmlns:a16="http://schemas.microsoft.com/office/drawing/2014/main" id="{4B29660C-93EF-2FE1-7EB4-DF060847D1F8}"/>
              </a:ext>
            </a:extLst>
          </p:cNvPr>
          <p:cNvSpPr>
            <a:spLocks noGrp="1"/>
          </p:cNvSpPr>
          <p:nvPr>
            <p:ph idx="1"/>
          </p:nvPr>
        </p:nvSpPr>
        <p:spPr/>
        <p:txBody>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Tabletop Exercises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Failover Tests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Simulations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Parallel Processing Tests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Robust Documentation</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2165758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normAutofit fontScale="92500" lnSpcReduction="10000"/>
          </a:bodyPr>
          <a:lstStyle/>
          <a:p>
            <a:r>
              <a:rPr lang="en-US" dirty="0"/>
              <a:t>Continuity of Operations</a:t>
            </a:r>
          </a:p>
          <a:p>
            <a:r>
              <a:rPr lang="en-US" dirty="0"/>
              <a:t>Capacity Planning Risks</a:t>
            </a:r>
          </a:p>
          <a:p>
            <a:r>
              <a:rPr lang="en-US" dirty="0"/>
              <a:t>High Availability</a:t>
            </a:r>
          </a:p>
          <a:p>
            <a:r>
              <a:rPr lang="en-US" dirty="0"/>
              <a:t>Clustering</a:t>
            </a:r>
          </a:p>
          <a:p>
            <a:r>
              <a:rPr lang="en-US" dirty="0"/>
              <a:t>Power Redundancy</a:t>
            </a:r>
          </a:p>
          <a:p>
            <a:r>
              <a:rPr lang="en-US" dirty="0"/>
              <a:t>Diversity and Defense in Depth</a:t>
            </a:r>
          </a:p>
          <a:p>
            <a:r>
              <a:rPr lang="en-US" dirty="0"/>
              <a:t>Deception Technologies</a:t>
            </a:r>
          </a:p>
          <a:p>
            <a:r>
              <a:rPr lang="en-US" dirty="0"/>
              <a:t>Testing Resiliency</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Redundancy Strategies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0771292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Physical Security</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7C</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7</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925647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Physical Security Controls</a:t>
            </a:r>
          </a:p>
        </p:txBody>
      </p:sp>
      <p:sp>
        <p:nvSpPr>
          <p:cNvPr id="7" name="Content Placeholder 6">
            <a:extLst>
              <a:ext uri="{FF2B5EF4-FFF2-40B4-BE49-F238E27FC236}">
                <a16:creationId xmlns:a16="http://schemas.microsoft.com/office/drawing/2014/main" id="{718EA565-F247-6DA1-C83D-E21C09E36531}"/>
              </a:ext>
            </a:extLst>
          </p:cNvPr>
          <p:cNvSpPr>
            <a:spLocks noGrp="1"/>
          </p:cNvSpPr>
          <p:nvPr>
            <p:ph idx="1"/>
          </p:nvPr>
        </p:nvSpPr>
        <p:spPr/>
        <p:txBody>
          <a:bodyPr>
            <a:normAutofit lnSpcReduction="10000"/>
          </a:bodyPr>
          <a:lstStyle/>
          <a:p>
            <a:r>
              <a:rPr lang="en-US" dirty="0">
                <a:latin typeface="Calibri" panose="020F0502020204030204" pitchFamily="34" charset="0"/>
                <a:cs typeface="Calibri" panose="020F0502020204030204" pitchFamily="34" charset="0"/>
              </a:rPr>
              <a:t>Provides the first line of defense against physical access to an organization's critical assets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Protect physical components that store assets, such as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Servers &amp; Equipment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Datacenters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People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Other critical infrastructure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1845241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Site Layout, Fencing, and Lighting</a:t>
            </a:r>
          </a:p>
        </p:txBody>
      </p:sp>
      <p:sp>
        <p:nvSpPr>
          <p:cNvPr id="7" name="Content Placeholder 6">
            <a:extLst>
              <a:ext uri="{FF2B5EF4-FFF2-40B4-BE49-F238E27FC236}">
                <a16:creationId xmlns:a16="http://schemas.microsoft.com/office/drawing/2014/main" id="{E8944C5A-734D-0B1C-2488-1600FB0FAE42}"/>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Physical Security Through Environmental Design</a:t>
            </a:r>
          </a:p>
          <a:p>
            <a:r>
              <a:rPr lang="en-US" dirty="0">
                <a:latin typeface="Calibri" panose="020F0502020204030204" pitchFamily="34" charset="0"/>
                <a:cs typeface="Calibri" panose="020F0502020204030204" pitchFamily="34" charset="0"/>
              </a:rPr>
              <a:t>Barricades and Entry/Exit Points</a:t>
            </a:r>
          </a:p>
          <a:p>
            <a:r>
              <a:rPr lang="en-US" dirty="0">
                <a:latin typeface="Calibri" panose="020F0502020204030204" pitchFamily="34" charset="0"/>
                <a:cs typeface="Calibri" panose="020F0502020204030204" pitchFamily="34" charset="0"/>
              </a:rPr>
              <a:t>Fencing</a:t>
            </a:r>
          </a:p>
          <a:p>
            <a:r>
              <a:rPr lang="en-US" dirty="0">
                <a:latin typeface="Calibri" panose="020F0502020204030204" pitchFamily="34" charset="0"/>
                <a:cs typeface="Calibri" panose="020F0502020204030204" pitchFamily="34" charset="0"/>
              </a:rPr>
              <a:t>Lighting</a:t>
            </a:r>
          </a:p>
          <a:p>
            <a:r>
              <a:rPr lang="en-US" dirty="0">
                <a:latin typeface="Calibri" panose="020F0502020204030204" pitchFamily="34" charset="0"/>
                <a:cs typeface="Calibri" panose="020F0502020204030204" pitchFamily="34" charset="0"/>
              </a:rPr>
              <a:t>Bollards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326372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Gateways and Locks </a:t>
            </a:r>
          </a:p>
        </p:txBody>
      </p:sp>
      <p:pic>
        <p:nvPicPr>
          <p:cNvPr id="8" name="Content Placeholder 7" descr="Three types of locks: a standard key lock, a deadbolt lock, and an electronic keypad lock.">
            <a:extLst>
              <a:ext uri="{FF2B5EF4-FFF2-40B4-BE49-F238E27FC236}">
                <a16:creationId xmlns:a16="http://schemas.microsoft.com/office/drawing/2014/main" id="{857E9D08-340D-EC86-003D-5810BE335EFB}"/>
              </a:ext>
            </a:extLst>
          </p:cNvPr>
          <p:cNvPicPr>
            <a:picLocks noGrp="1" noChangeAspect="1"/>
          </p:cNvPicPr>
          <p:nvPr>
            <p:ph idx="1"/>
          </p:nvPr>
        </p:nvPicPr>
        <p:blipFill>
          <a:blip r:embed="rId3"/>
          <a:stretch>
            <a:fillRect/>
          </a:stretch>
        </p:blipFill>
        <p:spPr>
          <a:xfrm>
            <a:off x="146050" y="1817999"/>
            <a:ext cx="4354513" cy="1902789"/>
          </a:xfrm>
        </p:spPr>
      </p:pic>
      <p:sp>
        <p:nvSpPr>
          <p:cNvPr id="3" name="Content Placeholder 2">
            <a:extLst>
              <a:ext uri="{FF2B5EF4-FFF2-40B4-BE49-F238E27FC236}">
                <a16:creationId xmlns:a16="http://schemas.microsoft.com/office/drawing/2014/main" id="{F36FB372-3A2F-C59E-58A2-1034E897DF86}"/>
              </a:ext>
            </a:extLst>
          </p:cNvPr>
          <p:cNvSpPr>
            <a:spLocks noGrp="1"/>
          </p:cNvSpPr>
          <p:nvPr>
            <p:ph idx="12"/>
          </p:nvPr>
        </p:nvSpPr>
        <p:spPr/>
        <p:txBody>
          <a:bodyPr/>
          <a:lstStyle/>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Physical</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Electronic</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Access Control Vestibule (Mantrap)</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Cable Locks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Access Badges</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26</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64383" y="3890367"/>
            <a:ext cx="4572000" cy="369332"/>
          </a:xfrm>
          <a:prstGeom prst="rect">
            <a:avLst/>
          </a:prstGeom>
        </p:spPr>
        <p:txBody>
          <a:bodyPr>
            <a:spAutoFit/>
          </a:bodyPr>
          <a:lstStyle/>
          <a:p>
            <a:pPr algn="ctr"/>
            <a:r>
              <a:rPr lang="en-US" sz="900" i="1" dirty="0">
                <a:solidFill>
                  <a:srgbClr val="45545F"/>
                </a:solidFill>
              </a:rPr>
              <a:t>Generic examples of a biometric thumbprint scanner lock and a token-based key card lock. (Images from user </a:t>
            </a:r>
            <a:r>
              <a:rPr lang="en-US" sz="900" i="1" dirty="0" err="1">
                <a:solidFill>
                  <a:srgbClr val="45545F"/>
                </a:solidFill>
              </a:rPr>
              <a:t>macrovector</a:t>
            </a:r>
            <a:r>
              <a:rPr lang="en-US" sz="900" i="1" dirty="0">
                <a:solidFill>
                  <a:srgbClr val="45545F"/>
                </a:solidFill>
              </a:rPr>
              <a:t> © 123RF.com.)</a:t>
            </a:r>
          </a:p>
        </p:txBody>
      </p:sp>
    </p:spTree>
    <p:extLst>
      <p:ext uri="{BB962C8B-B14F-4D97-AF65-F5344CB8AC3E}">
        <p14:creationId xmlns:p14="http://schemas.microsoft.com/office/powerpoint/2010/main" val="1135917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Security Guards and Cameras</a:t>
            </a:r>
          </a:p>
        </p:txBody>
      </p:sp>
      <p:sp>
        <p:nvSpPr>
          <p:cNvPr id="7" name="Content Placeholder 6">
            <a:extLst>
              <a:ext uri="{FF2B5EF4-FFF2-40B4-BE49-F238E27FC236}">
                <a16:creationId xmlns:a16="http://schemas.microsoft.com/office/drawing/2014/main" id="{E8FD0BCC-BD91-FD76-019A-09B6FBA407FE}"/>
              </a:ext>
            </a:extLst>
          </p:cNvPr>
          <p:cNvSpPr>
            <a:spLocks noGrp="1"/>
          </p:cNvSpPr>
          <p:nvPr>
            <p:ph idx="1"/>
          </p:nvPr>
        </p:nvSpPr>
        <p:spPr/>
        <p:txBody>
          <a:bodyPr/>
          <a:lstStyle/>
          <a:p>
            <a:r>
              <a:rPr lang="en-US" noProof="0" dirty="0">
                <a:latin typeface="Calibri" panose="020F0502020204030204" pitchFamily="34" charset="0"/>
                <a:cs typeface="Calibri" panose="020F0502020204030204" pitchFamily="34" charset="0"/>
              </a:rPr>
              <a:t>Surveillance (CCTV)</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Motion Recognition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Object Detection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Drones/UAV</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27</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760076" y="4424026"/>
            <a:ext cx="4572000" cy="230832"/>
          </a:xfrm>
          <a:prstGeom prst="rect">
            <a:avLst/>
          </a:prstGeom>
        </p:spPr>
        <p:txBody>
          <a:bodyPr>
            <a:spAutoFit/>
          </a:bodyPr>
          <a:lstStyle/>
          <a:p>
            <a:pPr algn="ctr"/>
            <a:r>
              <a:rPr lang="en-US" sz="900" i="1" dirty="0">
                <a:solidFill>
                  <a:srgbClr val="45545F"/>
                </a:solidFill>
              </a:rPr>
              <a:t>CCTV installed to monitor a server room. (Image by Dario Lo </a:t>
            </a:r>
            <a:r>
              <a:rPr lang="en-US" sz="900" i="1" dirty="0" err="1">
                <a:solidFill>
                  <a:srgbClr val="45545F"/>
                </a:solidFill>
              </a:rPr>
              <a:t>Presti</a:t>
            </a:r>
            <a:r>
              <a:rPr lang="en-US" sz="900" i="1" dirty="0">
                <a:solidFill>
                  <a:srgbClr val="45545F"/>
                </a:solidFill>
              </a:rPr>
              <a:t> © 123RF.com.)</a:t>
            </a:r>
          </a:p>
        </p:txBody>
      </p:sp>
      <p:pic>
        <p:nvPicPr>
          <p:cNvPr id="9" name="Content Placeholder 8" descr="A close-up view of a CCTV installed in a server room.">
            <a:extLst>
              <a:ext uri="{FF2B5EF4-FFF2-40B4-BE49-F238E27FC236}">
                <a16:creationId xmlns:a16="http://schemas.microsoft.com/office/drawing/2014/main" id="{FDE3E577-8E6D-075D-C3D0-A0AAF9A927DA}"/>
              </a:ext>
            </a:extLst>
          </p:cNvPr>
          <p:cNvPicPr>
            <a:picLocks noGrp="1" noChangeAspect="1"/>
          </p:cNvPicPr>
          <p:nvPr>
            <p:ph idx="12"/>
          </p:nvPr>
        </p:nvPicPr>
        <p:blipFill>
          <a:blip r:embed="rId2"/>
          <a:stretch>
            <a:fillRect/>
          </a:stretch>
        </p:blipFill>
        <p:spPr>
          <a:xfrm>
            <a:off x="4637088" y="1298708"/>
            <a:ext cx="4379912" cy="2941372"/>
          </a:xfrm>
          <a:prstGeom prst="rect">
            <a:avLst/>
          </a:prstGeom>
        </p:spPr>
      </p:pic>
    </p:spTree>
    <p:extLst>
      <p:ext uri="{BB962C8B-B14F-4D97-AF65-F5344CB8AC3E}">
        <p14:creationId xmlns:p14="http://schemas.microsoft.com/office/powerpoint/2010/main" val="820779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p:txBody>
          <a:bodyPr/>
          <a:lstStyle/>
          <a:p>
            <a:r>
              <a:rPr lang="en-US" dirty="0"/>
              <a:t>Alarm Systems and Sensors</a:t>
            </a:r>
          </a:p>
        </p:txBody>
      </p:sp>
      <p:sp>
        <p:nvSpPr>
          <p:cNvPr id="3" name="Content Placeholder 2">
            <a:extLst>
              <a:ext uri="{FF2B5EF4-FFF2-40B4-BE49-F238E27FC236}">
                <a16:creationId xmlns:a16="http://schemas.microsoft.com/office/drawing/2014/main" id="{050B3BBB-E748-76BF-2F29-EBE5331665B0}"/>
              </a:ext>
            </a:extLst>
          </p:cNvPr>
          <p:cNvSpPr>
            <a:spLocks noGrp="1"/>
          </p:cNvSpPr>
          <p:nvPr>
            <p:ph idx="1"/>
          </p:nvPr>
        </p:nvSpPr>
        <p:spPr/>
        <p:txBody>
          <a:bodyPr>
            <a:normAutofit fontScale="62500" lnSpcReduction="20000"/>
          </a:bodyPr>
          <a:lstStyle/>
          <a:p>
            <a:r>
              <a:rPr lang="en-US" dirty="0">
                <a:latin typeface="Calibri" panose="020F0502020204030204" pitchFamily="34" charset="0"/>
                <a:cs typeface="Calibri" panose="020F0502020204030204" pitchFamily="34" charset="0"/>
              </a:rPr>
              <a:t>Alarms Types</a:t>
            </a:r>
          </a:p>
          <a:p>
            <a:pPr marL="714375" lvl="1" indent="-285750"/>
            <a:r>
              <a:rPr lang="en-US" dirty="0">
                <a:latin typeface="Calibri" panose="020F0502020204030204" pitchFamily="34" charset="0"/>
                <a:cs typeface="Calibri" panose="020F0502020204030204" pitchFamily="34" charset="0"/>
              </a:rPr>
              <a:t>Circuit</a:t>
            </a:r>
          </a:p>
          <a:p>
            <a:pPr marL="714375" lvl="1" indent="-285750"/>
            <a:r>
              <a:rPr lang="en-US" dirty="0">
                <a:latin typeface="Calibri" panose="020F0502020204030204" pitchFamily="34" charset="0"/>
                <a:cs typeface="Calibri" panose="020F0502020204030204" pitchFamily="34" charset="0"/>
              </a:rPr>
              <a:t>Motion Detection</a:t>
            </a:r>
          </a:p>
          <a:p>
            <a:pPr marL="714375" lvl="1" indent="-285750"/>
            <a:r>
              <a:rPr lang="en-US" dirty="0">
                <a:latin typeface="Calibri" panose="020F0502020204030204" pitchFamily="34" charset="0"/>
                <a:cs typeface="Calibri" panose="020F0502020204030204" pitchFamily="34" charset="0"/>
              </a:rPr>
              <a:t>Noise Detection</a:t>
            </a:r>
          </a:p>
          <a:p>
            <a:pPr marL="714375" lvl="1" indent="-285750"/>
            <a:r>
              <a:rPr lang="en-US" dirty="0">
                <a:latin typeface="Calibri" panose="020F0502020204030204" pitchFamily="34" charset="0"/>
                <a:cs typeface="Calibri" panose="020F0502020204030204" pitchFamily="34" charset="0"/>
              </a:rPr>
              <a:t>Proximity</a:t>
            </a:r>
          </a:p>
          <a:p>
            <a:pPr marL="714375" lvl="1" indent="-285750"/>
            <a:r>
              <a:rPr lang="en-US" dirty="0">
                <a:latin typeface="Calibri" panose="020F0502020204030204" pitchFamily="34" charset="0"/>
                <a:cs typeface="Calibri" panose="020F0502020204030204" pitchFamily="34" charset="0"/>
              </a:rPr>
              <a:t>Duress</a:t>
            </a:r>
          </a:p>
          <a:p>
            <a:r>
              <a:rPr lang="en-US" dirty="0">
                <a:latin typeface="Calibri" panose="020F0502020204030204" pitchFamily="34" charset="0"/>
                <a:cs typeface="Calibri" panose="020F0502020204030204" pitchFamily="34" charset="0"/>
              </a:rPr>
              <a:t>Sensor Types</a:t>
            </a:r>
          </a:p>
          <a:p>
            <a:pPr marL="714375" lvl="1" indent="-285750"/>
            <a:r>
              <a:rPr lang="en-US" dirty="0">
                <a:latin typeface="Calibri" panose="020F0502020204030204" pitchFamily="34" charset="0"/>
                <a:cs typeface="Calibri" panose="020F0502020204030204" pitchFamily="34" charset="0"/>
              </a:rPr>
              <a:t>Infrared</a:t>
            </a:r>
          </a:p>
          <a:p>
            <a:pPr marL="714375" lvl="1" indent="-285750"/>
            <a:r>
              <a:rPr lang="en-US" dirty="0">
                <a:latin typeface="Calibri" panose="020F0502020204030204" pitchFamily="34" charset="0"/>
                <a:cs typeface="Calibri" panose="020F0502020204030204" pitchFamily="34" charset="0"/>
              </a:rPr>
              <a:t>Pressure</a:t>
            </a:r>
          </a:p>
          <a:p>
            <a:pPr marL="714375" lvl="1" indent="-285750"/>
            <a:r>
              <a:rPr lang="en-US" dirty="0">
                <a:latin typeface="Calibri" panose="020F0502020204030204" pitchFamily="34" charset="0"/>
                <a:cs typeface="Calibri" panose="020F0502020204030204" pitchFamily="34" charset="0"/>
              </a:rPr>
              <a:t>Microwave</a:t>
            </a:r>
          </a:p>
          <a:p>
            <a:pPr marL="714375" lvl="1" indent="-285750"/>
            <a:r>
              <a:rPr lang="en-US" dirty="0">
                <a:latin typeface="Calibri" panose="020F0502020204030204" pitchFamily="34" charset="0"/>
                <a:cs typeface="Calibri" panose="020F0502020204030204" pitchFamily="34" charset="0"/>
              </a:rPr>
              <a:t>Ultrasonic</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2809059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Physical Security Controls</a:t>
            </a:r>
          </a:p>
          <a:p>
            <a:r>
              <a:rPr lang="en-US" dirty="0"/>
              <a:t>Site Layout, Fencing, and Lighting</a:t>
            </a:r>
          </a:p>
          <a:p>
            <a:r>
              <a:rPr lang="en-US" dirty="0"/>
              <a:t>Gateways and Locks</a:t>
            </a:r>
          </a:p>
          <a:p>
            <a:r>
              <a:rPr lang="en-US" dirty="0"/>
              <a:t>Security Guards and Cameras</a:t>
            </a:r>
          </a:p>
          <a:p>
            <a:r>
              <a:rPr lang="en-US" dirty="0"/>
              <a:t>Alarm Systems and Sensors</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a:t>Physical Security</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629848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7</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1523</Words>
  <Application>Microsoft Office PowerPoint</Application>
  <PresentationFormat>On-screen Show (16:9)</PresentationFormat>
  <Paragraphs>259</Paragraphs>
  <Slides>30</Slides>
  <Notes>18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30</vt:i4>
      </vt:variant>
    </vt:vector>
  </HeadingPairs>
  <TitlesOfParts>
    <vt:vector size="35" baseType="lpstr">
      <vt:lpstr>Calibri</vt:lpstr>
      <vt:lpstr>Arial</vt:lpstr>
      <vt:lpstr>Open Sans</vt:lpstr>
      <vt:lpstr>comptia_ov</vt:lpstr>
      <vt:lpstr>comptia_ov</vt:lpstr>
      <vt:lpstr>Explain Resiliency and Site Security Concepts</vt:lpstr>
      <vt:lpstr>Asset Management</vt:lpstr>
      <vt:lpstr>Asset Tracking</vt:lpstr>
      <vt:lpstr>Asset Tracking</vt:lpstr>
      <vt:lpstr>Asset Protection Concepts</vt:lpstr>
      <vt:lpstr>Data Backups</vt:lpstr>
      <vt:lpstr>Advanced Data Protection</vt:lpstr>
      <vt:lpstr>Advanced Data Protection</vt:lpstr>
      <vt:lpstr>Secure Data Destruction </vt:lpstr>
      <vt:lpstr>Asset Management</vt:lpstr>
      <vt:lpstr>PowerPoint Presentation</vt:lpstr>
      <vt:lpstr>Redundancy Strategies</vt:lpstr>
      <vt:lpstr>Continuity of Operations</vt:lpstr>
      <vt:lpstr>Capacity Planning Risks</vt:lpstr>
      <vt:lpstr>High Availability</vt:lpstr>
      <vt:lpstr>High Availability</vt:lpstr>
      <vt:lpstr>Clustering</vt:lpstr>
      <vt:lpstr>Power Redundancy</vt:lpstr>
      <vt:lpstr>Diversity and Defense in Depth</vt:lpstr>
      <vt:lpstr>Deception Technologies</vt:lpstr>
      <vt:lpstr>Testing Resiliency</vt:lpstr>
      <vt:lpstr>Redundancy Strategies</vt:lpstr>
      <vt:lpstr>Physical Security</vt:lpstr>
      <vt:lpstr>Physical Security Controls</vt:lpstr>
      <vt:lpstr>Site Layout, Fencing, and Lighting</vt:lpstr>
      <vt:lpstr>Gateways and Locks </vt:lpstr>
      <vt:lpstr>Security Guards and Cameras</vt:lpstr>
      <vt:lpstr>Alarm Systems and Sensors</vt:lpstr>
      <vt:lpstr>Physical Security</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10</cp:revision>
  <dcterms:created xsi:type="dcterms:W3CDTF">2021-09-20T08:36:44Z</dcterms:created>
  <dcterms:modified xsi:type="dcterms:W3CDTF">2023-09-19T10:09:27Z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