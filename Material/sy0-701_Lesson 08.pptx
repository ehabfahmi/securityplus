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 id="2147483940" r:id="rId5"/>
  </p:sldMasterIdLst>
  <p:notesMasterIdLst>
    <p:notesMasterId r:id="rId41"/>
  </p:notesMasterIdLst>
  <p:handoutMasterIdLst>
    <p:handoutMasterId r:id="rId42"/>
  </p:handoutMasterIdLst>
  <p:sldIdLst>
    <p:sldId id="257" r:id="rId6"/>
    <p:sldId id="258" r:id="rId7"/>
    <p:sldId id="260" r:id="rId8"/>
    <p:sldId id="270" r:id="rId9"/>
    <p:sldId id="271" r:id="rId10"/>
    <p:sldId id="272" r:id="rId11"/>
    <p:sldId id="273" r:id="rId12"/>
    <p:sldId id="274" r:id="rId13"/>
    <p:sldId id="261" r:id="rId14"/>
    <p:sldId id="263" r:id="rId15"/>
    <p:sldId id="267" r:id="rId16"/>
    <p:sldId id="302" r:id="rId17"/>
    <p:sldId id="276" r:id="rId18"/>
    <p:sldId id="291" r:id="rId19"/>
    <p:sldId id="292" r:id="rId20"/>
    <p:sldId id="293" r:id="rId21"/>
    <p:sldId id="279" r:id="rId22"/>
    <p:sldId id="280" r:id="rId23"/>
    <p:sldId id="268" r:id="rId24"/>
    <p:sldId id="282" r:id="rId25"/>
    <p:sldId id="295" r:id="rId26"/>
    <p:sldId id="296" r:id="rId27"/>
    <p:sldId id="281" r:id="rId28"/>
    <p:sldId id="297" r:id="rId29"/>
    <p:sldId id="298" r:id="rId30"/>
    <p:sldId id="284" r:id="rId31"/>
    <p:sldId id="285" r:id="rId32"/>
    <p:sldId id="269" r:id="rId33"/>
    <p:sldId id="286" r:id="rId34"/>
    <p:sldId id="287" r:id="rId35"/>
    <p:sldId id="299" r:id="rId36"/>
    <p:sldId id="301" r:id="rId37"/>
    <p:sldId id="289" r:id="rId38"/>
    <p:sldId id="290" r:id="rId39"/>
    <p:sldId id="266" r:id="rId40"/>
  </p:sldIdLst>
  <p:sldSz cx="9144000" cy="5143500" type="screen16x9"/>
  <p:notesSz cx="6858000" cy="9144000"/>
  <p:embeddedFontLst>
    <p:embeddedFont>
      <p:font typeface="Calibri" panose="020F0502020204030204" pitchFamily="34" charset="0"/>
      <p:regular r:id="rId43"/>
      <p:bold r:id="rId44"/>
      <p:italic r:id="rId45"/>
      <p:boldItalic r:id="rId46"/>
    </p:embeddedFont>
    <p:embeddedFont>
      <p:font typeface="Open Sans" panose="020B0606030504020204" pitchFamily="34" charset="0"/>
      <p:regular r:id="rId47"/>
      <p:bold r:id="rId48"/>
      <p:italic r:id="rId49"/>
      <p:boldItalic r:id="rId5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327144-9DC6-47EC-BE2C-CEF48FF7C088}" v="4" dt="2023-09-19T10:42:39.8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8677" autoAdjust="0"/>
  </p:normalViewPr>
  <p:slideViewPr>
    <p:cSldViewPr snapToGrid="0">
      <p:cViewPr varScale="1">
        <p:scale>
          <a:sx n="133" d="100"/>
          <a:sy n="133" d="100"/>
        </p:scale>
        <p:origin x="966" y="126"/>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font" Target="fonts/font3.fntdata"/><Relationship Id="rId53"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1.fntdata"/><Relationship Id="rId48" Type="http://schemas.openxmlformats.org/officeDocument/2006/relationships/font" Target="fonts/font6.fntdata"/><Relationship Id="rId56" Type="http://schemas.microsoft.com/office/2016/11/relationships/changesInfo" Target="changesInfos/changesInfo1.xml"/><Relationship Id="rId8" Type="http://schemas.openxmlformats.org/officeDocument/2006/relationships/slide" Target="slides/slide3.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4.fntdata"/><Relationship Id="rId20" Type="http://schemas.openxmlformats.org/officeDocument/2006/relationships/slide" Target="slides/slide15.xml"/><Relationship Id="rId41" Type="http://schemas.openxmlformats.org/officeDocument/2006/relationships/notesMaster" Target="notesMasters/notesMaster1.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7.fntdata"/><Relationship Id="rId57" Type="http://schemas.microsoft.com/office/2015/10/relationships/revisionInfo" Target="revisionInfo.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font" Target="fonts/font2.fntdata"/><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D91E41BC-B01D-4852-85FA-B730B43C61BB}"/>
    <pc:docChg chg="undo custSel addSld delSld modSld sldOrd">
      <pc:chgData name="Danielle Andries" userId="93d179e4-3c18-40f7-920e-ae80b202540d" providerId="ADAL" clId="{D91E41BC-B01D-4852-85FA-B730B43C61BB}" dt="2023-09-13T02:29:07.390" v="1248" actId="20577"/>
      <pc:docMkLst>
        <pc:docMk/>
      </pc:docMkLst>
      <pc:sldChg chg="modSp mod">
        <pc:chgData name="Danielle Andries" userId="93d179e4-3c18-40f7-920e-ae80b202540d" providerId="ADAL" clId="{D91E41BC-B01D-4852-85FA-B730B43C61BB}" dt="2023-08-15T15:36:30.797" v="1"/>
        <pc:sldMkLst>
          <pc:docMk/>
          <pc:sldMk cId="3995608643" sldId="257"/>
        </pc:sldMkLst>
        <pc:spChg chg="mod">
          <ac:chgData name="Danielle Andries" userId="93d179e4-3c18-40f7-920e-ae80b202540d" providerId="ADAL" clId="{D91E41BC-B01D-4852-85FA-B730B43C61BB}" dt="2023-08-15T15:36:30.797" v="1"/>
          <ac:spMkLst>
            <pc:docMk/>
            <pc:sldMk cId="3995608643" sldId="257"/>
            <ac:spMk id="2" creationId="{B8F195E7-CEB7-44B4-8D15-A6FE845CE6B2}"/>
          </ac:spMkLst>
        </pc:spChg>
        <pc:spChg chg="mod">
          <ac:chgData name="Danielle Andries" userId="93d179e4-3c18-40f7-920e-ae80b202540d" providerId="ADAL" clId="{D91E41BC-B01D-4852-85FA-B730B43C61BB}" dt="2023-08-15T15:36:23.739" v="0" actId="20577"/>
          <ac:spMkLst>
            <pc:docMk/>
            <pc:sldMk cId="3995608643" sldId="257"/>
            <ac:spMk id="3" creationId="{3CFC5BFA-DF53-4407-9187-19E2D701E00B}"/>
          </ac:spMkLst>
        </pc:spChg>
      </pc:sldChg>
      <pc:sldChg chg="modSp mod">
        <pc:chgData name="Danielle Andries" userId="93d179e4-3c18-40f7-920e-ae80b202540d" providerId="ADAL" clId="{D91E41BC-B01D-4852-85FA-B730B43C61BB}" dt="2023-08-15T15:36:43.665" v="4"/>
        <pc:sldMkLst>
          <pc:docMk/>
          <pc:sldMk cId="2170154808" sldId="258"/>
        </pc:sldMkLst>
        <pc:spChg chg="mod">
          <ac:chgData name="Danielle Andries" userId="93d179e4-3c18-40f7-920e-ae80b202540d" providerId="ADAL" clId="{D91E41BC-B01D-4852-85FA-B730B43C61BB}" dt="2023-08-15T15:36:43.665" v="4"/>
          <ac:spMkLst>
            <pc:docMk/>
            <pc:sldMk cId="2170154808" sldId="258"/>
            <ac:spMk id="2" creationId="{3B584BAD-EC4F-4728-93AF-D36C5D808653}"/>
          </ac:spMkLst>
        </pc:spChg>
        <pc:spChg chg="mod">
          <ac:chgData name="Danielle Andries" userId="93d179e4-3c18-40f7-920e-ae80b202540d" providerId="ADAL" clId="{D91E41BC-B01D-4852-85FA-B730B43C61BB}" dt="2023-08-15T15:36:36.257" v="3" actId="20577"/>
          <ac:spMkLst>
            <pc:docMk/>
            <pc:sldMk cId="2170154808" sldId="258"/>
            <ac:spMk id="3" creationId="{64FA1437-B024-4A30-A4F5-99BD676DEE0E}"/>
          </ac:spMkLst>
        </pc:spChg>
        <pc:spChg chg="mod">
          <ac:chgData name="Danielle Andries" userId="93d179e4-3c18-40f7-920e-ae80b202540d" providerId="ADAL" clId="{D91E41BC-B01D-4852-85FA-B730B43C61BB}" dt="2023-08-15T15:36:33.951" v="2" actId="20577"/>
          <ac:spMkLst>
            <pc:docMk/>
            <pc:sldMk cId="2170154808" sldId="258"/>
            <ac:spMk id="4" creationId="{EB4C854E-2009-4A48-BF5C-7AC043B72217}"/>
          </ac:spMkLst>
        </pc:spChg>
      </pc:sldChg>
      <pc:sldChg chg="modNotesTx">
        <pc:chgData name="Danielle Andries" userId="93d179e4-3c18-40f7-920e-ae80b202540d" providerId="ADAL" clId="{D91E41BC-B01D-4852-85FA-B730B43C61BB}" dt="2023-09-13T02:00:47.889" v="19"/>
        <pc:sldMkLst>
          <pc:docMk/>
          <pc:sldMk cId="1702716025" sldId="260"/>
        </pc:sldMkLst>
      </pc:sldChg>
      <pc:sldChg chg="addSp delSp modSp mod">
        <pc:chgData name="Danielle Andries" userId="93d179e4-3c18-40f7-920e-ae80b202540d" providerId="ADAL" clId="{D91E41BC-B01D-4852-85FA-B730B43C61BB}" dt="2023-09-13T02:05:31.295" v="25" actId="962"/>
        <pc:sldMkLst>
          <pc:docMk/>
          <pc:sldMk cId="1821724871" sldId="261"/>
        </pc:sldMkLst>
        <pc:spChg chg="del">
          <ac:chgData name="Danielle Andries" userId="93d179e4-3c18-40f7-920e-ae80b202540d" providerId="ADAL" clId="{D91E41BC-B01D-4852-85FA-B730B43C61BB}" dt="2023-09-13T02:05:16.490" v="22"/>
          <ac:spMkLst>
            <pc:docMk/>
            <pc:sldMk cId="1821724871" sldId="261"/>
            <ac:spMk id="3" creationId="{579B07B8-7B27-45F1-B0BB-6162AE3855D4}"/>
          </ac:spMkLst>
        </pc:spChg>
        <pc:spChg chg="mod">
          <ac:chgData name="Danielle Andries" userId="93d179e4-3c18-40f7-920e-ae80b202540d" providerId="ADAL" clId="{D91E41BC-B01D-4852-85FA-B730B43C61BB}" dt="2023-09-13T02:04:55.955" v="21" actId="1076"/>
          <ac:spMkLst>
            <pc:docMk/>
            <pc:sldMk cId="1821724871" sldId="261"/>
            <ac:spMk id="5" creationId="{372FA240-3863-4D01-94C7-5E89B539BF0B}"/>
          </ac:spMkLst>
        </pc:spChg>
        <pc:picChg chg="add mod">
          <ac:chgData name="Danielle Andries" userId="93d179e4-3c18-40f7-920e-ae80b202540d" providerId="ADAL" clId="{D91E41BC-B01D-4852-85FA-B730B43C61BB}" dt="2023-09-13T02:05:31.295" v="25" actId="962"/>
          <ac:picMkLst>
            <pc:docMk/>
            <pc:sldMk cId="1821724871" sldId="261"/>
            <ac:picMk id="8" creationId="{6B549A4C-3BAF-7A8A-D4A6-537381080A27}"/>
          </ac:picMkLst>
        </pc:picChg>
      </pc:sldChg>
      <pc:sldChg chg="modSp mod">
        <pc:chgData name="Danielle Andries" userId="93d179e4-3c18-40f7-920e-ae80b202540d" providerId="ADAL" clId="{D91E41BC-B01D-4852-85FA-B730B43C61BB}" dt="2023-09-13T02:10:56.359" v="244" actId="20577"/>
        <pc:sldMkLst>
          <pc:docMk/>
          <pc:sldMk cId="2631819795" sldId="263"/>
        </pc:sldMkLst>
        <pc:spChg chg="mod">
          <ac:chgData name="Danielle Andries" userId="93d179e4-3c18-40f7-920e-ae80b202540d" providerId="ADAL" clId="{D91E41BC-B01D-4852-85FA-B730B43C61BB}" dt="2023-09-13T02:10:56.359" v="244" actId="20577"/>
          <ac:spMkLst>
            <pc:docMk/>
            <pc:sldMk cId="2631819795" sldId="263"/>
            <ac:spMk id="2" creationId="{8CCA571E-DEB7-46F2-8F35-C75EA28B441B}"/>
          </ac:spMkLst>
        </pc:spChg>
        <pc:spChg chg="mod">
          <ac:chgData name="Danielle Andries" userId="93d179e4-3c18-40f7-920e-ae80b202540d" providerId="ADAL" clId="{D91E41BC-B01D-4852-85FA-B730B43C61BB}" dt="2023-09-13T02:06:30.982" v="87" actId="20577"/>
          <ac:spMkLst>
            <pc:docMk/>
            <pc:sldMk cId="2631819795" sldId="263"/>
            <ac:spMk id="3" creationId="{FC69CAD3-34EC-4D3B-A788-E05EF101E8B6}"/>
          </ac:spMkLst>
        </pc:spChg>
      </pc:sldChg>
      <pc:sldChg chg="del">
        <pc:chgData name="Danielle Andries" userId="93d179e4-3c18-40f7-920e-ae80b202540d" providerId="ADAL" clId="{D91E41BC-B01D-4852-85FA-B730B43C61BB}" dt="2023-09-13T02:11:24.866" v="245" actId="2696"/>
        <pc:sldMkLst>
          <pc:docMk/>
          <pc:sldMk cId="3051765853" sldId="264"/>
        </pc:sldMkLst>
      </pc:sldChg>
      <pc:sldChg chg="modSp mod">
        <pc:chgData name="Danielle Andries" userId="93d179e4-3c18-40f7-920e-ae80b202540d" providerId="ADAL" clId="{D91E41BC-B01D-4852-85FA-B730B43C61BB}" dt="2023-08-15T15:37:48.890" v="18" actId="20577"/>
        <pc:sldMkLst>
          <pc:docMk/>
          <pc:sldMk cId="997338478" sldId="266"/>
        </pc:sldMkLst>
        <pc:spChg chg="mod">
          <ac:chgData name="Danielle Andries" userId="93d179e4-3c18-40f7-920e-ae80b202540d" providerId="ADAL" clId="{D91E41BC-B01D-4852-85FA-B730B43C61BB}" dt="2023-08-15T15:37:48.890" v="18" actId="20577"/>
          <ac:spMkLst>
            <pc:docMk/>
            <pc:sldMk cId="997338478" sldId="266"/>
            <ac:spMk id="3" creationId="{3CFC5BFA-DF53-4407-9187-19E2D701E00B}"/>
          </ac:spMkLst>
        </pc:spChg>
      </pc:sldChg>
      <pc:sldChg chg="modSp mod">
        <pc:chgData name="Danielle Andries" userId="93d179e4-3c18-40f7-920e-ae80b202540d" providerId="ADAL" clId="{D91E41BC-B01D-4852-85FA-B730B43C61BB}" dt="2023-08-15T15:37:08.835" v="7"/>
        <pc:sldMkLst>
          <pc:docMk/>
          <pc:sldMk cId="674909909" sldId="267"/>
        </pc:sldMkLst>
        <pc:spChg chg="mod">
          <ac:chgData name="Danielle Andries" userId="93d179e4-3c18-40f7-920e-ae80b202540d" providerId="ADAL" clId="{D91E41BC-B01D-4852-85FA-B730B43C61BB}" dt="2023-08-15T15:37:08.835" v="7"/>
          <ac:spMkLst>
            <pc:docMk/>
            <pc:sldMk cId="674909909" sldId="267"/>
            <ac:spMk id="2" creationId="{3B584BAD-EC4F-4728-93AF-D36C5D808653}"/>
          </ac:spMkLst>
        </pc:spChg>
        <pc:spChg chg="mod">
          <ac:chgData name="Danielle Andries" userId="93d179e4-3c18-40f7-920e-ae80b202540d" providerId="ADAL" clId="{D91E41BC-B01D-4852-85FA-B730B43C61BB}" dt="2023-08-15T15:36:57.911" v="6" actId="20577"/>
          <ac:spMkLst>
            <pc:docMk/>
            <pc:sldMk cId="674909909" sldId="267"/>
            <ac:spMk id="3" creationId="{64FA1437-B024-4A30-A4F5-99BD676DEE0E}"/>
          </ac:spMkLst>
        </pc:spChg>
        <pc:spChg chg="mod">
          <ac:chgData name="Danielle Andries" userId="93d179e4-3c18-40f7-920e-ae80b202540d" providerId="ADAL" clId="{D91E41BC-B01D-4852-85FA-B730B43C61BB}" dt="2023-08-15T15:36:55.633" v="5" actId="20577"/>
          <ac:spMkLst>
            <pc:docMk/>
            <pc:sldMk cId="674909909" sldId="267"/>
            <ac:spMk id="4" creationId="{EB4C854E-2009-4A48-BF5C-7AC043B72217}"/>
          </ac:spMkLst>
        </pc:spChg>
      </pc:sldChg>
      <pc:sldChg chg="modSp mod">
        <pc:chgData name="Danielle Andries" userId="93d179e4-3c18-40f7-920e-ae80b202540d" providerId="ADAL" clId="{D91E41BC-B01D-4852-85FA-B730B43C61BB}" dt="2023-08-15T15:37:23.891" v="10"/>
        <pc:sldMkLst>
          <pc:docMk/>
          <pc:sldMk cId="925647113" sldId="268"/>
        </pc:sldMkLst>
        <pc:spChg chg="mod">
          <ac:chgData name="Danielle Andries" userId="93d179e4-3c18-40f7-920e-ae80b202540d" providerId="ADAL" clId="{D91E41BC-B01D-4852-85FA-B730B43C61BB}" dt="2023-08-15T15:37:23.891" v="10"/>
          <ac:spMkLst>
            <pc:docMk/>
            <pc:sldMk cId="925647113" sldId="268"/>
            <ac:spMk id="2" creationId="{3B584BAD-EC4F-4728-93AF-D36C5D808653}"/>
          </ac:spMkLst>
        </pc:spChg>
        <pc:spChg chg="mod">
          <ac:chgData name="Danielle Andries" userId="93d179e4-3c18-40f7-920e-ae80b202540d" providerId="ADAL" clId="{D91E41BC-B01D-4852-85FA-B730B43C61BB}" dt="2023-08-15T15:37:16.712" v="9" actId="20577"/>
          <ac:spMkLst>
            <pc:docMk/>
            <pc:sldMk cId="925647113" sldId="268"/>
            <ac:spMk id="3" creationId="{64FA1437-B024-4A30-A4F5-99BD676DEE0E}"/>
          </ac:spMkLst>
        </pc:spChg>
        <pc:spChg chg="mod">
          <ac:chgData name="Danielle Andries" userId="93d179e4-3c18-40f7-920e-ae80b202540d" providerId="ADAL" clId="{D91E41BC-B01D-4852-85FA-B730B43C61BB}" dt="2023-08-15T15:37:13.620" v="8" actId="20577"/>
          <ac:spMkLst>
            <pc:docMk/>
            <pc:sldMk cId="925647113" sldId="268"/>
            <ac:spMk id="4" creationId="{EB4C854E-2009-4A48-BF5C-7AC043B72217}"/>
          </ac:spMkLst>
        </pc:spChg>
      </pc:sldChg>
      <pc:sldChg chg="modSp add mod">
        <pc:chgData name="Danielle Andries" userId="93d179e4-3c18-40f7-920e-ae80b202540d" providerId="ADAL" clId="{D91E41BC-B01D-4852-85FA-B730B43C61BB}" dt="2023-08-15T15:37:44.063" v="17" actId="14100"/>
        <pc:sldMkLst>
          <pc:docMk/>
          <pc:sldMk cId="4071379837" sldId="269"/>
        </pc:sldMkLst>
        <pc:spChg chg="mod">
          <ac:chgData name="Danielle Andries" userId="93d179e4-3c18-40f7-920e-ae80b202540d" providerId="ADAL" clId="{D91E41BC-B01D-4852-85FA-B730B43C61BB}" dt="2023-08-15T15:37:44.063" v="17" actId="14100"/>
          <ac:spMkLst>
            <pc:docMk/>
            <pc:sldMk cId="4071379837" sldId="269"/>
            <ac:spMk id="2" creationId="{3B584BAD-EC4F-4728-93AF-D36C5D808653}"/>
          </ac:spMkLst>
        </pc:spChg>
        <pc:spChg chg="mod">
          <ac:chgData name="Danielle Andries" userId="93d179e4-3c18-40f7-920e-ae80b202540d" providerId="ADAL" clId="{D91E41BC-B01D-4852-85FA-B730B43C61BB}" dt="2023-08-15T15:37:32.225" v="13" actId="20577"/>
          <ac:spMkLst>
            <pc:docMk/>
            <pc:sldMk cId="4071379837" sldId="269"/>
            <ac:spMk id="3" creationId="{64FA1437-B024-4A30-A4F5-99BD676DEE0E}"/>
          </ac:spMkLst>
        </pc:spChg>
      </pc:sldChg>
      <pc:sldChg chg="modNotesTx">
        <pc:chgData name="Danielle Andries" userId="93d179e4-3c18-40f7-920e-ae80b202540d" providerId="ADAL" clId="{D91E41BC-B01D-4852-85FA-B730B43C61BB}" dt="2023-09-13T02:02:34.895" v="20"/>
        <pc:sldMkLst>
          <pc:docMk/>
          <pc:sldMk cId="3295569022" sldId="270"/>
        </pc:sldMkLst>
      </pc:sldChg>
      <pc:sldChg chg="del">
        <pc:chgData name="Danielle Andries" userId="93d179e4-3c18-40f7-920e-ae80b202540d" providerId="ADAL" clId="{D91E41BC-B01D-4852-85FA-B730B43C61BB}" dt="2023-09-13T02:06:01.403" v="26" actId="2696"/>
        <pc:sldMkLst>
          <pc:docMk/>
          <pc:sldMk cId="2453673515" sldId="275"/>
        </pc:sldMkLst>
      </pc:sldChg>
      <pc:sldChg chg="modSp mod">
        <pc:chgData name="Danielle Andries" userId="93d179e4-3c18-40f7-920e-ae80b202540d" providerId="ADAL" clId="{D91E41BC-B01D-4852-85FA-B730B43C61BB}" dt="2023-09-13T02:18:46.479" v="667" actId="20577"/>
        <pc:sldMkLst>
          <pc:docMk/>
          <pc:sldMk cId="1384796213" sldId="279"/>
        </pc:sldMkLst>
        <pc:spChg chg="mod">
          <ac:chgData name="Danielle Andries" userId="93d179e4-3c18-40f7-920e-ae80b202540d" providerId="ADAL" clId="{D91E41BC-B01D-4852-85FA-B730B43C61BB}" dt="2023-09-13T02:18:46.479" v="667" actId="20577"/>
          <ac:spMkLst>
            <pc:docMk/>
            <pc:sldMk cId="1384796213" sldId="279"/>
            <ac:spMk id="2" creationId="{8CCA571E-DEB7-46F2-8F35-C75EA28B441B}"/>
          </ac:spMkLst>
        </pc:spChg>
        <pc:spChg chg="mod">
          <ac:chgData name="Danielle Andries" userId="93d179e4-3c18-40f7-920e-ae80b202540d" providerId="ADAL" clId="{D91E41BC-B01D-4852-85FA-B730B43C61BB}" dt="2023-09-13T02:18:19.014" v="544" actId="20577"/>
          <ac:spMkLst>
            <pc:docMk/>
            <pc:sldMk cId="1384796213" sldId="279"/>
            <ac:spMk id="3" creationId="{FC69CAD3-34EC-4D3B-A788-E05EF101E8B6}"/>
          </ac:spMkLst>
        </pc:spChg>
      </pc:sldChg>
      <pc:sldChg chg="modSp mod">
        <pc:chgData name="Danielle Andries" userId="93d179e4-3c18-40f7-920e-ae80b202540d" providerId="ADAL" clId="{D91E41BC-B01D-4852-85FA-B730B43C61BB}" dt="2023-09-13T02:19:09.373" v="712" actId="20577"/>
        <pc:sldMkLst>
          <pc:docMk/>
          <pc:sldMk cId="1359013929" sldId="280"/>
        </pc:sldMkLst>
        <pc:spChg chg="mod">
          <ac:chgData name="Danielle Andries" userId="93d179e4-3c18-40f7-920e-ae80b202540d" providerId="ADAL" clId="{D91E41BC-B01D-4852-85FA-B730B43C61BB}" dt="2023-09-13T02:19:09.373" v="712" actId="20577"/>
          <ac:spMkLst>
            <pc:docMk/>
            <pc:sldMk cId="1359013929" sldId="280"/>
            <ac:spMk id="3" creationId="{89316A7B-EF56-4540-A124-0ACC23724F87}"/>
          </ac:spMkLst>
        </pc:spChg>
      </pc:sldChg>
      <pc:sldChg chg="addSp delSp modSp mod">
        <pc:chgData name="Danielle Andries" userId="93d179e4-3c18-40f7-920e-ae80b202540d" providerId="ADAL" clId="{D91E41BC-B01D-4852-85FA-B730B43C61BB}" dt="2023-09-13T02:21:19.862" v="732" actId="1037"/>
        <pc:sldMkLst>
          <pc:docMk/>
          <pc:sldMk cId="2763232996" sldId="282"/>
        </pc:sldMkLst>
        <pc:spChg chg="del">
          <ac:chgData name="Danielle Andries" userId="93d179e4-3c18-40f7-920e-ae80b202540d" providerId="ADAL" clId="{D91E41BC-B01D-4852-85FA-B730B43C61BB}" dt="2023-09-13T02:20:30.491" v="713"/>
          <ac:spMkLst>
            <pc:docMk/>
            <pc:sldMk cId="2763232996" sldId="282"/>
            <ac:spMk id="3" creationId="{579B07B8-7B27-45F1-B0BB-6162AE3855D4}"/>
          </ac:spMkLst>
        </pc:spChg>
        <pc:spChg chg="mod">
          <ac:chgData name="Danielle Andries" userId="93d179e4-3c18-40f7-920e-ae80b202540d" providerId="ADAL" clId="{D91E41BC-B01D-4852-85FA-B730B43C61BB}" dt="2023-09-13T02:21:19.862" v="732" actId="1037"/>
          <ac:spMkLst>
            <pc:docMk/>
            <pc:sldMk cId="2763232996" sldId="282"/>
            <ac:spMk id="6" creationId="{6C97A144-0634-4203-BEE3-57B7B2ADD04C}"/>
          </ac:spMkLst>
        </pc:spChg>
        <pc:picChg chg="add mod">
          <ac:chgData name="Danielle Andries" userId="93d179e4-3c18-40f7-920e-ae80b202540d" providerId="ADAL" clId="{D91E41BC-B01D-4852-85FA-B730B43C61BB}" dt="2023-09-13T02:20:59.984" v="728" actId="1037"/>
          <ac:picMkLst>
            <pc:docMk/>
            <pc:sldMk cId="2763232996" sldId="282"/>
            <ac:picMk id="8" creationId="{A0E772F9-EF57-1839-6F9A-F1A1EAB2A56E}"/>
          </ac:picMkLst>
        </pc:picChg>
      </pc:sldChg>
      <pc:sldChg chg="modSp mod">
        <pc:chgData name="Danielle Andries" userId="93d179e4-3c18-40f7-920e-ae80b202540d" providerId="ADAL" clId="{D91E41BC-B01D-4852-85FA-B730B43C61BB}" dt="2023-09-13T02:25:29.718" v="939" actId="20577"/>
        <pc:sldMkLst>
          <pc:docMk/>
          <pc:sldMk cId="3525001111" sldId="284"/>
        </pc:sldMkLst>
        <pc:spChg chg="mod">
          <ac:chgData name="Danielle Andries" userId="93d179e4-3c18-40f7-920e-ae80b202540d" providerId="ADAL" clId="{D91E41BC-B01D-4852-85FA-B730B43C61BB}" dt="2023-09-13T02:25:29.718" v="939" actId="20577"/>
          <ac:spMkLst>
            <pc:docMk/>
            <pc:sldMk cId="3525001111" sldId="284"/>
            <ac:spMk id="2" creationId="{8CCA571E-DEB7-46F2-8F35-C75EA28B441B}"/>
          </ac:spMkLst>
        </pc:spChg>
        <pc:spChg chg="mod">
          <ac:chgData name="Danielle Andries" userId="93d179e4-3c18-40f7-920e-ae80b202540d" providerId="ADAL" clId="{D91E41BC-B01D-4852-85FA-B730B43C61BB}" dt="2023-09-13T02:25:09.086" v="845" actId="20577"/>
          <ac:spMkLst>
            <pc:docMk/>
            <pc:sldMk cId="3525001111" sldId="284"/>
            <ac:spMk id="3" creationId="{FC69CAD3-34EC-4D3B-A788-E05EF101E8B6}"/>
          </ac:spMkLst>
        </pc:spChg>
      </pc:sldChg>
      <pc:sldChg chg="modSp mod">
        <pc:chgData name="Danielle Andries" userId="93d179e4-3c18-40f7-920e-ae80b202540d" providerId="ADAL" clId="{D91E41BC-B01D-4852-85FA-B730B43C61BB}" dt="2023-09-13T02:25:56.107" v="983" actId="20577"/>
        <pc:sldMkLst>
          <pc:docMk/>
          <pc:sldMk cId="1600087858" sldId="285"/>
        </pc:sldMkLst>
        <pc:spChg chg="mod">
          <ac:chgData name="Danielle Andries" userId="93d179e4-3c18-40f7-920e-ae80b202540d" providerId="ADAL" clId="{D91E41BC-B01D-4852-85FA-B730B43C61BB}" dt="2023-09-13T02:25:56.107" v="983" actId="20577"/>
          <ac:spMkLst>
            <pc:docMk/>
            <pc:sldMk cId="1600087858" sldId="285"/>
            <ac:spMk id="3" creationId="{89316A7B-EF56-4540-A124-0ACC23724F87}"/>
          </ac:spMkLst>
        </pc:spChg>
      </pc:sldChg>
      <pc:sldChg chg="addSp delSp modSp mod">
        <pc:chgData name="Danielle Andries" userId="93d179e4-3c18-40f7-920e-ae80b202540d" providerId="ADAL" clId="{D91E41BC-B01D-4852-85FA-B730B43C61BB}" dt="2023-09-13T02:27:06.822" v="990" actId="1076"/>
        <pc:sldMkLst>
          <pc:docMk/>
          <pc:sldMk cId="3401635357" sldId="287"/>
        </pc:sldMkLst>
        <pc:spChg chg="del">
          <ac:chgData name="Danielle Andries" userId="93d179e4-3c18-40f7-920e-ae80b202540d" providerId="ADAL" clId="{D91E41BC-B01D-4852-85FA-B730B43C61BB}" dt="2023-09-13T02:26:51.878" v="984"/>
          <ac:spMkLst>
            <pc:docMk/>
            <pc:sldMk cId="3401635357" sldId="287"/>
            <ac:spMk id="3" creationId="{579B07B8-7B27-45F1-B0BB-6162AE3855D4}"/>
          </ac:spMkLst>
        </pc:spChg>
        <pc:spChg chg="mod">
          <ac:chgData name="Danielle Andries" userId="93d179e4-3c18-40f7-920e-ae80b202540d" providerId="ADAL" clId="{D91E41BC-B01D-4852-85FA-B730B43C61BB}" dt="2023-09-13T02:27:06.822" v="990" actId="1076"/>
          <ac:spMkLst>
            <pc:docMk/>
            <pc:sldMk cId="3401635357" sldId="287"/>
            <ac:spMk id="6" creationId="{6C97A144-0634-4203-BEE3-57B7B2ADD04C}"/>
          </ac:spMkLst>
        </pc:spChg>
        <pc:picChg chg="add mod">
          <ac:chgData name="Danielle Andries" userId="93d179e4-3c18-40f7-920e-ae80b202540d" providerId="ADAL" clId="{D91E41BC-B01D-4852-85FA-B730B43C61BB}" dt="2023-09-13T02:27:04.586" v="989" actId="14100"/>
          <ac:picMkLst>
            <pc:docMk/>
            <pc:sldMk cId="3401635357" sldId="287"/>
            <ac:picMk id="8" creationId="{0EE72D1A-9083-2202-969C-D0D9801765A7}"/>
          </ac:picMkLst>
        </pc:picChg>
      </pc:sldChg>
      <pc:sldChg chg="modSp mod">
        <pc:chgData name="Danielle Andries" userId="93d179e4-3c18-40f7-920e-ae80b202540d" providerId="ADAL" clId="{D91E41BC-B01D-4852-85FA-B730B43C61BB}" dt="2023-09-13T02:28:40.881" v="1204" actId="5793"/>
        <pc:sldMkLst>
          <pc:docMk/>
          <pc:sldMk cId="3571091172" sldId="289"/>
        </pc:sldMkLst>
        <pc:spChg chg="mod">
          <ac:chgData name="Danielle Andries" userId="93d179e4-3c18-40f7-920e-ae80b202540d" providerId="ADAL" clId="{D91E41BC-B01D-4852-85FA-B730B43C61BB}" dt="2023-09-13T02:28:40.881" v="1204" actId="5793"/>
          <ac:spMkLst>
            <pc:docMk/>
            <pc:sldMk cId="3571091172" sldId="289"/>
            <ac:spMk id="2" creationId="{8CCA571E-DEB7-46F2-8F35-C75EA28B441B}"/>
          </ac:spMkLst>
        </pc:spChg>
        <pc:spChg chg="mod">
          <ac:chgData name="Danielle Andries" userId="93d179e4-3c18-40f7-920e-ae80b202540d" providerId="ADAL" clId="{D91E41BC-B01D-4852-85FA-B730B43C61BB}" dt="2023-09-13T02:27:59.662" v="1039" actId="20577"/>
          <ac:spMkLst>
            <pc:docMk/>
            <pc:sldMk cId="3571091172" sldId="289"/>
            <ac:spMk id="3" creationId="{FC69CAD3-34EC-4D3B-A788-E05EF101E8B6}"/>
          </ac:spMkLst>
        </pc:spChg>
      </pc:sldChg>
      <pc:sldChg chg="modSp mod">
        <pc:chgData name="Danielle Andries" userId="93d179e4-3c18-40f7-920e-ae80b202540d" providerId="ADAL" clId="{D91E41BC-B01D-4852-85FA-B730B43C61BB}" dt="2023-09-13T02:29:07.390" v="1248" actId="20577"/>
        <pc:sldMkLst>
          <pc:docMk/>
          <pc:sldMk cId="3677461683" sldId="290"/>
        </pc:sldMkLst>
        <pc:spChg chg="mod">
          <ac:chgData name="Danielle Andries" userId="93d179e4-3c18-40f7-920e-ae80b202540d" providerId="ADAL" clId="{D91E41BC-B01D-4852-85FA-B730B43C61BB}" dt="2023-09-13T02:29:07.390" v="1248" actId="20577"/>
          <ac:spMkLst>
            <pc:docMk/>
            <pc:sldMk cId="3677461683" sldId="290"/>
            <ac:spMk id="3" creationId="{89316A7B-EF56-4540-A124-0ACC23724F87}"/>
          </ac:spMkLst>
        </pc:spChg>
      </pc:sldChg>
      <pc:sldChg chg="modNotesTx">
        <pc:chgData name="Danielle Andries" userId="93d179e4-3c18-40f7-920e-ae80b202540d" providerId="ADAL" clId="{D91E41BC-B01D-4852-85FA-B730B43C61BB}" dt="2023-09-13T02:17:17.879" v="505" actId="20577"/>
        <pc:sldMkLst>
          <pc:docMk/>
          <pc:sldMk cId="2568677568" sldId="291"/>
        </pc:sldMkLst>
      </pc:sldChg>
      <pc:sldChg chg="modNotesTx">
        <pc:chgData name="Danielle Andries" userId="93d179e4-3c18-40f7-920e-ae80b202540d" providerId="ADAL" clId="{D91E41BC-B01D-4852-85FA-B730B43C61BB}" dt="2023-09-13T02:17:57.882" v="506"/>
        <pc:sldMkLst>
          <pc:docMk/>
          <pc:sldMk cId="342887987" sldId="293"/>
        </pc:sldMkLst>
      </pc:sldChg>
      <pc:sldChg chg="addSp delSp modSp mod">
        <pc:chgData name="Danielle Andries" userId="93d179e4-3c18-40f7-920e-ae80b202540d" providerId="ADAL" clId="{D91E41BC-B01D-4852-85FA-B730B43C61BB}" dt="2023-09-13T02:22:14.504" v="739" actId="1076"/>
        <pc:sldMkLst>
          <pc:docMk/>
          <pc:sldMk cId="3652330771" sldId="295"/>
        </pc:sldMkLst>
        <pc:spChg chg="del">
          <ac:chgData name="Danielle Andries" userId="93d179e4-3c18-40f7-920e-ae80b202540d" providerId="ADAL" clId="{D91E41BC-B01D-4852-85FA-B730B43C61BB}" dt="2023-09-13T02:21:53.604" v="733"/>
          <ac:spMkLst>
            <pc:docMk/>
            <pc:sldMk cId="3652330771" sldId="295"/>
            <ac:spMk id="3" creationId="{579B07B8-7B27-45F1-B0BB-6162AE3855D4}"/>
          </ac:spMkLst>
        </pc:spChg>
        <pc:spChg chg="mod">
          <ac:chgData name="Danielle Andries" userId="93d179e4-3c18-40f7-920e-ae80b202540d" providerId="ADAL" clId="{D91E41BC-B01D-4852-85FA-B730B43C61BB}" dt="2023-09-13T02:22:14.504" v="739" actId="1076"/>
          <ac:spMkLst>
            <pc:docMk/>
            <pc:sldMk cId="3652330771" sldId="295"/>
            <ac:spMk id="6" creationId="{6C97A144-0634-4203-BEE3-57B7B2ADD04C}"/>
          </ac:spMkLst>
        </pc:spChg>
        <pc:picChg chg="add mod">
          <ac:chgData name="Danielle Andries" userId="93d179e4-3c18-40f7-920e-ae80b202540d" providerId="ADAL" clId="{D91E41BC-B01D-4852-85FA-B730B43C61BB}" dt="2023-09-13T02:22:10.018" v="738" actId="14100"/>
          <ac:picMkLst>
            <pc:docMk/>
            <pc:sldMk cId="3652330771" sldId="295"/>
            <ac:picMk id="8" creationId="{861DBFEC-6264-2554-9998-70BA04F05120}"/>
          </ac:picMkLst>
        </pc:picChg>
      </pc:sldChg>
      <pc:sldChg chg="addSp delSp modSp mod modNotesTx">
        <pc:chgData name="Danielle Andries" userId="93d179e4-3c18-40f7-920e-ae80b202540d" providerId="ADAL" clId="{D91E41BC-B01D-4852-85FA-B730B43C61BB}" dt="2023-09-13T02:23:59.672" v="800" actId="20577"/>
        <pc:sldMkLst>
          <pc:docMk/>
          <pc:sldMk cId="2157742072" sldId="296"/>
        </pc:sldMkLst>
        <pc:spChg chg="del">
          <ac:chgData name="Danielle Andries" userId="93d179e4-3c18-40f7-920e-ae80b202540d" providerId="ADAL" clId="{D91E41BC-B01D-4852-85FA-B730B43C61BB}" dt="2023-09-13T02:23:23.431" v="777"/>
          <ac:spMkLst>
            <pc:docMk/>
            <pc:sldMk cId="2157742072" sldId="296"/>
            <ac:spMk id="3" creationId="{579B07B8-7B27-45F1-B0BB-6162AE3855D4}"/>
          </ac:spMkLst>
        </pc:spChg>
        <pc:spChg chg="mod">
          <ac:chgData name="Danielle Andries" userId="93d179e4-3c18-40f7-920e-ae80b202540d" providerId="ADAL" clId="{D91E41BC-B01D-4852-85FA-B730B43C61BB}" dt="2023-09-13T02:23:47.318" v="797" actId="1036"/>
          <ac:spMkLst>
            <pc:docMk/>
            <pc:sldMk cId="2157742072" sldId="296"/>
            <ac:spMk id="6" creationId="{6C97A144-0634-4203-BEE3-57B7B2ADD04C}"/>
          </ac:spMkLst>
        </pc:spChg>
        <pc:picChg chg="add mod">
          <ac:chgData name="Danielle Andries" userId="93d179e4-3c18-40f7-920e-ae80b202540d" providerId="ADAL" clId="{D91E41BC-B01D-4852-85FA-B730B43C61BB}" dt="2023-09-13T02:23:47.318" v="797" actId="1036"/>
          <ac:picMkLst>
            <pc:docMk/>
            <pc:sldMk cId="2157742072" sldId="296"/>
            <ac:picMk id="8" creationId="{43A876C5-D58C-5568-5385-1D849B0E64B5}"/>
          </ac:picMkLst>
        </pc:picChg>
      </pc:sldChg>
      <pc:sldChg chg="addSp delSp modSp mod">
        <pc:chgData name="Danielle Andries" userId="93d179e4-3c18-40f7-920e-ae80b202540d" providerId="ADAL" clId="{D91E41BC-B01D-4852-85FA-B730B43C61BB}" dt="2023-09-13T02:24:43.885" v="809" actId="1076"/>
        <pc:sldMkLst>
          <pc:docMk/>
          <pc:sldMk cId="3761494460" sldId="297"/>
        </pc:sldMkLst>
        <pc:spChg chg="del">
          <ac:chgData name="Danielle Andries" userId="93d179e4-3c18-40f7-920e-ae80b202540d" providerId="ADAL" clId="{D91E41BC-B01D-4852-85FA-B730B43C61BB}" dt="2023-09-13T02:24:27.634" v="802"/>
          <ac:spMkLst>
            <pc:docMk/>
            <pc:sldMk cId="3761494460" sldId="297"/>
            <ac:spMk id="3" creationId="{579B07B8-7B27-45F1-B0BB-6162AE3855D4}"/>
          </ac:spMkLst>
        </pc:spChg>
        <pc:spChg chg="mod">
          <ac:chgData name="Danielle Andries" userId="93d179e4-3c18-40f7-920e-ae80b202540d" providerId="ADAL" clId="{D91E41BC-B01D-4852-85FA-B730B43C61BB}" dt="2023-09-13T02:24:06.050" v="801" actId="1076"/>
          <ac:spMkLst>
            <pc:docMk/>
            <pc:sldMk cId="3761494460" sldId="297"/>
            <ac:spMk id="5" creationId="{372FA240-3863-4D01-94C7-5E89B539BF0B}"/>
          </ac:spMkLst>
        </pc:spChg>
        <pc:spChg chg="mod">
          <ac:chgData name="Danielle Andries" userId="93d179e4-3c18-40f7-920e-ae80b202540d" providerId="ADAL" clId="{D91E41BC-B01D-4852-85FA-B730B43C61BB}" dt="2023-09-13T02:24:43.885" v="809" actId="1076"/>
          <ac:spMkLst>
            <pc:docMk/>
            <pc:sldMk cId="3761494460" sldId="297"/>
            <ac:spMk id="6" creationId="{6C97A144-0634-4203-BEE3-57B7B2ADD04C}"/>
          </ac:spMkLst>
        </pc:spChg>
        <pc:picChg chg="add mod">
          <ac:chgData name="Danielle Andries" userId="93d179e4-3c18-40f7-920e-ae80b202540d" providerId="ADAL" clId="{D91E41BC-B01D-4852-85FA-B730B43C61BB}" dt="2023-09-13T02:24:41.170" v="808" actId="14100"/>
          <ac:picMkLst>
            <pc:docMk/>
            <pc:sldMk cId="3761494460" sldId="297"/>
            <ac:picMk id="8" creationId="{8498B161-0C60-F016-DEFF-77508A59291D}"/>
          </ac:picMkLst>
        </pc:picChg>
      </pc:sldChg>
      <pc:sldChg chg="modNotesTx">
        <pc:chgData name="Danielle Andries" userId="93d179e4-3c18-40f7-920e-ae80b202540d" providerId="ADAL" clId="{D91E41BC-B01D-4852-85FA-B730B43C61BB}" dt="2023-09-13T02:27:25.053" v="991"/>
        <pc:sldMkLst>
          <pc:docMk/>
          <pc:sldMk cId="3249740903" sldId="299"/>
        </pc:sldMkLst>
      </pc:sldChg>
      <pc:sldChg chg="addSp delSp modSp new mod ord modNotesTx">
        <pc:chgData name="Danielle Andries" userId="93d179e4-3c18-40f7-920e-ae80b202540d" providerId="ADAL" clId="{D91E41BC-B01D-4852-85FA-B730B43C61BB}" dt="2023-09-13T02:16:50.547" v="502"/>
        <pc:sldMkLst>
          <pc:docMk/>
          <pc:sldMk cId="951509893" sldId="302"/>
        </pc:sldMkLst>
        <pc:spChg chg="mod">
          <ac:chgData name="Danielle Andries" userId="93d179e4-3c18-40f7-920e-ae80b202540d" providerId="ADAL" clId="{D91E41BC-B01D-4852-85FA-B730B43C61BB}" dt="2023-09-13T02:12:48.509" v="309" actId="20577"/>
          <ac:spMkLst>
            <pc:docMk/>
            <pc:sldMk cId="951509893" sldId="302"/>
            <ac:spMk id="2" creationId="{F0AE5640-FA2C-A0BA-B671-0C286D623358}"/>
          </ac:spMkLst>
        </pc:spChg>
        <pc:spChg chg="mod">
          <ac:chgData name="Danielle Andries" userId="93d179e4-3c18-40f7-920e-ae80b202540d" providerId="ADAL" clId="{D91E41BC-B01D-4852-85FA-B730B43C61BB}" dt="2023-09-13T02:16:14.279" v="500" actId="20577"/>
          <ac:spMkLst>
            <pc:docMk/>
            <pc:sldMk cId="951509893" sldId="302"/>
            <ac:spMk id="3" creationId="{9E6806AB-1FF3-055A-2D39-5B2FB5480084}"/>
          </ac:spMkLst>
        </pc:spChg>
        <pc:spChg chg="del mod">
          <ac:chgData name="Danielle Andries" userId="93d179e4-3c18-40f7-920e-ae80b202540d" providerId="ADAL" clId="{D91E41BC-B01D-4852-85FA-B730B43C61BB}" dt="2023-09-13T02:13:25.833" v="313"/>
          <ac:spMkLst>
            <pc:docMk/>
            <pc:sldMk cId="951509893" sldId="302"/>
            <ac:spMk id="4" creationId="{0D51B2F5-EDD4-D8A6-D1D0-0BFF57657087}"/>
          </ac:spMkLst>
        </pc:spChg>
        <pc:spChg chg="add del">
          <ac:chgData name="Danielle Andries" userId="93d179e4-3c18-40f7-920e-ae80b202540d" providerId="ADAL" clId="{D91E41BC-B01D-4852-85FA-B730B43C61BB}" dt="2023-09-13T02:13:30.214" v="317" actId="22"/>
          <ac:spMkLst>
            <pc:docMk/>
            <pc:sldMk cId="951509893" sldId="302"/>
            <ac:spMk id="9" creationId="{A35E51C6-FF49-6EEF-D490-C6E18B9FEFB1}"/>
          </ac:spMkLst>
        </pc:spChg>
        <pc:spChg chg="add del mod">
          <ac:chgData name="Danielle Andries" userId="93d179e4-3c18-40f7-920e-ae80b202540d" providerId="ADAL" clId="{D91E41BC-B01D-4852-85FA-B730B43C61BB}" dt="2023-09-13T02:13:35.776" v="321" actId="22"/>
          <ac:spMkLst>
            <pc:docMk/>
            <pc:sldMk cId="951509893" sldId="302"/>
            <ac:spMk id="11" creationId="{D7919922-9CBA-3778-5405-ABAFCBA308E0}"/>
          </ac:spMkLst>
        </pc:spChg>
        <pc:spChg chg="add del">
          <ac:chgData name="Danielle Andries" userId="93d179e4-3c18-40f7-920e-ae80b202540d" providerId="ADAL" clId="{D91E41BC-B01D-4852-85FA-B730B43C61BB}" dt="2023-09-13T02:13:39.501" v="323" actId="22"/>
          <ac:spMkLst>
            <pc:docMk/>
            <pc:sldMk cId="951509893" sldId="302"/>
            <ac:spMk id="13" creationId="{45F03666-045E-7F19-0668-D0E1604360E9}"/>
          </ac:spMkLst>
        </pc:spChg>
        <pc:spChg chg="add mod">
          <ac:chgData name="Danielle Andries" userId="93d179e4-3c18-40f7-920e-ae80b202540d" providerId="ADAL" clId="{D91E41BC-B01D-4852-85FA-B730B43C61BB}" dt="2023-09-13T02:14:18.040" v="331" actId="1076"/>
          <ac:spMkLst>
            <pc:docMk/>
            <pc:sldMk cId="951509893" sldId="302"/>
            <ac:spMk id="15" creationId="{2509CB17-8E92-C5F2-8085-CAC6C32957DC}"/>
          </ac:spMkLst>
        </pc:spChg>
        <pc:picChg chg="add mod">
          <ac:chgData name="Danielle Andries" userId="93d179e4-3c18-40f7-920e-ae80b202540d" providerId="ADAL" clId="{D91E41BC-B01D-4852-85FA-B730B43C61BB}" dt="2023-09-13T02:14:25.483" v="334" actId="1076"/>
          <ac:picMkLst>
            <pc:docMk/>
            <pc:sldMk cId="951509893" sldId="302"/>
            <ac:picMk id="7" creationId="{8A3BF7D0-A94C-40BB-D70C-446AC81D805F}"/>
          </ac:picMkLst>
        </pc:picChg>
      </pc:sldChg>
      <pc:sldChg chg="addSp delSp modSp new del mod ord modClrScheme chgLayout">
        <pc:chgData name="Danielle Andries" userId="93d179e4-3c18-40f7-920e-ae80b202540d" providerId="ADAL" clId="{D91E41BC-B01D-4852-85FA-B730B43C61BB}" dt="2023-09-13T02:12:39.741" v="281" actId="2696"/>
        <pc:sldMkLst>
          <pc:docMk/>
          <pc:sldMk cId="1258405095" sldId="302"/>
        </pc:sldMkLst>
        <pc:spChg chg="mod">
          <ac:chgData name="Danielle Andries" userId="93d179e4-3c18-40f7-920e-ae80b202540d" providerId="ADAL" clId="{D91E41BC-B01D-4852-85FA-B730B43C61BB}" dt="2023-09-13T02:12:29.842" v="280" actId="20577"/>
          <ac:spMkLst>
            <pc:docMk/>
            <pc:sldMk cId="1258405095" sldId="302"/>
            <ac:spMk id="2" creationId="{ADAD417E-C755-2353-D341-84D5103EB0DE}"/>
          </ac:spMkLst>
        </pc:spChg>
        <pc:spChg chg="del">
          <ac:chgData name="Danielle Andries" userId="93d179e4-3c18-40f7-920e-ae80b202540d" providerId="ADAL" clId="{D91E41BC-B01D-4852-85FA-B730B43C61BB}" dt="2023-09-13T02:12:24.814" v="279" actId="26606"/>
          <ac:spMkLst>
            <pc:docMk/>
            <pc:sldMk cId="1258405095" sldId="302"/>
            <ac:spMk id="3" creationId="{0BAC4AEC-DF6E-B75F-7E53-D562F98A751D}"/>
          </ac:spMkLst>
        </pc:spChg>
        <pc:spChg chg="del">
          <ac:chgData name="Danielle Andries" userId="93d179e4-3c18-40f7-920e-ae80b202540d" providerId="ADAL" clId="{D91E41BC-B01D-4852-85FA-B730B43C61BB}" dt="2023-09-13T02:11:59.578" v="249" actId="478"/>
          <ac:spMkLst>
            <pc:docMk/>
            <pc:sldMk cId="1258405095" sldId="302"/>
            <ac:spMk id="4" creationId="{952534A6-A25F-73D9-8B0A-001427A3E05E}"/>
          </ac:spMkLst>
        </pc:spChg>
        <pc:spChg chg="mod">
          <ac:chgData name="Danielle Andries" userId="93d179e4-3c18-40f7-920e-ae80b202540d" providerId="ADAL" clId="{D91E41BC-B01D-4852-85FA-B730B43C61BB}" dt="2023-09-13T02:12:24.814" v="279" actId="26606"/>
          <ac:spMkLst>
            <pc:docMk/>
            <pc:sldMk cId="1258405095" sldId="302"/>
            <ac:spMk id="5" creationId="{95E94A4D-6304-839F-CF7C-DC463C3106F8}"/>
          </ac:spMkLst>
        </pc:spChg>
        <pc:spChg chg="add mod">
          <ac:chgData name="Danielle Andries" userId="93d179e4-3c18-40f7-920e-ae80b202540d" providerId="ADAL" clId="{D91E41BC-B01D-4852-85FA-B730B43C61BB}" dt="2023-09-13T02:12:24.814" v="279" actId="26606"/>
          <ac:spMkLst>
            <pc:docMk/>
            <pc:sldMk cId="1258405095" sldId="302"/>
            <ac:spMk id="12" creationId="{247554EC-59AE-D617-F27C-DF4103169633}"/>
          </ac:spMkLst>
        </pc:spChg>
        <pc:spChg chg="add mod">
          <ac:chgData name="Danielle Andries" userId="93d179e4-3c18-40f7-920e-ae80b202540d" providerId="ADAL" clId="{D91E41BC-B01D-4852-85FA-B730B43C61BB}" dt="2023-09-13T02:12:24.814" v="279" actId="26606"/>
          <ac:spMkLst>
            <pc:docMk/>
            <pc:sldMk cId="1258405095" sldId="302"/>
            <ac:spMk id="14" creationId="{7C88E227-9A46-568B-6044-79F4E1945D83}"/>
          </ac:spMkLst>
        </pc:spChg>
        <pc:spChg chg="add mod">
          <ac:chgData name="Danielle Andries" userId="93d179e4-3c18-40f7-920e-ae80b202540d" providerId="ADAL" clId="{D91E41BC-B01D-4852-85FA-B730B43C61BB}" dt="2023-09-13T02:12:24.814" v="279" actId="26606"/>
          <ac:spMkLst>
            <pc:docMk/>
            <pc:sldMk cId="1258405095" sldId="302"/>
            <ac:spMk id="16" creationId="{16EA7DE9-E877-A6BD-2363-D90FC73D7013}"/>
          </ac:spMkLst>
        </pc:spChg>
        <pc:picChg chg="add del">
          <ac:chgData name="Danielle Andries" userId="93d179e4-3c18-40f7-920e-ae80b202540d" providerId="ADAL" clId="{D91E41BC-B01D-4852-85FA-B730B43C61BB}" dt="2023-09-13T02:12:19.428" v="278" actId="22"/>
          <ac:picMkLst>
            <pc:docMk/>
            <pc:sldMk cId="1258405095" sldId="302"/>
            <ac:picMk id="7" creationId="{DD991478-B42E-5384-32EC-DBE99B5705A1}"/>
          </ac:picMkLst>
        </pc:picChg>
        <pc:picChg chg="add">
          <ac:chgData name="Danielle Andries" userId="93d179e4-3c18-40f7-920e-ae80b202540d" providerId="ADAL" clId="{D91E41BC-B01D-4852-85FA-B730B43C61BB}" dt="2023-09-13T02:12:24.814" v="279" actId="26606"/>
          <ac:picMkLst>
            <pc:docMk/>
            <pc:sldMk cId="1258405095" sldId="302"/>
            <ac:picMk id="9" creationId="{DD991478-B42E-5384-32EC-DBE99B5705A1}"/>
          </ac:picMkLst>
        </pc:picChg>
      </pc:sldChg>
    </pc:docChg>
  </pc:docChgLst>
  <pc:docChgLst>
    <pc:chgData name="Danielle Andries" userId="93d179e4-3c18-40f7-920e-ae80b202540d" providerId="ADAL" clId="{3E3BE2CF-8130-442B-9D1D-02B0E6C65866}"/>
    <pc:docChg chg="undo custSel addSld delSld modSld sldOrd modMainMaster">
      <pc:chgData name="Danielle Andries" userId="93d179e4-3c18-40f7-920e-ae80b202540d" providerId="ADAL" clId="{3E3BE2CF-8130-442B-9D1D-02B0E6C65866}" dt="2023-08-15T15:18:04.311" v="64" actId="20577"/>
      <pc:docMkLst>
        <pc:docMk/>
      </pc:docMkLst>
      <pc:sldChg chg="modSp mod">
        <pc:chgData name="Danielle Andries" userId="93d179e4-3c18-40f7-920e-ae80b202540d" providerId="ADAL" clId="{3E3BE2CF-8130-442B-9D1D-02B0E6C65866}" dt="2023-08-15T15:16:32.321" v="34" actId="14100"/>
        <pc:sldMkLst>
          <pc:docMk/>
          <pc:sldMk cId="3995608643" sldId="257"/>
        </pc:sldMkLst>
        <pc:spChg chg="mod">
          <ac:chgData name="Danielle Andries" userId="93d179e4-3c18-40f7-920e-ae80b202540d" providerId="ADAL" clId="{3E3BE2CF-8130-442B-9D1D-02B0E6C65866}" dt="2023-08-15T15:16:32.321" v="34" actId="14100"/>
          <ac:spMkLst>
            <pc:docMk/>
            <pc:sldMk cId="3995608643" sldId="257"/>
            <ac:spMk id="2" creationId="{B8F195E7-CEB7-44B4-8D15-A6FE845CE6B2}"/>
          </ac:spMkLst>
        </pc:spChg>
        <pc:spChg chg="mod">
          <ac:chgData name="Danielle Andries" userId="93d179e4-3c18-40f7-920e-ae80b202540d" providerId="ADAL" clId="{3E3BE2CF-8130-442B-9D1D-02B0E6C65866}" dt="2023-08-15T15:10:26.064" v="9" actId="20577"/>
          <ac:spMkLst>
            <pc:docMk/>
            <pc:sldMk cId="3995608643" sldId="257"/>
            <ac:spMk id="3" creationId="{3CFC5BFA-DF53-4407-9187-19E2D701E00B}"/>
          </ac:spMkLst>
        </pc:spChg>
        <pc:spChg chg="mod">
          <ac:chgData name="Danielle Andries" userId="93d179e4-3c18-40f7-920e-ae80b202540d" providerId="ADAL" clId="{3E3BE2CF-8130-442B-9D1D-02B0E6C65866}" dt="2023-08-15T15:10:06.212" v="1" actId="27636"/>
          <ac:spMkLst>
            <pc:docMk/>
            <pc:sldMk cId="3995608643" sldId="257"/>
            <ac:spMk id="4" creationId="{10E64DD8-93CF-45E0-BBB1-D21C74EEE754}"/>
          </ac:spMkLst>
        </pc:spChg>
      </pc:sldChg>
      <pc:sldChg chg="modSp mod ord">
        <pc:chgData name="Danielle Andries" userId="93d179e4-3c18-40f7-920e-ae80b202540d" providerId="ADAL" clId="{3E3BE2CF-8130-442B-9D1D-02B0E6C65866}" dt="2023-08-15T15:16:39.617" v="35"/>
        <pc:sldMkLst>
          <pc:docMk/>
          <pc:sldMk cId="2170154808" sldId="258"/>
        </pc:sldMkLst>
        <pc:spChg chg="mod">
          <ac:chgData name="Danielle Andries" userId="93d179e4-3c18-40f7-920e-ae80b202540d" providerId="ADAL" clId="{3E3BE2CF-8130-442B-9D1D-02B0E6C65866}" dt="2023-08-15T15:16:39.617" v="35"/>
          <ac:spMkLst>
            <pc:docMk/>
            <pc:sldMk cId="2170154808" sldId="258"/>
            <ac:spMk id="2" creationId="{3B584BAD-EC4F-4728-93AF-D36C5D808653}"/>
          </ac:spMkLst>
        </pc:spChg>
        <pc:spChg chg="mod">
          <ac:chgData name="Danielle Andries" userId="93d179e4-3c18-40f7-920e-ae80b202540d" providerId="ADAL" clId="{3E3BE2CF-8130-442B-9D1D-02B0E6C65866}" dt="2023-08-15T15:11:31.192" v="27" actId="20577"/>
          <ac:spMkLst>
            <pc:docMk/>
            <pc:sldMk cId="2170154808" sldId="258"/>
            <ac:spMk id="3" creationId="{64FA1437-B024-4A30-A4F5-99BD676DEE0E}"/>
          </ac:spMkLst>
        </pc:spChg>
        <pc:spChg chg="mod">
          <ac:chgData name="Danielle Andries" userId="93d179e4-3c18-40f7-920e-ae80b202540d" providerId="ADAL" clId="{3E3BE2CF-8130-442B-9D1D-02B0E6C65866}" dt="2023-08-15T15:11:26.688" v="19" actId="20577"/>
          <ac:spMkLst>
            <pc:docMk/>
            <pc:sldMk cId="2170154808" sldId="258"/>
            <ac:spMk id="4" creationId="{EB4C854E-2009-4A48-BF5C-7AC043B72217}"/>
          </ac:spMkLst>
        </pc:spChg>
      </pc:sldChg>
      <pc:sldChg chg="del">
        <pc:chgData name="Danielle Andries" userId="93d179e4-3c18-40f7-920e-ae80b202540d" providerId="ADAL" clId="{3E3BE2CF-8130-442B-9D1D-02B0E6C65866}" dt="2023-08-15T15:11:44.388" v="28" actId="2696"/>
        <pc:sldMkLst>
          <pc:docMk/>
          <pc:sldMk cId="3549381897" sldId="259"/>
        </pc:sldMkLst>
      </pc:sldChg>
      <pc:sldChg chg="addSp delSp modSp mod">
        <pc:chgData name="Danielle Andries" userId="93d179e4-3c18-40f7-920e-ae80b202540d" providerId="ADAL" clId="{3E3BE2CF-8130-442B-9D1D-02B0E6C65866}" dt="2023-08-15T15:15:59.700" v="30" actId="478"/>
        <pc:sldMkLst>
          <pc:docMk/>
          <pc:sldMk cId="2298346470" sldId="262"/>
        </pc:sldMkLst>
        <pc:spChg chg="add mod">
          <ac:chgData name="Danielle Andries" userId="93d179e4-3c18-40f7-920e-ae80b202540d" providerId="ADAL" clId="{3E3BE2CF-8130-442B-9D1D-02B0E6C65866}" dt="2023-08-15T15:15:59.700" v="30" actId="478"/>
          <ac:spMkLst>
            <pc:docMk/>
            <pc:sldMk cId="2298346470" sldId="262"/>
            <ac:spMk id="7" creationId="{59CC715D-C4EE-14E0-5433-1C951F4038D9}"/>
          </ac:spMkLst>
        </pc:spChg>
        <pc:picChg chg="del">
          <ac:chgData name="Danielle Andries" userId="93d179e4-3c18-40f7-920e-ae80b202540d" providerId="ADAL" clId="{3E3BE2CF-8130-442B-9D1D-02B0E6C65866}" dt="2023-08-15T15:15:59.700" v="30" actId="478"/>
          <ac:picMkLst>
            <pc:docMk/>
            <pc:sldMk cId="2298346470" sldId="262"/>
            <ac:picMk id="5" creationId="{9940E4FA-497F-4350-827F-482C52E199A5}"/>
          </ac:picMkLst>
        </pc:picChg>
        <pc:picChg chg="del">
          <ac:chgData name="Danielle Andries" userId="93d179e4-3c18-40f7-920e-ae80b202540d" providerId="ADAL" clId="{3E3BE2CF-8130-442B-9D1D-02B0E6C65866}" dt="2023-08-15T15:15:58.927" v="29" actId="478"/>
          <ac:picMkLst>
            <pc:docMk/>
            <pc:sldMk cId="2298346470" sldId="262"/>
            <ac:picMk id="6" creationId="{7C4AADDE-9AD8-4263-9B5E-D5BADF4D69FD}"/>
          </ac:picMkLst>
        </pc:picChg>
      </pc:sldChg>
      <pc:sldChg chg="modSp mod">
        <pc:chgData name="Danielle Andries" userId="93d179e4-3c18-40f7-920e-ae80b202540d" providerId="ADAL" clId="{3E3BE2CF-8130-442B-9D1D-02B0E6C65866}" dt="2023-08-15T15:18:04.311" v="64" actId="20577"/>
        <pc:sldMkLst>
          <pc:docMk/>
          <pc:sldMk cId="997338478" sldId="266"/>
        </pc:sldMkLst>
        <pc:spChg chg="mod">
          <ac:chgData name="Danielle Andries" userId="93d179e4-3c18-40f7-920e-ae80b202540d" providerId="ADAL" clId="{3E3BE2CF-8130-442B-9D1D-02B0E6C65866}" dt="2023-08-15T15:18:04.311" v="64" actId="20577"/>
          <ac:spMkLst>
            <pc:docMk/>
            <pc:sldMk cId="997338478" sldId="266"/>
            <ac:spMk id="3" creationId="{3CFC5BFA-DF53-4407-9187-19E2D701E00B}"/>
          </ac:spMkLst>
        </pc:spChg>
        <pc:spChg chg="mod">
          <ac:chgData name="Danielle Andries" userId="93d179e4-3c18-40f7-920e-ae80b202540d" providerId="ADAL" clId="{3E3BE2CF-8130-442B-9D1D-02B0E6C65866}" dt="2023-08-15T15:18:00.789" v="56" actId="27636"/>
          <ac:spMkLst>
            <pc:docMk/>
            <pc:sldMk cId="997338478" sldId="266"/>
            <ac:spMk id="4" creationId="{10E64DD8-93CF-45E0-BBB1-D21C74EEE754}"/>
          </ac:spMkLst>
        </pc:spChg>
      </pc:sldChg>
      <pc:sldChg chg="modSp add mod ord">
        <pc:chgData name="Danielle Andries" userId="93d179e4-3c18-40f7-920e-ae80b202540d" providerId="ADAL" clId="{3E3BE2CF-8130-442B-9D1D-02B0E6C65866}" dt="2023-08-15T15:17:02.581" v="45"/>
        <pc:sldMkLst>
          <pc:docMk/>
          <pc:sldMk cId="674909909" sldId="267"/>
        </pc:sldMkLst>
        <pc:spChg chg="mod">
          <ac:chgData name="Danielle Andries" userId="93d179e4-3c18-40f7-920e-ae80b202540d" providerId="ADAL" clId="{3E3BE2CF-8130-442B-9D1D-02B0E6C65866}" dt="2023-08-15T15:17:02.581" v="45"/>
          <ac:spMkLst>
            <pc:docMk/>
            <pc:sldMk cId="674909909" sldId="267"/>
            <ac:spMk id="2" creationId="{3B584BAD-EC4F-4728-93AF-D36C5D808653}"/>
          </ac:spMkLst>
        </pc:spChg>
        <pc:spChg chg="mod">
          <ac:chgData name="Danielle Andries" userId="93d179e4-3c18-40f7-920e-ae80b202540d" providerId="ADAL" clId="{3E3BE2CF-8130-442B-9D1D-02B0E6C65866}" dt="2023-08-15T15:16:54.313" v="42" actId="20577"/>
          <ac:spMkLst>
            <pc:docMk/>
            <pc:sldMk cId="674909909" sldId="267"/>
            <ac:spMk id="3" creationId="{64FA1437-B024-4A30-A4F5-99BD676DEE0E}"/>
          </ac:spMkLst>
        </pc:spChg>
      </pc:sldChg>
      <pc:sldChg chg="modSp add mod">
        <pc:chgData name="Danielle Andries" userId="93d179e4-3c18-40f7-920e-ae80b202540d" providerId="ADAL" clId="{3E3BE2CF-8130-442B-9D1D-02B0E6C65866}" dt="2023-08-15T15:17:50.240" v="54"/>
        <pc:sldMkLst>
          <pc:docMk/>
          <pc:sldMk cId="925647113" sldId="268"/>
        </pc:sldMkLst>
        <pc:spChg chg="mod">
          <ac:chgData name="Danielle Andries" userId="93d179e4-3c18-40f7-920e-ae80b202540d" providerId="ADAL" clId="{3E3BE2CF-8130-442B-9D1D-02B0E6C65866}" dt="2023-08-15T15:17:50.240" v="54"/>
          <ac:spMkLst>
            <pc:docMk/>
            <pc:sldMk cId="925647113" sldId="268"/>
            <ac:spMk id="2" creationId="{3B584BAD-EC4F-4728-93AF-D36C5D808653}"/>
          </ac:spMkLst>
        </pc:spChg>
        <pc:spChg chg="mod">
          <ac:chgData name="Danielle Andries" userId="93d179e4-3c18-40f7-920e-ae80b202540d" providerId="ADAL" clId="{3E3BE2CF-8130-442B-9D1D-02B0E6C65866}" dt="2023-08-15T15:17:46.482" v="53" actId="20577"/>
          <ac:spMkLst>
            <pc:docMk/>
            <pc:sldMk cId="925647113" sldId="268"/>
            <ac:spMk id="3" creationId="{64FA1437-B024-4A30-A4F5-99BD676DEE0E}"/>
          </ac:spMkLst>
        </pc:spChg>
      </pc:sldChg>
      <pc:sldMasterChg chg="modSldLayout">
        <pc:chgData name="Danielle Andries" userId="93d179e4-3c18-40f7-920e-ae80b202540d" providerId="ADAL" clId="{3E3BE2CF-8130-442B-9D1D-02B0E6C65866}" dt="2023-08-15T15:17:31.403" v="49" actId="20577"/>
        <pc:sldMasterMkLst>
          <pc:docMk/>
          <pc:sldMasterMk cId="58932730" sldId="2147483910"/>
        </pc:sldMasterMkLst>
        <pc:sldLayoutChg chg="modSp mod">
          <pc:chgData name="Danielle Andries" userId="93d179e4-3c18-40f7-920e-ae80b202540d" providerId="ADAL" clId="{3E3BE2CF-8130-442B-9D1D-02B0E6C65866}" dt="2023-08-15T15:17:27.736" v="48" actId="20577"/>
          <pc:sldLayoutMkLst>
            <pc:docMk/>
            <pc:sldMasterMk cId="58932730" sldId="2147483910"/>
            <pc:sldLayoutMk cId="4084809213" sldId="2147483911"/>
          </pc:sldLayoutMkLst>
          <pc:spChg chg="mod">
            <ac:chgData name="Danielle Andries" userId="93d179e4-3c18-40f7-920e-ae80b202540d" providerId="ADAL" clId="{3E3BE2CF-8130-442B-9D1D-02B0E6C65866}" dt="2023-08-15T15:17:27.736" v="48" actId="20577"/>
            <ac:spMkLst>
              <pc:docMk/>
              <pc:sldMasterMk cId="58932730" sldId="2147483910"/>
              <pc:sldLayoutMk cId="4084809213" sldId="2147483911"/>
              <ac:spMk id="8" creationId="{85CB60B9-005C-47AF-9FB6-D41274CD49DC}"/>
            </ac:spMkLst>
          </pc:spChg>
        </pc:sldLayoutChg>
        <pc:sldLayoutChg chg="modSp mod">
          <pc:chgData name="Danielle Andries" userId="93d179e4-3c18-40f7-920e-ae80b202540d" providerId="ADAL" clId="{3E3BE2CF-8130-442B-9D1D-02B0E6C65866}" dt="2023-08-15T15:17:23.888" v="47" actId="20577"/>
          <pc:sldLayoutMkLst>
            <pc:docMk/>
            <pc:sldMasterMk cId="58932730" sldId="2147483910"/>
            <pc:sldLayoutMk cId="1974321300" sldId="2147483912"/>
          </pc:sldLayoutMkLst>
          <pc:spChg chg="mod">
            <ac:chgData name="Danielle Andries" userId="93d179e4-3c18-40f7-920e-ae80b202540d" providerId="ADAL" clId="{3E3BE2CF-8130-442B-9D1D-02B0E6C65866}" dt="2023-08-15T15:17:23.888" v="47"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3E3BE2CF-8130-442B-9D1D-02B0E6C65866}" dt="2023-08-15T15:17:31.403" v="49" actId="20577"/>
          <pc:sldLayoutMkLst>
            <pc:docMk/>
            <pc:sldMasterMk cId="58932730" sldId="2147483910"/>
            <pc:sldLayoutMk cId="4111725238" sldId="2147483926"/>
          </pc:sldLayoutMkLst>
          <pc:spChg chg="mod">
            <ac:chgData name="Danielle Andries" userId="93d179e4-3c18-40f7-920e-ae80b202540d" providerId="ADAL" clId="{3E3BE2CF-8130-442B-9D1D-02B0E6C65866}" dt="2023-08-15T15:17:31.403" v="49"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3E3BE2CF-8130-442B-9D1D-02B0E6C65866}" dt="2023-08-15T15:17:20.368" v="46" actId="20577"/>
          <pc:sldLayoutMkLst>
            <pc:docMk/>
            <pc:sldMasterMk cId="58932730" sldId="2147483910"/>
            <pc:sldLayoutMk cId="2001968655" sldId="2147483932"/>
          </pc:sldLayoutMkLst>
          <pc:spChg chg="mod">
            <ac:chgData name="Danielle Andries" userId="93d179e4-3c18-40f7-920e-ae80b202540d" providerId="ADAL" clId="{3E3BE2CF-8130-442B-9D1D-02B0E6C65866}" dt="2023-08-15T15:17:20.368" v="46" actId="20577"/>
            <ac:spMkLst>
              <pc:docMk/>
              <pc:sldMasterMk cId="58932730" sldId="2147483910"/>
              <pc:sldLayoutMk cId="2001968655" sldId="2147483932"/>
              <ac:spMk id="14" creationId="{DC95779D-C23F-4838-A4E9-42CBBB5D9F56}"/>
            </ac:spMkLst>
          </pc:spChg>
        </pc:sldLayoutChg>
      </pc:sldMasterChg>
    </pc:docChg>
  </pc:docChgLst>
  <pc:docChgLst>
    <pc:chgData name="James Pengelly" userId="d269fecd-a8a2-4e5a-93ae-88bdaab21f51" providerId="ADAL" clId="{20327144-9DC6-47EC-BE2C-CEF48FF7C088}"/>
    <pc:docChg chg="undo custSel modSld">
      <pc:chgData name="James Pengelly" userId="d269fecd-a8a2-4e5a-93ae-88bdaab21f51" providerId="ADAL" clId="{20327144-9DC6-47EC-BE2C-CEF48FF7C088}" dt="2023-09-19T10:44:02.082" v="187" actId="368"/>
      <pc:docMkLst>
        <pc:docMk/>
      </pc:docMkLst>
      <pc:sldChg chg="addSp delSp modSp mod chgLayout">
        <pc:chgData name="James Pengelly" userId="d269fecd-a8a2-4e5a-93ae-88bdaab21f51" providerId="ADAL" clId="{20327144-9DC6-47EC-BE2C-CEF48FF7C088}" dt="2023-09-19T10:38:47.219" v="3"/>
        <pc:sldMkLst>
          <pc:docMk/>
          <pc:sldMk cId="1702716025" sldId="260"/>
        </pc:sldMkLst>
        <pc:spChg chg="mod ord">
          <ac:chgData name="James Pengelly" userId="d269fecd-a8a2-4e5a-93ae-88bdaab21f51" providerId="ADAL" clId="{20327144-9DC6-47EC-BE2C-CEF48FF7C088}" dt="2023-09-19T10:38:46.522" v="2" actId="6264"/>
          <ac:spMkLst>
            <pc:docMk/>
            <pc:sldMk cId="1702716025" sldId="260"/>
            <ac:spMk id="2" creationId="{5A78B9D2-75C6-4E31-8D20-2472152AE3E2}"/>
          </ac:spMkLst>
        </pc:spChg>
        <pc:spChg chg="add del mod">
          <ac:chgData name="James Pengelly" userId="d269fecd-a8a2-4e5a-93ae-88bdaab21f51" providerId="ADAL" clId="{20327144-9DC6-47EC-BE2C-CEF48FF7C088}" dt="2023-09-19T10:38:46.522" v="2" actId="6264"/>
          <ac:spMkLst>
            <pc:docMk/>
            <pc:sldMk cId="1702716025" sldId="260"/>
            <ac:spMk id="3" creationId="{51F6784B-C3B8-E82E-4606-358E60EBFD44}"/>
          </ac:spMkLst>
        </pc:spChg>
        <pc:spChg chg="mod ord">
          <ac:chgData name="James Pengelly" userId="d269fecd-a8a2-4e5a-93ae-88bdaab21f51" providerId="ADAL" clId="{20327144-9DC6-47EC-BE2C-CEF48FF7C088}" dt="2023-09-19T10:38:46.522" v="2" actId="6264"/>
          <ac:spMkLst>
            <pc:docMk/>
            <pc:sldMk cId="1702716025" sldId="260"/>
            <ac:spMk id="4" creationId="{81D661B8-EEC6-4B47-84B5-8687AB7DEF59}"/>
          </ac:spMkLst>
        </pc:spChg>
        <pc:spChg chg="del mod">
          <ac:chgData name="James Pengelly" userId="d269fecd-a8a2-4e5a-93ae-88bdaab21f51" providerId="ADAL" clId="{20327144-9DC6-47EC-BE2C-CEF48FF7C088}" dt="2023-09-19T10:38:45.518" v="1" actId="478"/>
          <ac:spMkLst>
            <pc:docMk/>
            <pc:sldMk cId="1702716025" sldId="260"/>
            <ac:spMk id="5" creationId="{137E005E-A66D-4D0E-9B1A-24F6766E1709}"/>
          </ac:spMkLst>
        </pc:spChg>
        <pc:spChg chg="add del mod">
          <ac:chgData name="James Pengelly" userId="d269fecd-a8a2-4e5a-93ae-88bdaab21f51" providerId="ADAL" clId="{20327144-9DC6-47EC-BE2C-CEF48FF7C088}" dt="2023-09-19T10:38:46.522" v="2" actId="6264"/>
          <ac:spMkLst>
            <pc:docMk/>
            <pc:sldMk cId="1702716025" sldId="260"/>
            <ac:spMk id="6" creationId="{DC8006E4-E07A-043A-53E0-BEF1B22F3693}"/>
          </ac:spMkLst>
        </pc:spChg>
        <pc:spChg chg="add mod ord">
          <ac:chgData name="James Pengelly" userId="d269fecd-a8a2-4e5a-93ae-88bdaab21f51" providerId="ADAL" clId="{20327144-9DC6-47EC-BE2C-CEF48FF7C088}" dt="2023-09-19T10:38:47.219" v="3"/>
          <ac:spMkLst>
            <pc:docMk/>
            <pc:sldMk cId="1702716025" sldId="260"/>
            <ac:spMk id="7" creationId="{FC233593-051C-D41A-3E8A-965E7DBC7070}"/>
          </ac:spMkLst>
        </pc:spChg>
      </pc:sldChg>
      <pc:sldChg chg="addSp delSp modSp mod modClrScheme chgLayout">
        <pc:chgData name="James Pengelly" userId="d269fecd-a8a2-4e5a-93ae-88bdaab21f51" providerId="ADAL" clId="{20327144-9DC6-47EC-BE2C-CEF48FF7C088}" dt="2023-09-19T10:40:08.922" v="69" actId="368"/>
        <pc:sldMkLst>
          <pc:docMk/>
          <pc:sldMk cId="1821724871" sldId="261"/>
        </pc:sldMkLst>
        <pc:spChg chg="mod ord">
          <ac:chgData name="James Pengelly" userId="d269fecd-a8a2-4e5a-93ae-88bdaab21f51" providerId="ADAL" clId="{20327144-9DC6-47EC-BE2C-CEF48FF7C088}" dt="2023-09-19T10:39:42.653" v="39" actId="700"/>
          <ac:spMkLst>
            <pc:docMk/>
            <pc:sldMk cId="1821724871" sldId="261"/>
            <ac:spMk id="2" creationId="{EBE9F564-251E-4378-B4D0-692726090772}"/>
          </ac:spMkLst>
        </pc:spChg>
        <pc:spChg chg="add mod ord">
          <ac:chgData name="James Pengelly" userId="d269fecd-a8a2-4e5a-93ae-88bdaab21f51" providerId="ADAL" clId="{20327144-9DC6-47EC-BE2C-CEF48FF7C088}" dt="2023-09-19T10:40:08.922" v="69" actId="368"/>
          <ac:spMkLst>
            <pc:docMk/>
            <pc:sldMk cId="1821724871" sldId="261"/>
            <ac:spMk id="3" creationId="{2E0FE211-34C3-1EDA-A5CC-BDE339C8285B}"/>
          </ac:spMkLst>
        </pc:spChg>
        <pc:spChg chg="mod ord">
          <ac:chgData name="James Pengelly" userId="d269fecd-a8a2-4e5a-93ae-88bdaab21f51" providerId="ADAL" clId="{20327144-9DC6-47EC-BE2C-CEF48FF7C088}" dt="2023-09-19T10:39:42.653" v="39" actId="700"/>
          <ac:spMkLst>
            <pc:docMk/>
            <pc:sldMk cId="1821724871" sldId="261"/>
            <ac:spMk id="4" creationId="{80C4C0A8-03F5-4F2B-9EB9-918B55C258A2}"/>
          </ac:spMkLst>
        </pc:spChg>
        <pc:spChg chg="del mod">
          <ac:chgData name="James Pengelly" userId="d269fecd-a8a2-4e5a-93ae-88bdaab21f51" providerId="ADAL" clId="{20327144-9DC6-47EC-BE2C-CEF48FF7C088}" dt="2023-09-19T10:39:40.044" v="38" actId="478"/>
          <ac:spMkLst>
            <pc:docMk/>
            <pc:sldMk cId="1821724871" sldId="261"/>
            <ac:spMk id="5" creationId="{372FA240-3863-4D01-94C7-5E89B539BF0B}"/>
          </ac:spMkLst>
        </pc:spChg>
        <pc:spChg chg="mod">
          <ac:chgData name="James Pengelly" userId="d269fecd-a8a2-4e5a-93ae-88bdaab21f51" providerId="ADAL" clId="{20327144-9DC6-47EC-BE2C-CEF48FF7C088}" dt="2023-09-19T10:39:50.163" v="44" actId="1076"/>
          <ac:spMkLst>
            <pc:docMk/>
            <pc:sldMk cId="1821724871" sldId="261"/>
            <ac:spMk id="6" creationId="{6C97A144-0634-4203-BEE3-57B7B2ADD04C}"/>
          </ac:spMkLst>
        </pc:spChg>
        <pc:picChg chg="mod ord">
          <ac:chgData name="James Pengelly" userId="d269fecd-a8a2-4e5a-93ae-88bdaab21f51" providerId="ADAL" clId="{20327144-9DC6-47EC-BE2C-CEF48FF7C088}" dt="2023-09-19T10:39:42.653" v="39" actId="700"/>
          <ac:picMkLst>
            <pc:docMk/>
            <pc:sldMk cId="1821724871" sldId="261"/>
            <ac:picMk id="8" creationId="{6B549A4C-3BAF-7A8A-D4A6-537381080A27}"/>
          </ac:picMkLst>
        </pc:picChg>
      </pc:sldChg>
      <pc:sldChg chg="addSp delSp modSp mod chgLayout">
        <pc:chgData name="James Pengelly" userId="d269fecd-a8a2-4e5a-93ae-88bdaab21f51" providerId="ADAL" clId="{20327144-9DC6-47EC-BE2C-CEF48FF7C088}" dt="2023-09-19T10:38:54.806" v="7"/>
        <pc:sldMkLst>
          <pc:docMk/>
          <pc:sldMk cId="3295569022" sldId="270"/>
        </pc:sldMkLst>
        <pc:spChg chg="mod ord">
          <ac:chgData name="James Pengelly" userId="d269fecd-a8a2-4e5a-93ae-88bdaab21f51" providerId="ADAL" clId="{20327144-9DC6-47EC-BE2C-CEF48FF7C088}" dt="2023-09-19T10:38:54.150" v="6" actId="6264"/>
          <ac:spMkLst>
            <pc:docMk/>
            <pc:sldMk cId="3295569022" sldId="270"/>
            <ac:spMk id="2" creationId="{5A78B9D2-75C6-4E31-8D20-2472152AE3E2}"/>
          </ac:spMkLst>
        </pc:spChg>
        <pc:spChg chg="add del mod">
          <ac:chgData name="James Pengelly" userId="d269fecd-a8a2-4e5a-93ae-88bdaab21f51" providerId="ADAL" clId="{20327144-9DC6-47EC-BE2C-CEF48FF7C088}" dt="2023-09-19T10:38:54.150" v="6" actId="6264"/>
          <ac:spMkLst>
            <pc:docMk/>
            <pc:sldMk cId="3295569022" sldId="270"/>
            <ac:spMk id="3" creationId="{D71E3C81-1687-05CB-1A4E-49A70179B739}"/>
          </ac:spMkLst>
        </pc:spChg>
        <pc:spChg chg="mod ord">
          <ac:chgData name="James Pengelly" userId="d269fecd-a8a2-4e5a-93ae-88bdaab21f51" providerId="ADAL" clId="{20327144-9DC6-47EC-BE2C-CEF48FF7C088}" dt="2023-09-19T10:38:54.150" v="6" actId="6264"/>
          <ac:spMkLst>
            <pc:docMk/>
            <pc:sldMk cId="3295569022" sldId="270"/>
            <ac:spMk id="4" creationId="{81D661B8-EEC6-4B47-84B5-8687AB7DEF59}"/>
          </ac:spMkLst>
        </pc:spChg>
        <pc:spChg chg="del mod">
          <ac:chgData name="James Pengelly" userId="d269fecd-a8a2-4e5a-93ae-88bdaab21f51" providerId="ADAL" clId="{20327144-9DC6-47EC-BE2C-CEF48FF7C088}" dt="2023-09-19T10:38:53.122" v="5" actId="478"/>
          <ac:spMkLst>
            <pc:docMk/>
            <pc:sldMk cId="3295569022" sldId="270"/>
            <ac:spMk id="5" creationId="{137E005E-A66D-4D0E-9B1A-24F6766E1709}"/>
          </ac:spMkLst>
        </pc:spChg>
        <pc:spChg chg="add del mod">
          <ac:chgData name="James Pengelly" userId="d269fecd-a8a2-4e5a-93ae-88bdaab21f51" providerId="ADAL" clId="{20327144-9DC6-47EC-BE2C-CEF48FF7C088}" dt="2023-09-19T10:38:54.150" v="6" actId="6264"/>
          <ac:spMkLst>
            <pc:docMk/>
            <pc:sldMk cId="3295569022" sldId="270"/>
            <ac:spMk id="6" creationId="{8399521D-9E94-44BA-279E-A1640B621826}"/>
          </ac:spMkLst>
        </pc:spChg>
        <pc:spChg chg="add mod ord">
          <ac:chgData name="James Pengelly" userId="d269fecd-a8a2-4e5a-93ae-88bdaab21f51" providerId="ADAL" clId="{20327144-9DC6-47EC-BE2C-CEF48FF7C088}" dt="2023-09-19T10:38:54.806" v="7"/>
          <ac:spMkLst>
            <pc:docMk/>
            <pc:sldMk cId="3295569022" sldId="270"/>
            <ac:spMk id="7" creationId="{E0A5916E-7F4D-FA90-0877-F484B9F86F04}"/>
          </ac:spMkLst>
        </pc:spChg>
      </pc:sldChg>
      <pc:sldChg chg="addSp delSp modSp mod chgLayout">
        <pc:chgData name="James Pengelly" userId="d269fecd-a8a2-4e5a-93ae-88bdaab21f51" providerId="ADAL" clId="{20327144-9DC6-47EC-BE2C-CEF48FF7C088}" dt="2023-09-19T10:39:04.086" v="13" actId="20577"/>
        <pc:sldMkLst>
          <pc:docMk/>
          <pc:sldMk cId="1545178459" sldId="271"/>
        </pc:sldMkLst>
        <pc:spChg chg="mod ord">
          <ac:chgData name="James Pengelly" userId="d269fecd-a8a2-4e5a-93ae-88bdaab21f51" providerId="ADAL" clId="{20327144-9DC6-47EC-BE2C-CEF48FF7C088}" dt="2023-09-19T10:39:00.445" v="10" actId="6264"/>
          <ac:spMkLst>
            <pc:docMk/>
            <pc:sldMk cId="1545178459" sldId="271"/>
            <ac:spMk id="2" creationId="{5A78B9D2-75C6-4E31-8D20-2472152AE3E2}"/>
          </ac:spMkLst>
        </pc:spChg>
        <pc:spChg chg="add del mod">
          <ac:chgData name="James Pengelly" userId="d269fecd-a8a2-4e5a-93ae-88bdaab21f51" providerId="ADAL" clId="{20327144-9DC6-47EC-BE2C-CEF48FF7C088}" dt="2023-09-19T10:39:00.445" v="10" actId="6264"/>
          <ac:spMkLst>
            <pc:docMk/>
            <pc:sldMk cId="1545178459" sldId="271"/>
            <ac:spMk id="3" creationId="{F65227DE-F878-3FE6-6E4E-DE63F97A4BBF}"/>
          </ac:spMkLst>
        </pc:spChg>
        <pc:spChg chg="mod ord">
          <ac:chgData name="James Pengelly" userId="d269fecd-a8a2-4e5a-93ae-88bdaab21f51" providerId="ADAL" clId="{20327144-9DC6-47EC-BE2C-CEF48FF7C088}" dt="2023-09-19T10:39:00.445" v="10" actId="6264"/>
          <ac:spMkLst>
            <pc:docMk/>
            <pc:sldMk cId="1545178459" sldId="271"/>
            <ac:spMk id="4" creationId="{81D661B8-EEC6-4B47-84B5-8687AB7DEF59}"/>
          </ac:spMkLst>
        </pc:spChg>
        <pc:spChg chg="del mod">
          <ac:chgData name="James Pengelly" userId="d269fecd-a8a2-4e5a-93ae-88bdaab21f51" providerId="ADAL" clId="{20327144-9DC6-47EC-BE2C-CEF48FF7C088}" dt="2023-09-19T10:38:58.895" v="9" actId="478"/>
          <ac:spMkLst>
            <pc:docMk/>
            <pc:sldMk cId="1545178459" sldId="271"/>
            <ac:spMk id="5" creationId="{137E005E-A66D-4D0E-9B1A-24F6766E1709}"/>
          </ac:spMkLst>
        </pc:spChg>
        <pc:spChg chg="add del mod">
          <ac:chgData name="James Pengelly" userId="d269fecd-a8a2-4e5a-93ae-88bdaab21f51" providerId="ADAL" clId="{20327144-9DC6-47EC-BE2C-CEF48FF7C088}" dt="2023-09-19T10:39:00.445" v="10" actId="6264"/>
          <ac:spMkLst>
            <pc:docMk/>
            <pc:sldMk cId="1545178459" sldId="271"/>
            <ac:spMk id="6" creationId="{F2F09077-619F-DAA0-CC6A-244AED91A5C8}"/>
          </ac:spMkLst>
        </pc:spChg>
        <pc:spChg chg="add mod ord">
          <ac:chgData name="James Pengelly" userId="d269fecd-a8a2-4e5a-93ae-88bdaab21f51" providerId="ADAL" clId="{20327144-9DC6-47EC-BE2C-CEF48FF7C088}" dt="2023-09-19T10:39:04.086" v="13" actId="20577"/>
          <ac:spMkLst>
            <pc:docMk/>
            <pc:sldMk cId="1545178459" sldId="271"/>
            <ac:spMk id="7" creationId="{48B1E13D-D67E-03E4-90A1-EFC8B73DD8FC}"/>
          </ac:spMkLst>
        </pc:spChg>
      </pc:sldChg>
      <pc:sldChg chg="addSp delSp modSp mod chgLayout">
        <pc:chgData name="James Pengelly" userId="d269fecd-a8a2-4e5a-93ae-88bdaab21f51" providerId="ADAL" clId="{20327144-9DC6-47EC-BE2C-CEF48FF7C088}" dt="2023-09-19T10:39:14.378" v="21" actId="20577"/>
        <pc:sldMkLst>
          <pc:docMk/>
          <pc:sldMk cId="2333701900" sldId="272"/>
        </pc:sldMkLst>
        <pc:spChg chg="mod ord">
          <ac:chgData name="James Pengelly" userId="d269fecd-a8a2-4e5a-93ae-88bdaab21f51" providerId="ADAL" clId="{20327144-9DC6-47EC-BE2C-CEF48FF7C088}" dt="2023-09-19T10:39:10.937" v="16" actId="6264"/>
          <ac:spMkLst>
            <pc:docMk/>
            <pc:sldMk cId="2333701900" sldId="272"/>
            <ac:spMk id="2" creationId="{5A78B9D2-75C6-4E31-8D20-2472152AE3E2}"/>
          </ac:spMkLst>
        </pc:spChg>
        <pc:spChg chg="add del mod">
          <ac:chgData name="James Pengelly" userId="d269fecd-a8a2-4e5a-93ae-88bdaab21f51" providerId="ADAL" clId="{20327144-9DC6-47EC-BE2C-CEF48FF7C088}" dt="2023-09-19T10:39:10.937" v="16" actId="6264"/>
          <ac:spMkLst>
            <pc:docMk/>
            <pc:sldMk cId="2333701900" sldId="272"/>
            <ac:spMk id="3" creationId="{547E8912-83C4-1010-44E2-0BA666AD75A7}"/>
          </ac:spMkLst>
        </pc:spChg>
        <pc:spChg chg="mod ord">
          <ac:chgData name="James Pengelly" userId="d269fecd-a8a2-4e5a-93ae-88bdaab21f51" providerId="ADAL" clId="{20327144-9DC6-47EC-BE2C-CEF48FF7C088}" dt="2023-09-19T10:39:10.937" v="16" actId="6264"/>
          <ac:spMkLst>
            <pc:docMk/>
            <pc:sldMk cId="2333701900" sldId="272"/>
            <ac:spMk id="4" creationId="{81D661B8-EEC6-4B47-84B5-8687AB7DEF59}"/>
          </ac:spMkLst>
        </pc:spChg>
        <pc:spChg chg="del mod">
          <ac:chgData name="James Pengelly" userId="d269fecd-a8a2-4e5a-93ae-88bdaab21f51" providerId="ADAL" clId="{20327144-9DC6-47EC-BE2C-CEF48FF7C088}" dt="2023-09-19T10:39:09.776" v="15" actId="478"/>
          <ac:spMkLst>
            <pc:docMk/>
            <pc:sldMk cId="2333701900" sldId="272"/>
            <ac:spMk id="5" creationId="{137E005E-A66D-4D0E-9B1A-24F6766E1709}"/>
          </ac:spMkLst>
        </pc:spChg>
        <pc:spChg chg="add del mod">
          <ac:chgData name="James Pengelly" userId="d269fecd-a8a2-4e5a-93ae-88bdaab21f51" providerId="ADAL" clId="{20327144-9DC6-47EC-BE2C-CEF48FF7C088}" dt="2023-09-19T10:39:10.937" v="16" actId="6264"/>
          <ac:spMkLst>
            <pc:docMk/>
            <pc:sldMk cId="2333701900" sldId="272"/>
            <ac:spMk id="6" creationId="{860C7B67-DD73-09FE-2372-668A23AF1FFD}"/>
          </ac:spMkLst>
        </pc:spChg>
        <pc:spChg chg="add mod ord">
          <ac:chgData name="James Pengelly" userId="d269fecd-a8a2-4e5a-93ae-88bdaab21f51" providerId="ADAL" clId="{20327144-9DC6-47EC-BE2C-CEF48FF7C088}" dt="2023-09-19T10:39:14.378" v="21" actId="20577"/>
          <ac:spMkLst>
            <pc:docMk/>
            <pc:sldMk cId="2333701900" sldId="272"/>
            <ac:spMk id="7" creationId="{D874E85C-2A1F-CA6B-EEF4-26A08154F2D4}"/>
          </ac:spMkLst>
        </pc:spChg>
      </pc:sldChg>
      <pc:sldChg chg="addSp delSp modSp mod chgLayout">
        <pc:chgData name="James Pengelly" userId="d269fecd-a8a2-4e5a-93ae-88bdaab21f51" providerId="ADAL" clId="{20327144-9DC6-47EC-BE2C-CEF48FF7C088}" dt="2023-09-19T10:39:22.585" v="27" actId="20577"/>
        <pc:sldMkLst>
          <pc:docMk/>
          <pc:sldMk cId="638288404" sldId="273"/>
        </pc:sldMkLst>
        <pc:spChg chg="mod ord">
          <ac:chgData name="James Pengelly" userId="d269fecd-a8a2-4e5a-93ae-88bdaab21f51" providerId="ADAL" clId="{20327144-9DC6-47EC-BE2C-CEF48FF7C088}" dt="2023-09-19T10:39:20.005" v="24" actId="6264"/>
          <ac:spMkLst>
            <pc:docMk/>
            <pc:sldMk cId="638288404" sldId="273"/>
            <ac:spMk id="2" creationId="{5A78B9D2-75C6-4E31-8D20-2472152AE3E2}"/>
          </ac:spMkLst>
        </pc:spChg>
        <pc:spChg chg="add del mod">
          <ac:chgData name="James Pengelly" userId="d269fecd-a8a2-4e5a-93ae-88bdaab21f51" providerId="ADAL" clId="{20327144-9DC6-47EC-BE2C-CEF48FF7C088}" dt="2023-09-19T10:39:20.005" v="24" actId="6264"/>
          <ac:spMkLst>
            <pc:docMk/>
            <pc:sldMk cId="638288404" sldId="273"/>
            <ac:spMk id="3" creationId="{A639CDFC-84E7-A999-4935-8788C077FF5A}"/>
          </ac:spMkLst>
        </pc:spChg>
        <pc:spChg chg="mod ord">
          <ac:chgData name="James Pengelly" userId="d269fecd-a8a2-4e5a-93ae-88bdaab21f51" providerId="ADAL" clId="{20327144-9DC6-47EC-BE2C-CEF48FF7C088}" dt="2023-09-19T10:39:20.005" v="24" actId="6264"/>
          <ac:spMkLst>
            <pc:docMk/>
            <pc:sldMk cId="638288404" sldId="273"/>
            <ac:spMk id="4" creationId="{81D661B8-EEC6-4B47-84B5-8687AB7DEF59}"/>
          </ac:spMkLst>
        </pc:spChg>
        <pc:spChg chg="del mod">
          <ac:chgData name="James Pengelly" userId="d269fecd-a8a2-4e5a-93ae-88bdaab21f51" providerId="ADAL" clId="{20327144-9DC6-47EC-BE2C-CEF48FF7C088}" dt="2023-09-19T10:39:18.885" v="23" actId="478"/>
          <ac:spMkLst>
            <pc:docMk/>
            <pc:sldMk cId="638288404" sldId="273"/>
            <ac:spMk id="5" creationId="{137E005E-A66D-4D0E-9B1A-24F6766E1709}"/>
          </ac:spMkLst>
        </pc:spChg>
        <pc:spChg chg="add del mod">
          <ac:chgData name="James Pengelly" userId="d269fecd-a8a2-4e5a-93ae-88bdaab21f51" providerId="ADAL" clId="{20327144-9DC6-47EC-BE2C-CEF48FF7C088}" dt="2023-09-19T10:39:20.005" v="24" actId="6264"/>
          <ac:spMkLst>
            <pc:docMk/>
            <pc:sldMk cId="638288404" sldId="273"/>
            <ac:spMk id="6" creationId="{B48F8CFD-F589-DF11-FA87-A9FC6C813A04}"/>
          </ac:spMkLst>
        </pc:spChg>
        <pc:spChg chg="add mod ord">
          <ac:chgData name="James Pengelly" userId="d269fecd-a8a2-4e5a-93ae-88bdaab21f51" providerId="ADAL" clId="{20327144-9DC6-47EC-BE2C-CEF48FF7C088}" dt="2023-09-19T10:39:22.585" v="27" actId="20577"/>
          <ac:spMkLst>
            <pc:docMk/>
            <pc:sldMk cId="638288404" sldId="273"/>
            <ac:spMk id="7" creationId="{04C16828-B1A0-01DB-3EF5-056CFC0F45FE}"/>
          </ac:spMkLst>
        </pc:spChg>
      </pc:sldChg>
      <pc:sldChg chg="addSp delSp modSp mod chgLayout">
        <pc:chgData name="James Pengelly" userId="d269fecd-a8a2-4e5a-93ae-88bdaab21f51" providerId="ADAL" clId="{20327144-9DC6-47EC-BE2C-CEF48FF7C088}" dt="2023-09-19T10:39:33.806" v="36" actId="20577"/>
        <pc:sldMkLst>
          <pc:docMk/>
          <pc:sldMk cId="558222275" sldId="274"/>
        </pc:sldMkLst>
        <pc:spChg chg="mod ord">
          <ac:chgData name="James Pengelly" userId="d269fecd-a8a2-4e5a-93ae-88bdaab21f51" providerId="ADAL" clId="{20327144-9DC6-47EC-BE2C-CEF48FF7C088}" dt="2023-09-19T10:39:29.806" v="30" actId="6264"/>
          <ac:spMkLst>
            <pc:docMk/>
            <pc:sldMk cId="558222275" sldId="274"/>
            <ac:spMk id="2" creationId="{5A78B9D2-75C6-4E31-8D20-2472152AE3E2}"/>
          </ac:spMkLst>
        </pc:spChg>
        <pc:spChg chg="add del mod">
          <ac:chgData name="James Pengelly" userId="d269fecd-a8a2-4e5a-93ae-88bdaab21f51" providerId="ADAL" clId="{20327144-9DC6-47EC-BE2C-CEF48FF7C088}" dt="2023-09-19T10:39:29.806" v="30" actId="6264"/>
          <ac:spMkLst>
            <pc:docMk/>
            <pc:sldMk cId="558222275" sldId="274"/>
            <ac:spMk id="3" creationId="{840C1C50-BA4F-A3D9-2857-AA133B986918}"/>
          </ac:spMkLst>
        </pc:spChg>
        <pc:spChg chg="mod ord">
          <ac:chgData name="James Pengelly" userId="d269fecd-a8a2-4e5a-93ae-88bdaab21f51" providerId="ADAL" clId="{20327144-9DC6-47EC-BE2C-CEF48FF7C088}" dt="2023-09-19T10:39:29.806" v="30" actId="6264"/>
          <ac:spMkLst>
            <pc:docMk/>
            <pc:sldMk cId="558222275" sldId="274"/>
            <ac:spMk id="4" creationId="{81D661B8-EEC6-4B47-84B5-8687AB7DEF59}"/>
          </ac:spMkLst>
        </pc:spChg>
        <pc:spChg chg="del mod">
          <ac:chgData name="James Pengelly" userId="d269fecd-a8a2-4e5a-93ae-88bdaab21f51" providerId="ADAL" clId="{20327144-9DC6-47EC-BE2C-CEF48FF7C088}" dt="2023-09-19T10:39:28.860" v="29" actId="478"/>
          <ac:spMkLst>
            <pc:docMk/>
            <pc:sldMk cId="558222275" sldId="274"/>
            <ac:spMk id="5" creationId="{137E005E-A66D-4D0E-9B1A-24F6766E1709}"/>
          </ac:spMkLst>
        </pc:spChg>
        <pc:spChg chg="add del mod">
          <ac:chgData name="James Pengelly" userId="d269fecd-a8a2-4e5a-93ae-88bdaab21f51" providerId="ADAL" clId="{20327144-9DC6-47EC-BE2C-CEF48FF7C088}" dt="2023-09-19T10:39:29.806" v="30" actId="6264"/>
          <ac:spMkLst>
            <pc:docMk/>
            <pc:sldMk cId="558222275" sldId="274"/>
            <ac:spMk id="6" creationId="{E4B164E4-E9A8-AAEB-F164-049CA8D5D30A}"/>
          </ac:spMkLst>
        </pc:spChg>
        <pc:spChg chg="add mod ord">
          <ac:chgData name="James Pengelly" userId="d269fecd-a8a2-4e5a-93ae-88bdaab21f51" providerId="ADAL" clId="{20327144-9DC6-47EC-BE2C-CEF48FF7C088}" dt="2023-09-19T10:39:33.806" v="36" actId="20577"/>
          <ac:spMkLst>
            <pc:docMk/>
            <pc:sldMk cId="558222275" sldId="274"/>
            <ac:spMk id="7" creationId="{9D275B9C-5324-12DE-48F5-17D5E068FA24}"/>
          </ac:spMkLst>
        </pc:spChg>
      </pc:sldChg>
      <pc:sldChg chg="addSp delSp modSp mod chgLayout">
        <pc:chgData name="James Pengelly" userId="d269fecd-a8a2-4e5a-93ae-88bdaab21f51" providerId="ADAL" clId="{20327144-9DC6-47EC-BE2C-CEF48FF7C088}" dt="2023-09-19T10:40:36.256" v="80" actId="20577"/>
        <pc:sldMkLst>
          <pc:docMk/>
          <pc:sldMk cId="3932376661" sldId="276"/>
        </pc:sldMkLst>
        <pc:spChg chg="mod ord">
          <ac:chgData name="James Pengelly" userId="d269fecd-a8a2-4e5a-93ae-88bdaab21f51" providerId="ADAL" clId="{20327144-9DC6-47EC-BE2C-CEF48FF7C088}" dt="2023-09-19T10:40:34.190" v="76" actId="6264"/>
          <ac:spMkLst>
            <pc:docMk/>
            <pc:sldMk cId="3932376661" sldId="276"/>
            <ac:spMk id="2" creationId="{5A78B9D2-75C6-4E31-8D20-2472152AE3E2}"/>
          </ac:spMkLst>
        </pc:spChg>
        <pc:spChg chg="add del mod">
          <ac:chgData name="James Pengelly" userId="d269fecd-a8a2-4e5a-93ae-88bdaab21f51" providerId="ADAL" clId="{20327144-9DC6-47EC-BE2C-CEF48FF7C088}" dt="2023-09-19T10:40:34.190" v="76" actId="6264"/>
          <ac:spMkLst>
            <pc:docMk/>
            <pc:sldMk cId="3932376661" sldId="276"/>
            <ac:spMk id="3" creationId="{3F393007-AB67-9FCC-7505-D2420300E413}"/>
          </ac:spMkLst>
        </pc:spChg>
        <pc:spChg chg="mod ord">
          <ac:chgData name="James Pengelly" userId="d269fecd-a8a2-4e5a-93ae-88bdaab21f51" providerId="ADAL" clId="{20327144-9DC6-47EC-BE2C-CEF48FF7C088}" dt="2023-09-19T10:40:34.190" v="76" actId="6264"/>
          <ac:spMkLst>
            <pc:docMk/>
            <pc:sldMk cId="3932376661" sldId="276"/>
            <ac:spMk id="4" creationId="{81D661B8-EEC6-4B47-84B5-8687AB7DEF59}"/>
          </ac:spMkLst>
        </pc:spChg>
        <pc:spChg chg="del mod">
          <ac:chgData name="James Pengelly" userId="d269fecd-a8a2-4e5a-93ae-88bdaab21f51" providerId="ADAL" clId="{20327144-9DC6-47EC-BE2C-CEF48FF7C088}" dt="2023-09-19T10:40:33.167" v="75" actId="478"/>
          <ac:spMkLst>
            <pc:docMk/>
            <pc:sldMk cId="3932376661" sldId="276"/>
            <ac:spMk id="5" creationId="{137E005E-A66D-4D0E-9B1A-24F6766E1709}"/>
          </ac:spMkLst>
        </pc:spChg>
        <pc:spChg chg="add del mod">
          <ac:chgData name="James Pengelly" userId="d269fecd-a8a2-4e5a-93ae-88bdaab21f51" providerId="ADAL" clId="{20327144-9DC6-47EC-BE2C-CEF48FF7C088}" dt="2023-09-19T10:40:34.190" v="76" actId="6264"/>
          <ac:spMkLst>
            <pc:docMk/>
            <pc:sldMk cId="3932376661" sldId="276"/>
            <ac:spMk id="6" creationId="{45D5BAAA-D869-2BF5-D568-B168C7E96AA7}"/>
          </ac:spMkLst>
        </pc:spChg>
        <pc:spChg chg="add mod ord">
          <ac:chgData name="James Pengelly" userId="d269fecd-a8a2-4e5a-93ae-88bdaab21f51" providerId="ADAL" clId="{20327144-9DC6-47EC-BE2C-CEF48FF7C088}" dt="2023-09-19T10:40:36.256" v="80" actId="20577"/>
          <ac:spMkLst>
            <pc:docMk/>
            <pc:sldMk cId="3932376661" sldId="276"/>
            <ac:spMk id="7" creationId="{6FD542A9-7EFB-0F11-608A-30C5E26C8353}"/>
          </ac:spMkLst>
        </pc:spChg>
      </pc:sldChg>
      <pc:sldChg chg="addSp delSp modSp mod chgLayout">
        <pc:chgData name="James Pengelly" userId="d269fecd-a8a2-4e5a-93ae-88bdaab21f51" providerId="ADAL" clId="{20327144-9DC6-47EC-BE2C-CEF48FF7C088}" dt="2023-09-19T10:42:55.896" v="155" actId="368"/>
        <pc:sldMkLst>
          <pc:docMk/>
          <pc:sldMk cId="3741952687" sldId="281"/>
        </pc:sldMkLst>
        <pc:spChg chg="mod ord">
          <ac:chgData name="James Pengelly" userId="d269fecd-a8a2-4e5a-93ae-88bdaab21f51" providerId="ADAL" clId="{20327144-9DC6-47EC-BE2C-CEF48FF7C088}" dt="2023-09-19T10:42:03.210" v="122" actId="6264"/>
          <ac:spMkLst>
            <pc:docMk/>
            <pc:sldMk cId="3741952687" sldId="281"/>
            <ac:spMk id="2" creationId="{5A78B9D2-75C6-4E31-8D20-2472152AE3E2}"/>
          </ac:spMkLst>
        </pc:spChg>
        <pc:spChg chg="add del mod">
          <ac:chgData name="James Pengelly" userId="d269fecd-a8a2-4e5a-93ae-88bdaab21f51" providerId="ADAL" clId="{20327144-9DC6-47EC-BE2C-CEF48FF7C088}" dt="2023-09-19T10:42:03.210" v="122" actId="6264"/>
          <ac:spMkLst>
            <pc:docMk/>
            <pc:sldMk cId="3741952687" sldId="281"/>
            <ac:spMk id="3" creationId="{D70DE8C5-9F06-3AB9-FC47-3D528A892E85}"/>
          </ac:spMkLst>
        </pc:spChg>
        <pc:spChg chg="mod ord">
          <ac:chgData name="James Pengelly" userId="d269fecd-a8a2-4e5a-93ae-88bdaab21f51" providerId="ADAL" clId="{20327144-9DC6-47EC-BE2C-CEF48FF7C088}" dt="2023-09-19T10:42:03.210" v="122" actId="6264"/>
          <ac:spMkLst>
            <pc:docMk/>
            <pc:sldMk cId="3741952687" sldId="281"/>
            <ac:spMk id="4" creationId="{81D661B8-EEC6-4B47-84B5-8687AB7DEF59}"/>
          </ac:spMkLst>
        </pc:spChg>
        <pc:spChg chg="del mod">
          <ac:chgData name="James Pengelly" userId="d269fecd-a8a2-4e5a-93ae-88bdaab21f51" providerId="ADAL" clId="{20327144-9DC6-47EC-BE2C-CEF48FF7C088}" dt="2023-09-19T10:42:02.206" v="121" actId="478"/>
          <ac:spMkLst>
            <pc:docMk/>
            <pc:sldMk cId="3741952687" sldId="281"/>
            <ac:spMk id="5" creationId="{137E005E-A66D-4D0E-9B1A-24F6766E1709}"/>
          </ac:spMkLst>
        </pc:spChg>
        <pc:spChg chg="add del mod">
          <ac:chgData name="James Pengelly" userId="d269fecd-a8a2-4e5a-93ae-88bdaab21f51" providerId="ADAL" clId="{20327144-9DC6-47EC-BE2C-CEF48FF7C088}" dt="2023-09-19T10:42:03.210" v="122" actId="6264"/>
          <ac:spMkLst>
            <pc:docMk/>
            <pc:sldMk cId="3741952687" sldId="281"/>
            <ac:spMk id="6" creationId="{2DB3BCA7-D0DD-9908-DDCC-EE5027378D92}"/>
          </ac:spMkLst>
        </pc:spChg>
        <pc:spChg chg="add mod ord">
          <ac:chgData name="James Pengelly" userId="d269fecd-a8a2-4e5a-93ae-88bdaab21f51" providerId="ADAL" clId="{20327144-9DC6-47EC-BE2C-CEF48FF7C088}" dt="2023-09-19T10:42:55.896" v="155" actId="368"/>
          <ac:spMkLst>
            <pc:docMk/>
            <pc:sldMk cId="3741952687" sldId="281"/>
            <ac:spMk id="7" creationId="{3B9E5011-86E6-681C-0CE4-EDE25DA68357}"/>
          </ac:spMkLst>
        </pc:spChg>
      </pc:sldChg>
      <pc:sldChg chg="addSp delSp modSp mod modClrScheme chgLayout">
        <pc:chgData name="James Pengelly" userId="d269fecd-a8a2-4e5a-93ae-88bdaab21f51" providerId="ADAL" clId="{20327144-9DC6-47EC-BE2C-CEF48FF7C088}" dt="2023-09-19T10:41:13.423" v="97" actId="1076"/>
        <pc:sldMkLst>
          <pc:docMk/>
          <pc:sldMk cId="2763232996" sldId="282"/>
        </pc:sldMkLst>
        <pc:spChg chg="mod ord">
          <ac:chgData name="James Pengelly" userId="d269fecd-a8a2-4e5a-93ae-88bdaab21f51" providerId="ADAL" clId="{20327144-9DC6-47EC-BE2C-CEF48FF7C088}" dt="2023-09-19T10:41:08.110" v="95" actId="700"/>
          <ac:spMkLst>
            <pc:docMk/>
            <pc:sldMk cId="2763232996" sldId="282"/>
            <ac:spMk id="2" creationId="{EBE9F564-251E-4378-B4D0-692726090772}"/>
          </ac:spMkLst>
        </pc:spChg>
        <pc:spChg chg="add mod ord">
          <ac:chgData name="James Pengelly" userId="d269fecd-a8a2-4e5a-93ae-88bdaab21f51" providerId="ADAL" clId="{20327144-9DC6-47EC-BE2C-CEF48FF7C088}" dt="2023-09-19T10:41:08.921" v="96"/>
          <ac:spMkLst>
            <pc:docMk/>
            <pc:sldMk cId="2763232996" sldId="282"/>
            <ac:spMk id="3" creationId="{3317F010-8B58-37A1-5818-B038BB184DE9}"/>
          </ac:spMkLst>
        </pc:spChg>
        <pc:spChg chg="mod ord">
          <ac:chgData name="James Pengelly" userId="d269fecd-a8a2-4e5a-93ae-88bdaab21f51" providerId="ADAL" clId="{20327144-9DC6-47EC-BE2C-CEF48FF7C088}" dt="2023-09-19T10:41:08.110" v="95" actId="700"/>
          <ac:spMkLst>
            <pc:docMk/>
            <pc:sldMk cId="2763232996" sldId="282"/>
            <ac:spMk id="4" creationId="{80C4C0A8-03F5-4F2B-9EB9-918B55C258A2}"/>
          </ac:spMkLst>
        </pc:spChg>
        <pc:spChg chg="del mod">
          <ac:chgData name="James Pengelly" userId="d269fecd-a8a2-4e5a-93ae-88bdaab21f51" providerId="ADAL" clId="{20327144-9DC6-47EC-BE2C-CEF48FF7C088}" dt="2023-09-19T10:41:06.367" v="94" actId="478"/>
          <ac:spMkLst>
            <pc:docMk/>
            <pc:sldMk cId="2763232996" sldId="282"/>
            <ac:spMk id="5" creationId="{372FA240-3863-4D01-94C7-5E89B539BF0B}"/>
          </ac:spMkLst>
        </pc:spChg>
        <pc:spChg chg="mod">
          <ac:chgData name="James Pengelly" userId="d269fecd-a8a2-4e5a-93ae-88bdaab21f51" providerId="ADAL" clId="{20327144-9DC6-47EC-BE2C-CEF48FF7C088}" dt="2023-09-19T10:41:13.423" v="97" actId="1076"/>
          <ac:spMkLst>
            <pc:docMk/>
            <pc:sldMk cId="2763232996" sldId="282"/>
            <ac:spMk id="6" creationId="{6C97A144-0634-4203-BEE3-57B7B2ADD04C}"/>
          </ac:spMkLst>
        </pc:spChg>
        <pc:picChg chg="mod ord">
          <ac:chgData name="James Pengelly" userId="d269fecd-a8a2-4e5a-93ae-88bdaab21f51" providerId="ADAL" clId="{20327144-9DC6-47EC-BE2C-CEF48FF7C088}" dt="2023-09-19T10:41:08.110" v="95" actId="700"/>
          <ac:picMkLst>
            <pc:docMk/>
            <pc:sldMk cId="2763232996" sldId="282"/>
            <ac:picMk id="8" creationId="{A0E772F9-EF57-1839-6F9A-F1A1EAB2A56E}"/>
          </ac:picMkLst>
        </pc:picChg>
      </pc:sldChg>
      <pc:sldChg chg="addSp delSp modSp mod chgLayout">
        <pc:chgData name="James Pengelly" userId="d269fecd-a8a2-4e5a-93ae-88bdaab21f51" providerId="ADAL" clId="{20327144-9DC6-47EC-BE2C-CEF48FF7C088}" dt="2023-09-19T10:43:11.676" v="160" actId="1076"/>
        <pc:sldMkLst>
          <pc:docMk/>
          <pc:sldMk cId="3421085900" sldId="286"/>
        </pc:sldMkLst>
        <pc:spChg chg="mod ord">
          <ac:chgData name="James Pengelly" userId="d269fecd-a8a2-4e5a-93ae-88bdaab21f51" providerId="ADAL" clId="{20327144-9DC6-47EC-BE2C-CEF48FF7C088}" dt="2023-09-19T10:43:05.322" v="158" actId="6264"/>
          <ac:spMkLst>
            <pc:docMk/>
            <pc:sldMk cId="3421085900" sldId="286"/>
            <ac:spMk id="2" creationId="{5A78B9D2-75C6-4E31-8D20-2472152AE3E2}"/>
          </ac:spMkLst>
        </pc:spChg>
        <pc:spChg chg="mod ord">
          <ac:chgData name="James Pengelly" userId="d269fecd-a8a2-4e5a-93ae-88bdaab21f51" providerId="ADAL" clId="{20327144-9DC6-47EC-BE2C-CEF48FF7C088}" dt="2023-09-19T10:43:05.322" v="158" actId="6264"/>
          <ac:spMkLst>
            <pc:docMk/>
            <pc:sldMk cId="3421085900" sldId="286"/>
            <ac:spMk id="4" creationId="{81D661B8-EEC6-4B47-84B5-8687AB7DEF59}"/>
          </ac:spMkLst>
        </pc:spChg>
        <pc:spChg chg="del mod">
          <ac:chgData name="James Pengelly" userId="d269fecd-a8a2-4e5a-93ae-88bdaab21f51" providerId="ADAL" clId="{20327144-9DC6-47EC-BE2C-CEF48FF7C088}" dt="2023-09-19T10:43:04.281" v="157" actId="478"/>
          <ac:spMkLst>
            <pc:docMk/>
            <pc:sldMk cId="3421085900" sldId="286"/>
            <ac:spMk id="5" creationId="{137E005E-A66D-4D0E-9B1A-24F6766E1709}"/>
          </ac:spMkLst>
        </pc:spChg>
        <pc:spChg chg="add del mod">
          <ac:chgData name="James Pengelly" userId="d269fecd-a8a2-4e5a-93ae-88bdaab21f51" providerId="ADAL" clId="{20327144-9DC6-47EC-BE2C-CEF48FF7C088}" dt="2023-09-19T10:43:05.322" v="158" actId="6264"/>
          <ac:spMkLst>
            <pc:docMk/>
            <pc:sldMk cId="3421085900" sldId="286"/>
            <ac:spMk id="6" creationId="{DF439FBC-FCB2-8DD4-E247-2386A5B45450}"/>
          </ac:spMkLst>
        </pc:spChg>
        <pc:spChg chg="add del mod">
          <ac:chgData name="James Pengelly" userId="d269fecd-a8a2-4e5a-93ae-88bdaab21f51" providerId="ADAL" clId="{20327144-9DC6-47EC-BE2C-CEF48FF7C088}" dt="2023-09-19T10:43:05.322" v="158" actId="6264"/>
          <ac:spMkLst>
            <pc:docMk/>
            <pc:sldMk cId="3421085900" sldId="286"/>
            <ac:spMk id="7" creationId="{B625BA71-99D9-C1C3-B25D-FC89A8B7B9D8}"/>
          </ac:spMkLst>
        </pc:spChg>
        <pc:spChg chg="add mod ord">
          <ac:chgData name="James Pengelly" userId="d269fecd-a8a2-4e5a-93ae-88bdaab21f51" providerId="ADAL" clId="{20327144-9DC6-47EC-BE2C-CEF48FF7C088}" dt="2023-09-19T10:43:06.594" v="159"/>
          <ac:spMkLst>
            <pc:docMk/>
            <pc:sldMk cId="3421085900" sldId="286"/>
            <ac:spMk id="8" creationId="{060E552A-FC14-48DF-2542-1F909CB3DFE7}"/>
          </ac:spMkLst>
        </pc:spChg>
        <pc:graphicFrameChg chg="mod">
          <ac:chgData name="James Pengelly" userId="d269fecd-a8a2-4e5a-93ae-88bdaab21f51" providerId="ADAL" clId="{20327144-9DC6-47EC-BE2C-CEF48FF7C088}" dt="2023-09-19T10:43:11.676" v="160" actId="1076"/>
          <ac:graphicFrameMkLst>
            <pc:docMk/>
            <pc:sldMk cId="3421085900" sldId="286"/>
            <ac:graphicFrameMk id="3" creationId="{1379F251-D429-0A1D-0D6F-11419E6F6094}"/>
          </ac:graphicFrameMkLst>
        </pc:graphicFrameChg>
      </pc:sldChg>
      <pc:sldChg chg="addSp delSp modSp mod modClrScheme chgLayout">
        <pc:chgData name="James Pengelly" userId="d269fecd-a8a2-4e5a-93ae-88bdaab21f51" providerId="ADAL" clId="{20327144-9DC6-47EC-BE2C-CEF48FF7C088}" dt="2023-09-19T10:43:29.938" v="166" actId="1076"/>
        <pc:sldMkLst>
          <pc:docMk/>
          <pc:sldMk cId="3401635357" sldId="287"/>
        </pc:sldMkLst>
        <pc:spChg chg="mod ord">
          <ac:chgData name="James Pengelly" userId="d269fecd-a8a2-4e5a-93ae-88bdaab21f51" providerId="ADAL" clId="{20327144-9DC6-47EC-BE2C-CEF48FF7C088}" dt="2023-09-19T10:43:21.221" v="163" actId="700"/>
          <ac:spMkLst>
            <pc:docMk/>
            <pc:sldMk cId="3401635357" sldId="287"/>
            <ac:spMk id="2" creationId="{EBE9F564-251E-4378-B4D0-692726090772}"/>
          </ac:spMkLst>
        </pc:spChg>
        <pc:spChg chg="add mod ord">
          <ac:chgData name="James Pengelly" userId="d269fecd-a8a2-4e5a-93ae-88bdaab21f51" providerId="ADAL" clId="{20327144-9DC6-47EC-BE2C-CEF48FF7C088}" dt="2023-09-19T10:43:22.288" v="165" actId="27636"/>
          <ac:spMkLst>
            <pc:docMk/>
            <pc:sldMk cId="3401635357" sldId="287"/>
            <ac:spMk id="3" creationId="{36A94540-033F-EFE1-5A69-2E8C637DE3A6}"/>
          </ac:spMkLst>
        </pc:spChg>
        <pc:spChg chg="mod ord">
          <ac:chgData name="James Pengelly" userId="d269fecd-a8a2-4e5a-93ae-88bdaab21f51" providerId="ADAL" clId="{20327144-9DC6-47EC-BE2C-CEF48FF7C088}" dt="2023-09-19T10:43:21.221" v="163" actId="700"/>
          <ac:spMkLst>
            <pc:docMk/>
            <pc:sldMk cId="3401635357" sldId="287"/>
            <ac:spMk id="4" creationId="{80C4C0A8-03F5-4F2B-9EB9-918B55C258A2}"/>
          </ac:spMkLst>
        </pc:spChg>
        <pc:spChg chg="del mod">
          <ac:chgData name="James Pengelly" userId="d269fecd-a8a2-4e5a-93ae-88bdaab21f51" providerId="ADAL" clId="{20327144-9DC6-47EC-BE2C-CEF48FF7C088}" dt="2023-09-19T10:43:19.291" v="162" actId="478"/>
          <ac:spMkLst>
            <pc:docMk/>
            <pc:sldMk cId="3401635357" sldId="287"/>
            <ac:spMk id="5" creationId="{372FA240-3863-4D01-94C7-5E89B539BF0B}"/>
          </ac:spMkLst>
        </pc:spChg>
        <pc:spChg chg="mod">
          <ac:chgData name="James Pengelly" userId="d269fecd-a8a2-4e5a-93ae-88bdaab21f51" providerId="ADAL" clId="{20327144-9DC6-47EC-BE2C-CEF48FF7C088}" dt="2023-09-19T10:43:29.938" v="166" actId="1076"/>
          <ac:spMkLst>
            <pc:docMk/>
            <pc:sldMk cId="3401635357" sldId="287"/>
            <ac:spMk id="6" creationId="{6C97A144-0634-4203-BEE3-57B7B2ADD04C}"/>
          </ac:spMkLst>
        </pc:spChg>
        <pc:picChg chg="mod ord">
          <ac:chgData name="James Pengelly" userId="d269fecd-a8a2-4e5a-93ae-88bdaab21f51" providerId="ADAL" clId="{20327144-9DC6-47EC-BE2C-CEF48FF7C088}" dt="2023-09-19T10:43:21.221" v="163" actId="700"/>
          <ac:picMkLst>
            <pc:docMk/>
            <pc:sldMk cId="3401635357" sldId="287"/>
            <ac:picMk id="8" creationId="{0EE72D1A-9083-2202-969C-D0D9801765A7}"/>
          </ac:picMkLst>
        </pc:picChg>
      </pc:sldChg>
      <pc:sldChg chg="addSp delSp modSp mod chgLayout">
        <pc:chgData name="James Pengelly" userId="d269fecd-a8a2-4e5a-93ae-88bdaab21f51" providerId="ADAL" clId="{20327144-9DC6-47EC-BE2C-CEF48FF7C088}" dt="2023-09-19T10:40:42.360" v="84"/>
        <pc:sldMkLst>
          <pc:docMk/>
          <pc:sldMk cId="2568677568" sldId="291"/>
        </pc:sldMkLst>
        <pc:spChg chg="mod ord">
          <ac:chgData name="James Pengelly" userId="d269fecd-a8a2-4e5a-93ae-88bdaab21f51" providerId="ADAL" clId="{20327144-9DC6-47EC-BE2C-CEF48FF7C088}" dt="2023-09-19T10:40:41.657" v="83" actId="6264"/>
          <ac:spMkLst>
            <pc:docMk/>
            <pc:sldMk cId="2568677568" sldId="291"/>
            <ac:spMk id="2" creationId="{5A78B9D2-75C6-4E31-8D20-2472152AE3E2}"/>
          </ac:spMkLst>
        </pc:spChg>
        <pc:spChg chg="add del mod">
          <ac:chgData name="James Pengelly" userId="d269fecd-a8a2-4e5a-93ae-88bdaab21f51" providerId="ADAL" clId="{20327144-9DC6-47EC-BE2C-CEF48FF7C088}" dt="2023-09-19T10:40:41.657" v="83" actId="6264"/>
          <ac:spMkLst>
            <pc:docMk/>
            <pc:sldMk cId="2568677568" sldId="291"/>
            <ac:spMk id="3" creationId="{86413D3B-5C9B-FC6B-1345-269CC8A63C9E}"/>
          </ac:spMkLst>
        </pc:spChg>
        <pc:spChg chg="mod ord">
          <ac:chgData name="James Pengelly" userId="d269fecd-a8a2-4e5a-93ae-88bdaab21f51" providerId="ADAL" clId="{20327144-9DC6-47EC-BE2C-CEF48FF7C088}" dt="2023-09-19T10:40:41.657" v="83" actId="6264"/>
          <ac:spMkLst>
            <pc:docMk/>
            <pc:sldMk cId="2568677568" sldId="291"/>
            <ac:spMk id="4" creationId="{81D661B8-EEC6-4B47-84B5-8687AB7DEF59}"/>
          </ac:spMkLst>
        </pc:spChg>
        <pc:spChg chg="del mod">
          <ac:chgData name="James Pengelly" userId="d269fecd-a8a2-4e5a-93ae-88bdaab21f51" providerId="ADAL" clId="{20327144-9DC6-47EC-BE2C-CEF48FF7C088}" dt="2023-09-19T10:40:40.711" v="82" actId="478"/>
          <ac:spMkLst>
            <pc:docMk/>
            <pc:sldMk cId="2568677568" sldId="291"/>
            <ac:spMk id="5" creationId="{137E005E-A66D-4D0E-9B1A-24F6766E1709}"/>
          </ac:spMkLst>
        </pc:spChg>
        <pc:spChg chg="add del mod">
          <ac:chgData name="James Pengelly" userId="d269fecd-a8a2-4e5a-93ae-88bdaab21f51" providerId="ADAL" clId="{20327144-9DC6-47EC-BE2C-CEF48FF7C088}" dt="2023-09-19T10:40:41.657" v="83" actId="6264"/>
          <ac:spMkLst>
            <pc:docMk/>
            <pc:sldMk cId="2568677568" sldId="291"/>
            <ac:spMk id="6" creationId="{7679AAAB-16DC-1667-7382-507E3481626B}"/>
          </ac:spMkLst>
        </pc:spChg>
        <pc:spChg chg="add mod ord">
          <ac:chgData name="James Pengelly" userId="d269fecd-a8a2-4e5a-93ae-88bdaab21f51" providerId="ADAL" clId="{20327144-9DC6-47EC-BE2C-CEF48FF7C088}" dt="2023-09-19T10:40:42.360" v="84"/>
          <ac:spMkLst>
            <pc:docMk/>
            <pc:sldMk cId="2568677568" sldId="291"/>
            <ac:spMk id="7" creationId="{30B2E8D8-1813-7AF8-2A38-578DC86269C0}"/>
          </ac:spMkLst>
        </pc:spChg>
      </pc:sldChg>
      <pc:sldChg chg="addSp delSp modSp mod chgLayout">
        <pc:chgData name="James Pengelly" userId="d269fecd-a8a2-4e5a-93ae-88bdaab21f51" providerId="ADAL" clId="{20327144-9DC6-47EC-BE2C-CEF48FF7C088}" dt="2023-09-19T10:40:50.390" v="88"/>
        <pc:sldMkLst>
          <pc:docMk/>
          <pc:sldMk cId="1337115533" sldId="292"/>
        </pc:sldMkLst>
        <pc:spChg chg="mod ord">
          <ac:chgData name="James Pengelly" userId="d269fecd-a8a2-4e5a-93ae-88bdaab21f51" providerId="ADAL" clId="{20327144-9DC6-47EC-BE2C-CEF48FF7C088}" dt="2023-09-19T10:40:49.709" v="87" actId="6264"/>
          <ac:spMkLst>
            <pc:docMk/>
            <pc:sldMk cId="1337115533" sldId="292"/>
            <ac:spMk id="2" creationId="{5A78B9D2-75C6-4E31-8D20-2472152AE3E2}"/>
          </ac:spMkLst>
        </pc:spChg>
        <pc:spChg chg="add del mod">
          <ac:chgData name="James Pengelly" userId="d269fecd-a8a2-4e5a-93ae-88bdaab21f51" providerId="ADAL" clId="{20327144-9DC6-47EC-BE2C-CEF48FF7C088}" dt="2023-09-19T10:40:49.709" v="87" actId="6264"/>
          <ac:spMkLst>
            <pc:docMk/>
            <pc:sldMk cId="1337115533" sldId="292"/>
            <ac:spMk id="3" creationId="{160DAC2C-416E-B500-64B2-617D14EA76D4}"/>
          </ac:spMkLst>
        </pc:spChg>
        <pc:spChg chg="mod ord">
          <ac:chgData name="James Pengelly" userId="d269fecd-a8a2-4e5a-93ae-88bdaab21f51" providerId="ADAL" clId="{20327144-9DC6-47EC-BE2C-CEF48FF7C088}" dt="2023-09-19T10:40:49.709" v="87" actId="6264"/>
          <ac:spMkLst>
            <pc:docMk/>
            <pc:sldMk cId="1337115533" sldId="292"/>
            <ac:spMk id="4" creationId="{81D661B8-EEC6-4B47-84B5-8687AB7DEF59}"/>
          </ac:spMkLst>
        </pc:spChg>
        <pc:spChg chg="del mod">
          <ac:chgData name="James Pengelly" userId="d269fecd-a8a2-4e5a-93ae-88bdaab21f51" providerId="ADAL" clId="{20327144-9DC6-47EC-BE2C-CEF48FF7C088}" dt="2023-09-19T10:40:48.675" v="86" actId="478"/>
          <ac:spMkLst>
            <pc:docMk/>
            <pc:sldMk cId="1337115533" sldId="292"/>
            <ac:spMk id="5" creationId="{137E005E-A66D-4D0E-9B1A-24F6766E1709}"/>
          </ac:spMkLst>
        </pc:spChg>
        <pc:spChg chg="add del mod">
          <ac:chgData name="James Pengelly" userId="d269fecd-a8a2-4e5a-93ae-88bdaab21f51" providerId="ADAL" clId="{20327144-9DC6-47EC-BE2C-CEF48FF7C088}" dt="2023-09-19T10:40:49.709" v="87" actId="6264"/>
          <ac:spMkLst>
            <pc:docMk/>
            <pc:sldMk cId="1337115533" sldId="292"/>
            <ac:spMk id="6" creationId="{1BFEB373-BC9F-05F9-0F1C-29064F55857D}"/>
          </ac:spMkLst>
        </pc:spChg>
        <pc:spChg chg="add mod ord">
          <ac:chgData name="James Pengelly" userId="d269fecd-a8a2-4e5a-93ae-88bdaab21f51" providerId="ADAL" clId="{20327144-9DC6-47EC-BE2C-CEF48FF7C088}" dt="2023-09-19T10:40:50.390" v="88"/>
          <ac:spMkLst>
            <pc:docMk/>
            <pc:sldMk cId="1337115533" sldId="292"/>
            <ac:spMk id="7" creationId="{0F0ECC8F-8953-CB03-D837-CF37A7E56C51}"/>
          </ac:spMkLst>
        </pc:spChg>
      </pc:sldChg>
      <pc:sldChg chg="addSp delSp modSp mod chgLayout">
        <pc:chgData name="James Pengelly" userId="d269fecd-a8a2-4e5a-93ae-88bdaab21f51" providerId="ADAL" clId="{20327144-9DC6-47EC-BE2C-CEF48FF7C088}" dt="2023-09-19T10:40:57.011" v="92"/>
        <pc:sldMkLst>
          <pc:docMk/>
          <pc:sldMk cId="342887987" sldId="293"/>
        </pc:sldMkLst>
        <pc:spChg chg="mod ord">
          <ac:chgData name="James Pengelly" userId="d269fecd-a8a2-4e5a-93ae-88bdaab21f51" providerId="ADAL" clId="{20327144-9DC6-47EC-BE2C-CEF48FF7C088}" dt="2023-09-19T10:40:56.308" v="91" actId="6264"/>
          <ac:spMkLst>
            <pc:docMk/>
            <pc:sldMk cId="342887987" sldId="293"/>
            <ac:spMk id="2" creationId="{5A78B9D2-75C6-4E31-8D20-2472152AE3E2}"/>
          </ac:spMkLst>
        </pc:spChg>
        <pc:spChg chg="add del mod">
          <ac:chgData name="James Pengelly" userId="d269fecd-a8a2-4e5a-93ae-88bdaab21f51" providerId="ADAL" clId="{20327144-9DC6-47EC-BE2C-CEF48FF7C088}" dt="2023-09-19T10:40:56.308" v="91" actId="6264"/>
          <ac:spMkLst>
            <pc:docMk/>
            <pc:sldMk cId="342887987" sldId="293"/>
            <ac:spMk id="3" creationId="{9DF37729-5E94-0FB6-BC5E-C0D35BBA8682}"/>
          </ac:spMkLst>
        </pc:spChg>
        <pc:spChg chg="mod ord">
          <ac:chgData name="James Pengelly" userId="d269fecd-a8a2-4e5a-93ae-88bdaab21f51" providerId="ADAL" clId="{20327144-9DC6-47EC-BE2C-CEF48FF7C088}" dt="2023-09-19T10:40:56.308" v="91" actId="6264"/>
          <ac:spMkLst>
            <pc:docMk/>
            <pc:sldMk cId="342887987" sldId="293"/>
            <ac:spMk id="4" creationId="{81D661B8-EEC6-4B47-84B5-8687AB7DEF59}"/>
          </ac:spMkLst>
        </pc:spChg>
        <pc:spChg chg="del mod">
          <ac:chgData name="James Pengelly" userId="d269fecd-a8a2-4e5a-93ae-88bdaab21f51" providerId="ADAL" clId="{20327144-9DC6-47EC-BE2C-CEF48FF7C088}" dt="2023-09-19T10:40:55.106" v="90" actId="478"/>
          <ac:spMkLst>
            <pc:docMk/>
            <pc:sldMk cId="342887987" sldId="293"/>
            <ac:spMk id="5" creationId="{137E005E-A66D-4D0E-9B1A-24F6766E1709}"/>
          </ac:spMkLst>
        </pc:spChg>
        <pc:spChg chg="add del mod">
          <ac:chgData name="James Pengelly" userId="d269fecd-a8a2-4e5a-93ae-88bdaab21f51" providerId="ADAL" clId="{20327144-9DC6-47EC-BE2C-CEF48FF7C088}" dt="2023-09-19T10:40:56.308" v="91" actId="6264"/>
          <ac:spMkLst>
            <pc:docMk/>
            <pc:sldMk cId="342887987" sldId="293"/>
            <ac:spMk id="6" creationId="{9E310215-3BC6-BF21-D95B-DC4191678E6F}"/>
          </ac:spMkLst>
        </pc:spChg>
        <pc:spChg chg="add mod ord">
          <ac:chgData name="James Pengelly" userId="d269fecd-a8a2-4e5a-93ae-88bdaab21f51" providerId="ADAL" clId="{20327144-9DC6-47EC-BE2C-CEF48FF7C088}" dt="2023-09-19T10:40:57.011" v="92"/>
          <ac:spMkLst>
            <pc:docMk/>
            <pc:sldMk cId="342887987" sldId="293"/>
            <ac:spMk id="7" creationId="{C72A458A-365D-A2E9-C87C-14F84E1A607E}"/>
          </ac:spMkLst>
        </pc:spChg>
      </pc:sldChg>
      <pc:sldChg chg="addSp delSp modSp mod modClrScheme chgLayout">
        <pc:chgData name="James Pengelly" userId="d269fecd-a8a2-4e5a-93ae-88bdaab21f51" providerId="ADAL" clId="{20327144-9DC6-47EC-BE2C-CEF48FF7C088}" dt="2023-09-19T10:41:43.402" v="113" actId="1076"/>
        <pc:sldMkLst>
          <pc:docMk/>
          <pc:sldMk cId="3652330771" sldId="295"/>
        </pc:sldMkLst>
        <pc:spChg chg="mod ord">
          <ac:chgData name="James Pengelly" userId="d269fecd-a8a2-4e5a-93ae-88bdaab21f51" providerId="ADAL" clId="{20327144-9DC6-47EC-BE2C-CEF48FF7C088}" dt="2023-09-19T10:41:33.236" v="108" actId="700"/>
          <ac:spMkLst>
            <pc:docMk/>
            <pc:sldMk cId="3652330771" sldId="295"/>
            <ac:spMk id="2" creationId="{EBE9F564-251E-4378-B4D0-692726090772}"/>
          </ac:spMkLst>
        </pc:spChg>
        <pc:spChg chg="mod ord">
          <ac:chgData name="James Pengelly" userId="d269fecd-a8a2-4e5a-93ae-88bdaab21f51" providerId="ADAL" clId="{20327144-9DC6-47EC-BE2C-CEF48FF7C088}" dt="2023-09-19T10:41:33.236" v="108" actId="700"/>
          <ac:spMkLst>
            <pc:docMk/>
            <pc:sldMk cId="3652330771" sldId="295"/>
            <ac:spMk id="4" creationId="{80C4C0A8-03F5-4F2B-9EB9-918B55C258A2}"/>
          </ac:spMkLst>
        </pc:spChg>
        <pc:spChg chg="del mod">
          <ac:chgData name="James Pengelly" userId="d269fecd-a8a2-4e5a-93ae-88bdaab21f51" providerId="ADAL" clId="{20327144-9DC6-47EC-BE2C-CEF48FF7C088}" dt="2023-09-19T10:41:31.364" v="107" actId="478"/>
          <ac:spMkLst>
            <pc:docMk/>
            <pc:sldMk cId="3652330771" sldId="295"/>
            <ac:spMk id="5" creationId="{372FA240-3863-4D01-94C7-5E89B539BF0B}"/>
          </ac:spMkLst>
        </pc:spChg>
        <pc:spChg chg="mod">
          <ac:chgData name="James Pengelly" userId="d269fecd-a8a2-4e5a-93ae-88bdaab21f51" providerId="ADAL" clId="{20327144-9DC6-47EC-BE2C-CEF48FF7C088}" dt="2023-09-19T10:41:43.402" v="113" actId="1076"/>
          <ac:spMkLst>
            <pc:docMk/>
            <pc:sldMk cId="3652330771" sldId="295"/>
            <ac:spMk id="6" creationId="{6C97A144-0634-4203-BEE3-57B7B2ADD04C}"/>
          </ac:spMkLst>
        </pc:spChg>
        <pc:spChg chg="add del mod">
          <ac:chgData name="James Pengelly" userId="d269fecd-a8a2-4e5a-93ae-88bdaab21f51" providerId="ADAL" clId="{20327144-9DC6-47EC-BE2C-CEF48FF7C088}" dt="2023-09-19T10:41:28.519" v="105" actId="478"/>
          <ac:spMkLst>
            <pc:docMk/>
            <pc:sldMk cId="3652330771" sldId="295"/>
            <ac:spMk id="7" creationId="{173DF33A-8762-2791-8DA3-5E87935ACE19}"/>
          </ac:spMkLst>
        </pc:spChg>
        <pc:spChg chg="add mod ord">
          <ac:chgData name="James Pengelly" userId="d269fecd-a8a2-4e5a-93ae-88bdaab21f51" providerId="ADAL" clId="{20327144-9DC6-47EC-BE2C-CEF48FF7C088}" dt="2023-09-19T10:41:36.031" v="110" actId="27636"/>
          <ac:spMkLst>
            <pc:docMk/>
            <pc:sldMk cId="3652330771" sldId="295"/>
            <ac:spMk id="10" creationId="{3A1ECB15-A580-8FAD-D4A5-C76B89E075B3}"/>
          </ac:spMkLst>
        </pc:spChg>
        <pc:spChg chg="add del mod ord">
          <ac:chgData name="James Pengelly" userId="d269fecd-a8a2-4e5a-93ae-88bdaab21f51" providerId="ADAL" clId="{20327144-9DC6-47EC-BE2C-CEF48FF7C088}" dt="2023-09-19T10:41:38.298" v="112"/>
          <ac:spMkLst>
            <pc:docMk/>
            <pc:sldMk cId="3652330771" sldId="295"/>
            <ac:spMk id="11" creationId="{674AC71A-E88A-B312-2D50-AE64BC52B48C}"/>
          </ac:spMkLst>
        </pc:spChg>
        <pc:picChg chg="del">
          <ac:chgData name="James Pengelly" userId="d269fecd-a8a2-4e5a-93ae-88bdaab21f51" providerId="ADAL" clId="{20327144-9DC6-47EC-BE2C-CEF48FF7C088}" dt="2023-09-19T10:41:16.301" v="98" actId="21"/>
          <ac:picMkLst>
            <pc:docMk/>
            <pc:sldMk cId="3652330771" sldId="295"/>
            <ac:picMk id="8" creationId="{861DBFEC-6264-2554-9998-70BA04F05120}"/>
          </ac:picMkLst>
        </pc:picChg>
        <pc:picChg chg="add del mod">
          <ac:chgData name="James Pengelly" userId="d269fecd-a8a2-4e5a-93ae-88bdaab21f51" providerId="ADAL" clId="{20327144-9DC6-47EC-BE2C-CEF48FF7C088}" dt="2023-09-19T10:41:37.739" v="111" actId="21"/>
          <ac:picMkLst>
            <pc:docMk/>
            <pc:sldMk cId="3652330771" sldId="295"/>
            <ac:picMk id="9" creationId="{DFCBFF6C-CF00-D22D-84D9-192C468314FC}"/>
          </ac:picMkLst>
        </pc:picChg>
        <pc:picChg chg="add mod">
          <ac:chgData name="James Pengelly" userId="d269fecd-a8a2-4e5a-93ae-88bdaab21f51" providerId="ADAL" clId="{20327144-9DC6-47EC-BE2C-CEF48FF7C088}" dt="2023-09-19T10:41:38.298" v="112"/>
          <ac:picMkLst>
            <pc:docMk/>
            <pc:sldMk cId="3652330771" sldId="295"/>
            <ac:picMk id="12" creationId="{DF4DBC85-5EE1-7B8A-F925-260E833FC9FE}"/>
          </ac:picMkLst>
        </pc:picChg>
      </pc:sldChg>
      <pc:sldChg chg="addSp delSp modSp mod modClrScheme chgLayout">
        <pc:chgData name="James Pengelly" userId="d269fecd-a8a2-4e5a-93ae-88bdaab21f51" providerId="ADAL" clId="{20327144-9DC6-47EC-BE2C-CEF48FF7C088}" dt="2023-09-19T10:41:57.733" v="119"/>
        <pc:sldMkLst>
          <pc:docMk/>
          <pc:sldMk cId="2157742072" sldId="296"/>
        </pc:sldMkLst>
        <pc:spChg chg="mod ord">
          <ac:chgData name="James Pengelly" userId="d269fecd-a8a2-4e5a-93ae-88bdaab21f51" providerId="ADAL" clId="{20327144-9DC6-47EC-BE2C-CEF48FF7C088}" dt="2023-09-19T10:41:47.542" v="114" actId="700"/>
          <ac:spMkLst>
            <pc:docMk/>
            <pc:sldMk cId="2157742072" sldId="296"/>
            <ac:spMk id="2" creationId="{EBE9F564-251E-4378-B4D0-692726090772}"/>
          </ac:spMkLst>
        </pc:spChg>
        <pc:spChg chg="add mod ord">
          <ac:chgData name="James Pengelly" userId="d269fecd-a8a2-4e5a-93ae-88bdaab21f51" providerId="ADAL" clId="{20327144-9DC6-47EC-BE2C-CEF48FF7C088}" dt="2023-09-19T10:41:51.834" v="116"/>
          <ac:spMkLst>
            <pc:docMk/>
            <pc:sldMk cId="2157742072" sldId="296"/>
            <ac:spMk id="3" creationId="{D69AC16E-9719-7017-2973-7E3B7B5DB540}"/>
          </ac:spMkLst>
        </pc:spChg>
        <pc:spChg chg="mod ord">
          <ac:chgData name="James Pengelly" userId="d269fecd-a8a2-4e5a-93ae-88bdaab21f51" providerId="ADAL" clId="{20327144-9DC6-47EC-BE2C-CEF48FF7C088}" dt="2023-09-19T10:41:47.542" v="114" actId="700"/>
          <ac:spMkLst>
            <pc:docMk/>
            <pc:sldMk cId="2157742072" sldId="296"/>
            <ac:spMk id="4" creationId="{80C4C0A8-03F5-4F2B-9EB9-918B55C258A2}"/>
          </ac:spMkLst>
        </pc:spChg>
        <pc:spChg chg="del mod">
          <ac:chgData name="James Pengelly" userId="d269fecd-a8a2-4e5a-93ae-88bdaab21f51" providerId="ADAL" clId="{20327144-9DC6-47EC-BE2C-CEF48FF7C088}" dt="2023-09-19T10:41:57.733" v="119"/>
          <ac:spMkLst>
            <pc:docMk/>
            <pc:sldMk cId="2157742072" sldId="296"/>
            <ac:spMk id="5" creationId="{372FA240-3863-4D01-94C7-5E89B539BF0B}"/>
          </ac:spMkLst>
        </pc:spChg>
        <pc:spChg chg="mod">
          <ac:chgData name="James Pengelly" userId="d269fecd-a8a2-4e5a-93ae-88bdaab21f51" providerId="ADAL" clId="{20327144-9DC6-47EC-BE2C-CEF48FF7C088}" dt="2023-09-19T10:41:56.076" v="117" actId="1076"/>
          <ac:spMkLst>
            <pc:docMk/>
            <pc:sldMk cId="2157742072" sldId="296"/>
            <ac:spMk id="6" creationId="{6C97A144-0634-4203-BEE3-57B7B2ADD04C}"/>
          </ac:spMkLst>
        </pc:spChg>
        <pc:picChg chg="mod ord">
          <ac:chgData name="James Pengelly" userId="d269fecd-a8a2-4e5a-93ae-88bdaab21f51" providerId="ADAL" clId="{20327144-9DC6-47EC-BE2C-CEF48FF7C088}" dt="2023-09-19T10:41:47.542" v="114" actId="700"/>
          <ac:picMkLst>
            <pc:docMk/>
            <pc:sldMk cId="2157742072" sldId="296"/>
            <ac:picMk id="8" creationId="{43A876C5-D58C-5568-5385-1D849B0E64B5}"/>
          </ac:picMkLst>
        </pc:picChg>
      </pc:sldChg>
      <pc:sldChg chg="addSp delSp modSp mod modClrScheme chgLayout">
        <pc:chgData name="James Pengelly" userId="d269fecd-a8a2-4e5a-93ae-88bdaab21f51" providerId="ADAL" clId="{20327144-9DC6-47EC-BE2C-CEF48FF7C088}" dt="2023-09-19T10:42:42.719" v="147" actId="1076"/>
        <pc:sldMkLst>
          <pc:docMk/>
          <pc:sldMk cId="3761494460" sldId="297"/>
        </pc:sldMkLst>
        <pc:spChg chg="mod ord">
          <ac:chgData name="James Pengelly" userId="d269fecd-a8a2-4e5a-93ae-88bdaab21f51" providerId="ADAL" clId="{20327144-9DC6-47EC-BE2C-CEF48FF7C088}" dt="2023-09-19T10:42:30.783" v="138" actId="700"/>
          <ac:spMkLst>
            <pc:docMk/>
            <pc:sldMk cId="3761494460" sldId="297"/>
            <ac:spMk id="2" creationId="{EBE9F564-251E-4378-B4D0-692726090772}"/>
          </ac:spMkLst>
        </pc:spChg>
        <pc:spChg chg="mod ord">
          <ac:chgData name="James Pengelly" userId="d269fecd-a8a2-4e5a-93ae-88bdaab21f51" providerId="ADAL" clId="{20327144-9DC6-47EC-BE2C-CEF48FF7C088}" dt="2023-09-19T10:42:30.783" v="138" actId="700"/>
          <ac:spMkLst>
            <pc:docMk/>
            <pc:sldMk cId="3761494460" sldId="297"/>
            <ac:spMk id="4" creationId="{80C4C0A8-03F5-4F2B-9EB9-918B55C258A2}"/>
          </ac:spMkLst>
        </pc:spChg>
        <pc:spChg chg="del mod">
          <ac:chgData name="James Pengelly" userId="d269fecd-a8a2-4e5a-93ae-88bdaab21f51" providerId="ADAL" clId="{20327144-9DC6-47EC-BE2C-CEF48FF7C088}" dt="2023-09-19T10:42:29.046" v="137" actId="478"/>
          <ac:spMkLst>
            <pc:docMk/>
            <pc:sldMk cId="3761494460" sldId="297"/>
            <ac:spMk id="5" creationId="{372FA240-3863-4D01-94C7-5E89B539BF0B}"/>
          </ac:spMkLst>
        </pc:spChg>
        <pc:spChg chg="add del mod">
          <ac:chgData name="James Pengelly" userId="d269fecd-a8a2-4e5a-93ae-88bdaab21f51" providerId="ADAL" clId="{20327144-9DC6-47EC-BE2C-CEF48FF7C088}" dt="2023-09-19T10:42:26.435" v="135" actId="478"/>
          <ac:spMkLst>
            <pc:docMk/>
            <pc:sldMk cId="3761494460" sldId="297"/>
            <ac:spMk id="7" creationId="{30A79EB0-8D5E-A842-0AD9-615FEE54FC5E}"/>
          </ac:spMkLst>
        </pc:spChg>
        <pc:spChg chg="add mod ord">
          <ac:chgData name="James Pengelly" userId="d269fecd-a8a2-4e5a-93ae-88bdaab21f51" providerId="ADAL" clId="{20327144-9DC6-47EC-BE2C-CEF48FF7C088}" dt="2023-09-19T10:42:37.048" v="144" actId="15"/>
          <ac:spMkLst>
            <pc:docMk/>
            <pc:sldMk cId="3761494460" sldId="297"/>
            <ac:spMk id="10" creationId="{08628D3D-821F-73F4-9552-C5797E56B58F}"/>
          </ac:spMkLst>
        </pc:spChg>
        <pc:spChg chg="add del mod ord">
          <ac:chgData name="James Pengelly" userId="d269fecd-a8a2-4e5a-93ae-88bdaab21f51" providerId="ADAL" clId="{20327144-9DC6-47EC-BE2C-CEF48FF7C088}" dt="2023-09-19T10:42:39.854" v="146"/>
          <ac:spMkLst>
            <pc:docMk/>
            <pc:sldMk cId="3761494460" sldId="297"/>
            <ac:spMk id="11" creationId="{76955358-2834-56A6-A54E-FE3A60FBD969}"/>
          </ac:spMkLst>
        </pc:spChg>
        <pc:picChg chg="del">
          <ac:chgData name="James Pengelly" userId="d269fecd-a8a2-4e5a-93ae-88bdaab21f51" providerId="ADAL" clId="{20327144-9DC6-47EC-BE2C-CEF48FF7C088}" dt="2023-09-19T10:42:19.993" v="132" actId="21"/>
          <ac:picMkLst>
            <pc:docMk/>
            <pc:sldMk cId="3761494460" sldId="297"/>
            <ac:picMk id="8" creationId="{8498B161-0C60-F016-DEFF-77508A59291D}"/>
          </ac:picMkLst>
        </pc:picChg>
        <pc:picChg chg="add del mod">
          <ac:chgData name="James Pengelly" userId="d269fecd-a8a2-4e5a-93ae-88bdaab21f51" providerId="ADAL" clId="{20327144-9DC6-47EC-BE2C-CEF48FF7C088}" dt="2023-09-19T10:42:39.105" v="145" actId="21"/>
          <ac:picMkLst>
            <pc:docMk/>
            <pc:sldMk cId="3761494460" sldId="297"/>
            <ac:picMk id="9" creationId="{CA06CC88-78E8-BC6F-103F-3674F0736725}"/>
          </ac:picMkLst>
        </pc:picChg>
        <pc:picChg chg="add mod">
          <ac:chgData name="James Pengelly" userId="d269fecd-a8a2-4e5a-93ae-88bdaab21f51" providerId="ADAL" clId="{20327144-9DC6-47EC-BE2C-CEF48FF7C088}" dt="2023-09-19T10:42:42.719" v="147" actId="1076"/>
          <ac:picMkLst>
            <pc:docMk/>
            <pc:sldMk cId="3761494460" sldId="297"/>
            <ac:picMk id="12" creationId="{2A3BE524-9811-8989-F34B-C45807DD0247}"/>
          </ac:picMkLst>
        </pc:picChg>
      </pc:sldChg>
      <pc:sldChg chg="addSp delSp modSp mod chgLayout">
        <pc:chgData name="James Pengelly" userId="d269fecd-a8a2-4e5a-93ae-88bdaab21f51" providerId="ADAL" clId="{20327144-9DC6-47EC-BE2C-CEF48FF7C088}" dt="2023-09-19T10:42:52.855" v="154" actId="6549"/>
        <pc:sldMkLst>
          <pc:docMk/>
          <pc:sldMk cId="474069745" sldId="298"/>
        </pc:sldMkLst>
        <pc:spChg chg="mod ord">
          <ac:chgData name="James Pengelly" userId="d269fecd-a8a2-4e5a-93ae-88bdaab21f51" providerId="ADAL" clId="{20327144-9DC6-47EC-BE2C-CEF48FF7C088}" dt="2023-09-19T10:42:47.880" v="150" actId="6264"/>
          <ac:spMkLst>
            <pc:docMk/>
            <pc:sldMk cId="474069745" sldId="298"/>
            <ac:spMk id="2" creationId="{5A78B9D2-75C6-4E31-8D20-2472152AE3E2}"/>
          </ac:spMkLst>
        </pc:spChg>
        <pc:spChg chg="add del mod">
          <ac:chgData name="James Pengelly" userId="d269fecd-a8a2-4e5a-93ae-88bdaab21f51" providerId="ADAL" clId="{20327144-9DC6-47EC-BE2C-CEF48FF7C088}" dt="2023-09-19T10:42:47.880" v="150" actId="6264"/>
          <ac:spMkLst>
            <pc:docMk/>
            <pc:sldMk cId="474069745" sldId="298"/>
            <ac:spMk id="3" creationId="{3F55816E-AF50-559A-FDF9-E38985F227E9}"/>
          </ac:spMkLst>
        </pc:spChg>
        <pc:spChg chg="mod ord">
          <ac:chgData name="James Pengelly" userId="d269fecd-a8a2-4e5a-93ae-88bdaab21f51" providerId="ADAL" clId="{20327144-9DC6-47EC-BE2C-CEF48FF7C088}" dt="2023-09-19T10:42:47.880" v="150" actId="6264"/>
          <ac:spMkLst>
            <pc:docMk/>
            <pc:sldMk cId="474069745" sldId="298"/>
            <ac:spMk id="4" creationId="{81D661B8-EEC6-4B47-84B5-8687AB7DEF59}"/>
          </ac:spMkLst>
        </pc:spChg>
        <pc:spChg chg="del mod">
          <ac:chgData name="James Pengelly" userId="d269fecd-a8a2-4e5a-93ae-88bdaab21f51" providerId="ADAL" clId="{20327144-9DC6-47EC-BE2C-CEF48FF7C088}" dt="2023-09-19T10:42:46.676" v="149" actId="478"/>
          <ac:spMkLst>
            <pc:docMk/>
            <pc:sldMk cId="474069745" sldId="298"/>
            <ac:spMk id="5" creationId="{137E005E-A66D-4D0E-9B1A-24F6766E1709}"/>
          </ac:spMkLst>
        </pc:spChg>
        <pc:spChg chg="add del mod">
          <ac:chgData name="James Pengelly" userId="d269fecd-a8a2-4e5a-93ae-88bdaab21f51" providerId="ADAL" clId="{20327144-9DC6-47EC-BE2C-CEF48FF7C088}" dt="2023-09-19T10:42:47.880" v="150" actId="6264"/>
          <ac:spMkLst>
            <pc:docMk/>
            <pc:sldMk cId="474069745" sldId="298"/>
            <ac:spMk id="6" creationId="{4FA4CB8D-186F-6507-BF4C-89E9F8FD07E8}"/>
          </ac:spMkLst>
        </pc:spChg>
        <pc:spChg chg="add mod ord">
          <ac:chgData name="James Pengelly" userId="d269fecd-a8a2-4e5a-93ae-88bdaab21f51" providerId="ADAL" clId="{20327144-9DC6-47EC-BE2C-CEF48FF7C088}" dt="2023-09-19T10:42:52.855" v="154" actId="6549"/>
          <ac:spMkLst>
            <pc:docMk/>
            <pc:sldMk cId="474069745" sldId="298"/>
            <ac:spMk id="7" creationId="{C92C6490-BBEC-5425-F9E8-F9FE1F4EFFF6}"/>
          </ac:spMkLst>
        </pc:spChg>
      </pc:sldChg>
      <pc:sldChg chg="addSp delSp modSp mod chgLayout">
        <pc:chgData name="James Pengelly" userId="d269fecd-a8a2-4e5a-93ae-88bdaab21f51" providerId="ADAL" clId="{20327144-9DC6-47EC-BE2C-CEF48FF7C088}" dt="2023-09-19T10:43:35.955" v="170"/>
        <pc:sldMkLst>
          <pc:docMk/>
          <pc:sldMk cId="3249740903" sldId="299"/>
        </pc:sldMkLst>
        <pc:spChg chg="mod ord">
          <ac:chgData name="James Pengelly" userId="d269fecd-a8a2-4e5a-93ae-88bdaab21f51" providerId="ADAL" clId="{20327144-9DC6-47EC-BE2C-CEF48FF7C088}" dt="2023-09-19T10:43:35.328" v="169" actId="6264"/>
          <ac:spMkLst>
            <pc:docMk/>
            <pc:sldMk cId="3249740903" sldId="299"/>
            <ac:spMk id="2" creationId="{5A78B9D2-75C6-4E31-8D20-2472152AE3E2}"/>
          </ac:spMkLst>
        </pc:spChg>
        <pc:spChg chg="add del mod">
          <ac:chgData name="James Pengelly" userId="d269fecd-a8a2-4e5a-93ae-88bdaab21f51" providerId="ADAL" clId="{20327144-9DC6-47EC-BE2C-CEF48FF7C088}" dt="2023-09-19T10:43:35.328" v="169" actId="6264"/>
          <ac:spMkLst>
            <pc:docMk/>
            <pc:sldMk cId="3249740903" sldId="299"/>
            <ac:spMk id="3" creationId="{17784F64-E437-8058-AF62-F397F9D827EE}"/>
          </ac:spMkLst>
        </pc:spChg>
        <pc:spChg chg="mod ord">
          <ac:chgData name="James Pengelly" userId="d269fecd-a8a2-4e5a-93ae-88bdaab21f51" providerId="ADAL" clId="{20327144-9DC6-47EC-BE2C-CEF48FF7C088}" dt="2023-09-19T10:43:35.328" v="169" actId="6264"/>
          <ac:spMkLst>
            <pc:docMk/>
            <pc:sldMk cId="3249740903" sldId="299"/>
            <ac:spMk id="4" creationId="{81D661B8-EEC6-4B47-84B5-8687AB7DEF59}"/>
          </ac:spMkLst>
        </pc:spChg>
        <pc:spChg chg="del mod">
          <ac:chgData name="James Pengelly" userId="d269fecd-a8a2-4e5a-93ae-88bdaab21f51" providerId="ADAL" clId="{20327144-9DC6-47EC-BE2C-CEF48FF7C088}" dt="2023-09-19T10:43:34.130" v="168" actId="478"/>
          <ac:spMkLst>
            <pc:docMk/>
            <pc:sldMk cId="3249740903" sldId="299"/>
            <ac:spMk id="5" creationId="{137E005E-A66D-4D0E-9B1A-24F6766E1709}"/>
          </ac:spMkLst>
        </pc:spChg>
        <pc:spChg chg="add del mod">
          <ac:chgData name="James Pengelly" userId="d269fecd-a8a2-4e5a-93ae-88bdaab21f51" providerId="ADAL" clId="{20327144-9DC6-47EC-BE2C-CEF48FF7C088}" dt="2023-09-19T10:43:35.328" v="169" actId="6264"/>
          <ac:spMkLst>
            <pc:docMk/>
            <pc:sldMk cId="3249740903" sldId="299"/>
            <ac:spMk id="6" creationId="{AA56A64E-45AB-58C9-3D7F-EED34C9E2F76}"/>
          </ac:spMkLst>
        </pc:spChg>
        <pc:spChg chg="add mod ord">
          <ac:chgData name="James Pengelly" userId="d269fecd-a8a2-4e5a-93ae-88bdaab21f51" providerId="ADAL" clId="{20327144-9DC6-47EC-BE2C-CEF48FF7C088}" dt="2023-09-19T10:43:35.955" v="170"/>
          <ac:spMkLst>
            <pc:docMk/>
            <pc:sldMk cId="3249740903" sldId="299"/>
            <ac:spMk id="7" creationId="{BF9CF46A-5CD3-0A31-28CE-07432F2933DE}"/>
          </ac:spMkLst>
        </pc:spChg>
      </pc:sldChg>
      <pc:sldChg chg="addSp delSp modSp mod chgLayout">
        <pc:chgData name="James Pengelly" userId="d269fecd-a8a2-4e5a-93ae-88bdaab21f51" providerId="ADAL" clId="{20327144-9DC6-47EC-BE2C-CEF48FF7C088}" dt="2023-09-19T10:44:02.082" v="187" actId="368"/>
        <pc:sldMkLst>
          <pc:docMk/>
          <pc:sldMk cId="248248289" sldId="301"/>
        </pc:sldMkLst>
        <pc:spChg chg="mod ord">
          <ac:chgData name="James Pengelly" userId="d269fecd-a8a2-4e5a-93ae-88bdaab21f51" providerId="ADAL" clId="{20327144-9DC6-47EC-BE2C-CEF48FF7C088}" dt="2023-09-19T10:43:41.480" v="173" actId="6264"/>
          <ac:spMkLst>
            <pc:docMk/>
            <pc:sldMk cId="248248289" sldId="301"/>
            <ac:spMk id="2" creationId="{5A78B9D2-75C6-4E31-8D20-2472152AE3E2}"/>
          </ac:spMkLst>
        </pc:spChg>
        <pc:spChg chg="add del mod">
          <ac:chgData name="James Pengelly" userId="d269fecd-a8a2-4e5a-93ae-88bdaab21f51" providerId="ADAL" clId="{20327144-9DC6-47EC-BE2C-CEF48FF7C088}" dt="2023-09-19T10:43:41.480" v="173" actId="6264"/>
          <ac:spMkLst>
            <pc:docMk/>
            <pc:sldMk cId="248248289" sldId="301"/>
            <ac:spMk id="3" creationId="{2E94539F-DEAE-9D27-2EF2-1F9B366E3ACF}"/>
          </ac:spMkLst>
        </pc:spChg>
        <pc:spChg chg="mod ord">
          <ac:chgData name="James Pengelly" userId="d269fecd-a8a2-4e5a-93ae-88bdaab21f51" providerId="ADAL" clId="{20327144-9DC6-47EC-BE2C-CEF48FF7C088}" dt="2023-09-19T10:43:41.480" v="173" actId="6264"/>
          <ac:spMkLst>
            <pc:docMk/>
            <pc:sldMk cId="248248289" sldId="301"/>
            <ac:spMk id="4" creationId="{81D661B8-EEC6-4B47-84B5-8687AB7DEF59}"/>
          </ac:spMkLst>
        </pc:spChg>
        <pc:spChg chg="del mod">
          <ac:chgData name="James Pengelly" userId="d269fecd-a8a2-4e5a-93ae-88bdaab21f51" providerId="ADAL" clId="{20327144-9DC6-47EC-BE2C-CEF48FF7C088}" dt="2023-09-19T10:43:40.220" v="172" actId="478"/>
          <ac:spMkLst>
            <pc:docMk/>
            <pc:sldMk cId="248248289" sldId="301"/>
            <ac:spMk id="5" creationId="{137E005E-A66D-4D0E-9B1A-24F6766E1709}"/>
          </ac:spMkLst>
        </pc:spChg>
        <pc:spChg chg="add del mod">
          <ac:chgData name="James Pengelly" userId="d269fecd-a8a2-4e5a-93ae-88bdaab21f51" providerId="ADAL" clId="{20327144-9DC6-47EC-BE2C-CEF48FF7C088}" dt="2023-09-19T10:43:41.480" v="173" actId="6264"/>
          <ac:spMkLst>
            <pc:docMk/>
            <pc:sldMk cId="248248289" sldId="301"/>
            <ac:spMk id="6" creationId="{671ECA29-C2C1-3673-EA77-A50D0F8A2A75}"/>
          </ac:spMkLst>
        </pc:spChg>
        <pc:spChg chg="add mod ord">
          <ac:chgData name="James Pengelly" userId="d269fecd-a8a2-4e5a-93ae-88bdaab21f51" providerId="ADAL" clId="{20327144-9DC6-47EC-BE2C-CEF48FF7C088}" dt="2023-09-19T10:44:02.082" v="187" actId="368"/>
          <ac:spMkLst>
            <pc:docMk/>
            <pc:sldMk cId="248248289" sldId="301"/>
            <ac:spMk id="7" creationId="{3F1D5918-EC32-8547-492A-C524F44FCC95}"/>
          </ac:spMkLst>
        </pc:spChg>
      </pc:sldChg>
      <pc:sldChg chg="addSp delSp modSp mod chgLayout">
        <pc:chgData name="James Pengelly" userId="d269fecd-a8a2-4e5a-93ae-88bdaab21f51" providerId="ADAL" clId="{20327144-9DC6-47EC-BE2C-CEF48FF7C088}" dt="2023-09-19T10:40:26.878" v="73" actId="27636"/>
        <pc:sldMkLst>
          <pc:docMk/>
          <pc:sldMk cId="951509893" sldId="302"/>
        </pc:sldMkLst>
        <pc:spChg chg="mod ord">
          <ac:chgData name="James Pengelly" userId="d269fecd-a8a2-4e5a-93ae-88bdaab21f51" providerId="ADAL" clId="{20327144-9DC6-47EC-BE2C-CEF48FF7C088}" dt="2023-09-19T10:40:26.862" v="72" actId="6264"/>
          <ac:spMkLst>
            <pc:docMk/>
            <pc:sldMk cId="951509893" sldId="302"/>
            <ac:spMk id="2" creationId="{F0AE5640-FA2C-A0BA-B671-0C286D623358}"/>
          </ac:spMkLst>
        </pc:spChg>
        <pc:spChg chg="mod ord">
          <ac:chgData name="James Pengelly" userId="d269fecd-a8a2-4e5a-93ae-88bdaab21f51" providerId="ADAL" clId="{20327144-9DC6-47EC-BE2C-CEF48FF7C088}" dt="2023-09-19T10:40:26.878" v="73" actId="27636"/>
          <ac:spMkLst>
            <pc:docMk/>
            <pc:sldMk cId="951509893" sldId="302"/>
            <ac:spMk id="3" creationId="{9E6806AB-1FF3-055A-2D39-5B2FB5480084}"/>
          </ac:spMkLst>
        </pc:spChg>
        <pc:spChg chg="mod ord">
          <ac:chgData name="James Pengelly" userId="d269fecd-a8a2-4e5a-93ae-88bdaab21f51" providerId="ADAL" clId="{20327144-9DC6-47EC-BE2C-CEF48FF7C088}" dt="2023-09-19T10:40:26.862" v="72" actId="6264"/>
          <ac:spMkLst>
            <pc:docMk/>
            <pc:sldMk cId="951509893" sldId="302"/>
            <ac:spMk id="5" creationId="{C55B2AD6-AC2F-9601-7809-E29517D8811E}"/>
          </ac:spMkLst>
        </pc:spChg>
        <pc:spChg chg="add del mod">
          <ac:chgData name="James Pengelly" userId="d269fecd-a8a2-4e5a-93ae-88bdaab21f51" providerId="ADAL" clId="{20327144-9DC6-47EC-BE2C-CEF48FF7C088}" dt="2023-09-19T10:40:25.648" v="71" actId="21"/>
          <ac:spMkLst>
            <pc:docMk/>
            <pc:sldMk cId="951509893" sldId="302"/>
            <ac:spMk id="6" creationId="{9E4896A0-6F95-739A-6377-D7AE99C39F7F}"/>
          </ac:spMkLst>
        </pc:spChg>
        <pc:spChg chg="add del mod">
          <ac:chgData name="James Pengelly" userId="d269fecd-a8a2-4e5a-93ae-88bdaab21f51" providerId="ADAL" clId="{20327144-9DC6-47EC-BE2C-CEF48FF7C088}" dt="2023-09-19T10:40:26.862" v="72" actId="6264"/>
          <ac:spMkLst>
            <pc:docMk/>
            <pc:sldMk cId="951509893" sldId="302"/>
            <ac:spMk id="8" creationId="{968A7B9E-602A-6C08-D8DF-5779F61F34A5}"/>
          </ac:spMkLst>
        </pc:spChg>
        <pc:spChg chg="add del mod">
          <ac:chgData name="James Pengelly" userId="d269fecd-a8a2-4e5a-93ae-88bdaab21f51" providerId="ADAL" clId="{20327144-9DC6-47EC-BE2C-CEF48FF7C088}" dt="2023-09-19T10:40:26.862" v="72" actId="6264"/>
          <ac:spMkLst>
            <pc:docMk/>
            <pc:sldMk cId="951509893" sldId="302"/>
            <ac:spMk id="9" creationId="{AA23C640-277B-03CB-CC2E-708A42FF39D3}"/>
          </ac:spMkLst>
        </pc:spChg>
        <pc:spChg chg="add del mod">
          <ac:chgData name="James Pengelly" userId="d269fecd-a8a2-4e5a-93ae-88bdaab21f51" providerId="ADAL" clId="{20327144-9DC6-47EC-BE2C-CEF48FF7C088}" dt="2023-09-19T10:40:26.862" v="72" actId="6264"/>
          <ac:spMkLst>
            <pc:docMk/>
            <pc:sldMk cId="951509893" sldId="302"/>
            <ac:spMk id="10" creationId="{F095AA7E-9F98-5ADC-C783-F02644E15A6F}"/>
          </ac:spMkLst>
        </pc:spChg>
        <pc:spChg chg="add del mod">
          <ac:chgData name="James Pengelly" userId="d269fecd-a8a2-4e5a-93ae-88bdaab21f51" providerId="ADAL" clId="{20327144-9DC6-47EC-BE2C-CEF48FF7C088}" dt="2023-09-19T10:40:26.862" v="72" actId="6264"/>
          <ac:spMkLst>
            <pc:docMk/>
            <pc:sldMk cId="951509893" sldId="302"/>
            <ac:spMk id="11" creationId="{CA12CDF0-92AF-FD89-43B2-DF3E3BF2C556}"/>
          </ac:spMkLst>
        </pc:spChg>
        <pc:picChg chg="add del mod ord">
          <ac:chgData name="James Pengelly" userId="d269fecd-a8a2-4e5a-93ae-88bdaab21f51" providerId="ADAL" clId="{20327144-9DC6-47EC-BE2C-CEF48FF7C088}" dt="2023-09-19T10:40:26.862" v="72" actId="6264"/>
          <ac:picMkLst>
            <pc:docMk/>
            <pc:sldMk cId="951509893" sldId="302"/>
            <ac:picMk id="7" creationId="{8A3BF7D0-A94C-40BB-D70C-446AC81D805F}"/>
          </ac:picMkLst>
        </pc:pic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threatmap.checkpoint.com/"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cybermap.kaspersky.com/"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The significance of MS17-010 is tied closely to the </a:t>
            </a:r>
            <a:r>
              <a:rPr lang="en-US" b="0" i="1" dirty="0" err="1">
                <a:solidFill>
                  <a:srgbClr val="45545F"/>
                </a:solidFill>
                <a:effectLst/>
                <a:latin typeface="Open Sans" panose="020B0606030504020204" pitchFamily="34" charset="0"/>
              </a:rPr>
              <a:t>EternalBlue</a:t>
            </a:r>
            <a:r>
              <a:rPr lang="en-US" b="0" i="1" dirty="0">
                <a:solidFill>
                  <a:srgbClr val="45545F"/>
                </a:solidFill>
                <a:effectLst/>
                <a:latin typeface="Open Sans" panose="020B0606030504020204" pitchFamily="34" charset="0"/>
              </a:rPr>
              <a:t> exploit, which leveraged the vulnerabilities in early versions of the SMB protocol for malicious purposes. The most famous misuse of </a:t>
            </a:r>
            <a:r>
              <a:rPr lang="en-US" b="0" i="1" dirty="0" err="1">
                <a:solidFill>
                  <a:srgbClr val="45545F"/>
                </a:solidFill>
                <a:effectLst/>
                <a:latin typeface="Open Sans" panose="020B0606030504020204" pitchFamily="34" charset="0"/>
              </a:rPr>
              <a:t>EternalBlue</a:t>
            </a:r>
            <a:r>
              <a:rPr lang="en-US" b="0" i="1" dirty="0">
                <a:solidFill>
                  <a:srgbClr val="45545F"/>
                </a:solidFill>
                <a:effectLst/>
                <a:latin typeface="Open Sans" panose="020B0606030504020204" pitchFamily="34" charset="0"/>
              </a:rPr>
              <a:t> was during the WannaCry ransomware attack in May 2017, where it was used to propagate the ransomware across networks worldwide, leading to massive damage and disruption. This event underlined the critical importance of timely system patching and reinforced the potential global impact of such vulnerabilities.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207417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Make sure students can contrast the support available when a product is EOL with EOSL.</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2668359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The term "zero-day" is usually applied to the vulnerability itself but can also refer to an attack or malware that exploits it.</a:t>
            </a: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1023312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3955500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err="1"/>
              <a:t>Kerckhoffs's</a:t>
            </a:r>
            <a:r>
              <a:rPr lang="en-US" dirty="0"/>
              <a:t> principle establishes that a cryptosystem should be secure, even if everything about the system, except the key, is public knowledge.</a:t>
            </a:r>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3201548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Detecting whether a device has been rooted is not straightforward. You might want to point students to Google's attestation API documentation for more information on root detection (developer.android.com/training/</a:t>
            </a:r>
            <a:r>
              <a:rPr lang="en-US" dirty="0" err="1"/>
              <a:t>safetynet</a:t>
            </a:r>
            <a:r>
              <a:rPr lang="en-US" dirty="0"/>
              <a:t>/attestation).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3891621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Detecting whether a device has been rooted is not straightforward. You might want to point students to Google's attestation API documentation for more information on root detection (developer.android.com/training/</a:t>
            </a:r>
            <a:r>
              <a:rPr lang="en-US" dirty="0" err="1"/>
              <a:t>safetynet</a:t>
            </a:r>
            <a:r>
              <a:rPr lang="en-US" dirty="0"/>
              <a:t>/attestation).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2404358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670287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The description of TOCTOU can be expanded by highlighting the common areas where TOCTOU vulnerabilities are typically found. For instance, they're common in file systems and shared databases.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3650417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3959290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CSRF is discussed in more depth in Lesson 13</a:t>
            </a:r>
          </a:p>
          <a:p>
            <a:endParaRPr lang="en-US" dirty="0"/>
          </a:p>
          <a:p>
            <a:pPr algn="l"/>
            <a:r>
              <a:rPr lang="en-US" b="0" i="1" dirty="0">
                <a:solidFill>
                  <a:srgbClr val="45545F"/>
                </a:solidFill>
                <a:effectLst/>
                <a:latin typeface="Open Sans" panose="020B0606030504020204" pitchFamily="34" charset="0"/>
              </a:rPr>
              <a:t>Make sure students can identify code that performs XSS.</a:t>
            </a:r>
          </a:p>
          <a:p>
            <a:pPr algn="l"/>
            <a:r>
              <a:rPr lang="en-US" b="0" i="1" dirty="0">
                <a:solidFill>
                  <a:srgbClr val="45545F"/>
                </a:solidFill>
                <a:effectLst/>
                <a:latin typeface="Open Sans" panose="020B0606030504020204" pitchFamily="34" charset="0"/>
              </a:rPr>
              <a:t>Also check that students understand the difference between XSRF and XSS. XSRF spoofs a specific request against the web application; XSS is a means of running any arbitrary code. An XSS attack could be used to perform XSRF, for instance.</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359749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28393966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Supply chain security is gaining in momentum and interest as more and more organizations are being impacted by supply chain attacks. Consider having an in-class discussion regarding this topic to emphasis its significance.</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1076753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851871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Interaction Opportunity: </a:t>
            </a:r>
            <a:r>
              <a:rPr lang="en-US" b="0" i="1" dirty="0">
                <a:solidFill>
                  <a:srgbClr val="45545F"/>
                </a:solidFill>
                <a:effectLst/>
                <a:latin typeface="Open Sans" panose="020B0606030504020204" pitchFamily="34" charset="0"/>
              </a:rPr>
              <a:t>Show some other threat map examples, such as </a:t>
            </a:r>
            <a:r>
              <a:rPr lang="en-US" b="0" i="1" dirty="0" err="1">
                <a:solidFill>
                  <a:srgbClr val="45545F"/>
                </a:solidFill>
                <a:effectLst/>
                <a:latin typeface="Open Sans" panose="020B0606030504020204" pitchFamily="34" charset="0"/>
              </a:rPr>
              <a:t>CheckPoint's</a:t>
            </a:r>
            <a:r>
              <a:rPr lang="en-US" b="0" i="1" dirty="0">
                <a:solidFill>
                  <a:srgbClr val="45545F"/>
                </a:solidFill>
                <a:effectLst/>
                <a:latin typeface="Open Sans" panose="020B0606030504020204" pitchFamily="34" charset="0"/>
              </a:rPr>
              <a:t> (</a:t>
            </a:r>
            <a:r>
              <a:rPr lang="en-US" b="0" i="1" dirty="0">
                <a:solidFill>
                  <a:srgbClr val="007C9E"/>
                </a:solidFill>
                <a:effectLst/>
                <a:latin typeface="Open Sans" panose="020B0606030504020204" pitchFamily="34" charset="0"/>
                <a:hlinkClick r:id="rId3"/>
              </a:rPr>
              <a:t>threatmap.checkpoint.com</a:t>
            </a:r>
            <a:r>
              <a:rPr lang="en-US" b="0" i="1" dirty="0">
                <a:solidFill>
                  <a:srgbClr val="45545F"/>
                </a:solidFill>
                <a:effectLst/>
                <a:latin typeface="Open Sans" panose="020B0606030504020204" pitchFamily="34" charset="0"/>
              </a:rPr>
              <a:t>). Kaspersky's is visually impressive too (</a:t>
            </a:r>
            <a:r>
              <a:rPr lang="en-US" b="0" i="1" dirty="0">
                <a:solidFill>
                  <a:srgbClr val="007C9E"/>
                </a:solidFill>
                <a:effectLst/>
                <a:latin typeface="Open Sans" panose="020B0606030504020204" pitchFamily="34" charset="0"/>
                <a:hlinkClick r:id="rId4"/>
              </a:rPr>
              <a:t>cybermap.kaspersky.com</a:t>
            </a:r>
            <a:r>
              <a:rPr lang="en-US" b="0" i="1" dirty="0">
                <a:solidFill>
                  <a:srgbClr val="45545F"/>
                </a:solidFill>
                <a:effectLst/>
                <a:latin typeface="Open Sans" panose="020B0606030504020204" pitchFamily="34" charset="0"/>
              </a:rPr>
              <a:t>).</a:t>
            </a:r>
          </a:p>
          <a:p>
            <a:endParaRPr lang="en-US" b="0" i="1" dirty="0">
              <a:solidFill>
                <a:srgbClr val="45545F"/>
              </a:solidFill>
              <a:effectLst/>
              <a:latin typeface="Open Sans" panose="020B0606030504020204" pitchFamily="34" charset="0"/>
            </a:endParaRPr>
          </a:p>
        </p:txBody>
      </p:sp>
      <p:sp>
        <p:nvSpPr>
          <p:cNvPr id="4" name="Slide Number Placeholder 3"/>
          <p:cNvSpPr>
            <a:spLocks noGrp="1"/>
          </p:cNvSpPr>
          <p:nvPr>
            <p:ph type="sldNum" sz="quarter" idx="5"/>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1941313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Thread feeds are critically important as they provide details and awareness about current and emerging threats to help cyber </a:t>
            </a:r>
            <a:r>
              <a:rPr lang="en-US" dirty="0" err="1"/>
              <a:t>operatioins</a:t>
            </a:r>
            <a:r>
              <a:rPr lang="en-US" dirty="0"/>
              <a:t> focus their attention on current topics and better understand what issues and indicators to look for.</a:t>
            </a:r>
          </a:p>
        </p:txBody>
      </p:sp>
      <p:sp>
        <p:nvSpPr>
          <p:cNvPr id="4" name="Slide Number Placeholder 3"/>
          <p:cNvSpPr>
            <a:spLocks noGrp="1"/>
          </p:cNvSpPr>
          <p:nvPr>
            <p:ph type="sldNum" sz="quarter" idx="5"/>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35793307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0" dirty="0">
                <a:solidFill>
                  <a:srgbClr val="45545F"/>
                </a:solidFill>
                <a:effectLst/>
                <a:latin typeface="Open Sans" panose="020B0606030504020204" pitchFamily="34" charset="0"/>
              </a:rPr>
              <a:t>You should not spend too much time on this topic—just ensure that students are aware of these sources.</a:t>
            </a:r>
            <a:endParaRPr lang="en-US" i="0"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38685905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42516693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2221630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Prioritization is very important in vulnerability analysis. Vulnerability scans can uncover an overwhelming number of issues but only a subset warrant swift and decisive action. </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31</a:t>
            </a:fld>
            <a:endParaRPr lang="en-US"/>
          </a:p>
        </p:txBody>
      </p:sp>
    </p:spTree>
    <p:extLst>
      <p:ext uri="{BB962C8B-B14F-4D97-AF65-F5344CB8AC3E}">
        <p14:creationId xmlns:p14="http://schemas.microsoft.com/office/powerpoint/2010/main" val="20634983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22968107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33</a:t>
            </a:fld>
            <a:endParaRPr lang="en-US"/>
          </a:p>
        </p:txBody>
      </p:sp>
    </p:spTree>
    <p:extLst>
      <p:ext uri="{BB962C8B-B14F-4D97-AF65-F5344CB8AC3E}">
        <p14:creationId xmlns:p14="http://schemas.microsoft.com/office/powerpoint/2010/main" val="1171375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3.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38294"/>
            <a:ext cx="8870950" cy="405468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1316358"/>
            <a:ext cx="8870950" cy="361886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7" name="Text Placeholder 2">
            <a:extLst>
              <a:ext uri="{FF2B5EF4-FFF2-40B4-BE49-F238E27FC236}">
                <a16:creationId xmlns:a16="http://schemas.microsoft.com/office/drawing/2014/main" id="{66E5E767-ABBB-28F4-B396-B3E810584A84}"/>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2717468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content sh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3386667" y="1367538"/>
            <a:ext cx="5630333"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587869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ntent 1 sm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562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593216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3011614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w/Captio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Text Placeholder 3">
            <a:extLst>
              <a:ext uri="{FF2B5EF4-FFF2-40B4-BE49-F238E27FC236}">
                <a16:creationId xmlns:a16="http://schemas.microsoft.com/office/drawing/2014/main" id="{71AD28C1-FD19-F774-9521-7A20689A464F}"/>
              </a:ext>
            </a:extLst>
          </p:cNvPr>
          <p:cNvSpPr>
            <a:spLocks noGrp="1"/>
          </p:cNvSpPr>
          <p:nvPr>
            <p:ph type="body" sz="quarter" idx="14" hasCustomPrompt="1"/>
          </p:nvPr>
        </p:nvSpPr>
        <p:spPr>
          <a:xfrm>
            <a:off x="141286" y="4395892"/>
            <a:ext cx="8861426" cy="392855"/>
          </a:xfrm>
        </p:spPr>
        <p:txBody>
          <a:bodyPr anchor="ctr">
            <a:normAutofit/>
          </a:bodyPr>
          <a:lstStyle>
            <a:lvl1pPr marL="0" indent="0" algn="ctr">
              <a:buNone/>
              <a:defRPr sz="1800" i="1">
                <a:solidFill>
                  <a:schemeClr val="tx2"/>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Insert Caption</a:t>
            </a:r>
          </a:p>
        </p:txBody>
      </p:sp>
      <p:sp>
        <p:nvSpPr>
          <p:cNvPr id="6" name="Content Placeholder 5">
            <a:extLst>
              <a:ext uri="{FF2B5EF4-FFF2-40B4-BE49-F238E27FC236}">
                <a16:creationId xmlns:a16="http://schemas.microsoft.com/office/drawing/2014/main" id="{9F574EA0-61D0-7FF7-8B79-5F96C7D02A17}"/>
              </a:ext>
            </a:extLst>
          </p:cNvPr>
          <p:cNvSpPr>
            <a:spLocks noGrp="1"/>
          </p:cNvSpPr>
          <p:nvPr>
            <p:ph sz="quarter" idx="15"/>
          </p:nvPr>
        </p:nvSpPr>
        <p:spPr>
          <a:xfrm>
            <a:off x="141286" y="700192"/>
            <a:ext cx="8861427" cy="3695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2843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ntent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67536"/>
            <a:ext cx="4371507" cy="34254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5545092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hasCustomPrompt="1"/>
          </p:nvPr>
        </p:nvSpPr>
        <p:spPr>
          <a:xfrm>
            <a:off x="146050" y="748623"/>
            <a:ext cx="8870950" cy="4044357"/>
          </a:xfrm>
          <a:prstGeom prst="rect">
            <a:avLst/>
          </a:prstGeom>
        </p:spPr>
        <p:txBody>
          <a:bodyPr/>
          <a:lstStyle>
            <a:lvl1pPr marL="457200" indent="-457200">
              <a:buFont typeface="+mj-lt"/>
              <a:buAutoNum type="arabicPeriod"/>
              <a:defRPr b="1"/>
            </a:lvl1pPr>
          </a:lstStyle>
          <a:p>
            <a:pPr lvl="0"/>
            <a:r>
              <a:rPr lang="en-US" dirty="0"/>
              <a:t>List the questions from the review activity page.</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a:t>Activity 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828A-A7EC-0777-DCF2-03FADF7CE57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2B2E5881-DB2B-B483-494C-F59C40B2594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03C07-D880-A741-5039-396A7A6FD1B1}"/>
              </a:ext>
            </a:extLst>
          </p:cNvPr>
          <p:cNvSpPr>
            <a:spLocks noGrp="1"/>
          </p:cNvSpPr>
          <p:nvPr>
            <p:ph type="dt" sz="half" idx="10"/>
          </p:nvPr>
        </p:nvSpPr>
        <p:spPr/>
        <p:txBody>
          <a:bodyPr/>
          <a:lstStyle/>
          <a:p>
            <a:fld id="{0EE6F095-4831-4AF3-B815-7404BBBCB6E0}" type="datetimeFigureOut">
              <a:rPr lang="en-US" smtClean="0"/>
              <a:t>9/19/2023</a:t>
            </a:fld>
            <a:endParaRPr lang="en-US"/>
          </a:p>
        </p:txBody>
      </p:sp>
      <p:sp>
        <p:nvSpPr>
          <p:cNvPr id="5" name="Footer Placeholder 4">
            <a:extLst>
              <a:ext uri="{FF2B5EF4-FFF2-40B4-BE49-F238E27FC236}">
                <a16:creationId xmlns:a16="http://schemas.microsoft.com/office/drawing/2014/main" id="{3C986265-5616-ED16-B53E-F9CB2D08C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AC5A67-179A-9C97-7025-D5D1473BDDED}"/>
              </a:ext>
            </a:extLst>
          </p:cNvPr>
          <p:cNvSpPr>
            <a:spLocks noGrp="1"/>
          </p:cNvSpPr>
          <p:nvPr>
            <p:ph type="sldNum" sz="quarter" idx="12"/>
          </p:nvPr>
        </p:nvSpPr>
        <p:spPr/>
        <p:txBody>
          <a:bodyPr/>
          <a:lstStyle/>
          <a:p>
            <a:fld id="{32F2B094-62D1-42B6-97B2-CE0CACB8FCA4}" type="slidenum">
              <a:rPr lang="en-US" smtClean="0"/>
              <a:t>‹#›</a:t>
            </a:fld>
            <a:endParaRPr lang="en-US"/>
          </a:p>
        </p:txBody>
      </p:sp>
    </p:spTree>
    <p:extLst>
      <p:ext uri="{BB962C8B-B14F-4D97-AF65-F5344CB8AC3E}">
        <p14:creationId xmlns:p14="http://schemas.microsoft.com/office/powerpoint/2010/main" val="3879206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dirty="0"/>
              <a:t>Click to enter Slide Show(s) name From </a:t>
            </a:r>
            <a:r>
              <a:rPr lang="en-US" noProof="0" dirty="0" err="1"/>
              <a:t>MeF</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41" r:id="rId1"/>
    <p:sldLayoutId id="2147483937" r:id="rId2"/>
    <p:sldLayoutId id="2147483938" r:id="rId3"/>
    <p:sldLayoutId id="2147483939" r:id="rId4"/>
    <p:sldLayoutId id="2147483934" r:id="rId5"/>
    <p:sldLayoutId id="2147483942" r:id="rId6"/>
    <p:sldLayoutId id="2147483943" r:id="rId7"/>
    <p:sldLayoutId id="2147483936" r:id="rId8"/>
    <p:sldLayoutId id="2147483944" r:id="rId9"/>
    <p:sldLayoutId id="2147483945" r:id="rId10"/>
    <p:sldLayoutId id="2147483946" r:id="rId11"/>
    <p:sldLayoutId id="2147483947" r:id="rId12"/>
    <p:sldLayoutId id="2147483948" r:id="rId13"/>
    <p:sldLayoutId id="2147483949" r:id="rId14"/>
    <p:sldLayoutId id="2147483935" r:id="rId1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www.openvas.or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a:xfrm>
            <a:off x="650366" y="2166824"/>
            <a:ext cx="8366634" cy="1080000"/>
          </a:xfrm>
        </p:spPr>
        <p:txBody>
          <a:bodyPr/>
          <a:lstStyle/>
          <a:p>
            <a:r>
              <a:rPr lang="en-US" dirty="0"/>
              <a:t>Explain Vulnerability Management</a:t>
            </a:r>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8</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995608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Device and OS Vulnerabilities</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8A</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8</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170154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Operating System Vulnerabilities</a:t>
            </a:r>
          </a:p>
        </p:txBody>
      </p:sp>
      <p:sp>
        <p:nvSpPr>
          <p:cNvPr id="7" name="Content Placeholder 6">
            <a:extLst>
              <a:ext uri="{FF2B5EF4-FFF2-40B4-BE49-F238E27FC236}">
                <a16:creationId xmlns:a16="http://schemas.microsoft.com/office/drawing/2014/main" id="{FC233593-051C-D41A-3E8A-965E7DBC7070}"/>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Vulnerabilities in an OS can lead to significant problems when successfully exploited</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Microsoft Windows Client and Server</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Apple macOS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Linux</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Android</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iOS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1702716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Vulnerability Types</a:t>
            </a:r>
          </a:p>
        </p:txBody>
      </p:sp>
      <p:sp>
        <p:nvSpPr>
          <p:cNvPr id="7" name="Content Placeholder 6">
            <a:extLst>
              <a:ext uri="{FF2B5EF4-FFF2-40B4-BE49-F238E27FC236}">
                <a16:creationId xmlns:a16="http://schemas.microsoft.com/office/drawing/2014/main" id="{E0A5916E-7F4D-FA90-0877-F484B9F86F04}"/>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Legacy Systems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End-of-Life (EOL) Systems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Firmware Vulnerabilities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Virtualization Vulnerabilities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Application Vulnerabilities</a:t>
            </a:r>
          </a:p>
          <a:p>
            <a:endParaRPr lang="en-US" dirty="0">
              <a:latin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3295569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Zero-Day Vulnerabilities</a:t>
            </a:r>
          </a:p>
        </p:txBody>
      </p:sp>
      <p:sp>
        <p:nvSpPr>
          <p:cNvPr id="7" name="Content Placeholder 6">
            <a:extLst>
              <a:ext uri="{FF2B5EF4-FFF2-40B4-BE49-F238E27FC236}">
                <a16:creationId xmlns:a16="http://schemas.microsoft.com/office/drawing/2014/main" id="{48B1E13D-D67E-03E4-90A1-EFC8B73DD8FC}"/>
              </a:ext>
            </a:extLst>
          </p:cNvPr>
          <p:cNvSpPr>
            <a:spLocks noGrp="1"/>
          </p:cNvSpPr>
          <p:nvPr>
            <p:ph idx="1"/>
          </p:nvPr>
        </p:nvSpPr>
        <p:spPr/>
        <p:txBody>
          <a:bodyPr>
            <a:normAutofit fontScale="92500" lnSpcReduction="2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Previously unknown software or hardware flaws.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Developers have "zero days" to fix once the vulnerability becomes known</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Traditional security measures like antivirus and firewalls are often ineffective</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Zero-day vulnerabilities have significant financial value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Adversaries generally use a zero-day vulnerability against high-value targets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1545178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Misconfiguration Vulnerabilities</a:t>
            </a:r>
          </a:p>
        </p:txBody>
      </p:sp>
      <p:sp>
        <p:nvSpPr>
          <p:cNvPr id="7" name="Content Placeholder 6">
            <a:extLst>
              <a:ext uri="{FF2B5EF4-FFF2-40B4-BE49-F238E27FC236}">
                <a16:creationId xmlns:a16="http://schemas.microsoft.com/office/drawing/2014/main" id="{D874E85C-2A1F-CA6B-EEF4-26A08154F2D4}"/>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Common cause of security vulnerabilities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Default configurations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Hardware/devices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Software</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Cloud services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Using search engine results to solve technical problems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2333701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Cryptographic Vulnerabilities</a:t>
            </a:r>
          </a:p>
        </p:txBody>
      </p:sp>
      <p:sp>
        <p:nvSpPr>
          <p:cNvPr id="7" name="Content Placeholder 6">
            <a:extLst>
              <a:ext uri="{FF2B5EF4-FFF2-40B4-BE49-F238E27FC236}">
                <a16:creationId xmlns:a16="http://schemas.microsoft.com/office/drawing/2014/main" id="{04C16828-B1A0-01DB-3EF5-056CFC0F45FE}"/>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Cryptography forms the backbone of secure communication</a:t>
            </a:r>
          </a:p>
          <a:p>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Weaknesses in cryptographic systems, protocols, or algorithms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Methods no longer deemed secure</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Weak Keys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Misconfigured cipher suites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Improperly protected keys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638288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Sideloading, Rooting, and Jailbreaking</a:t>
            </a:r>
          </a:p>
        </p:txBody>
      </p:sp>
      <p:sp>
        <p:nvSpPr>
          <p:cNvPr id="7" name="Content Placeholder 6">
            <a:extLst>
              <a:ext uri="{FF2B5EF4-FFF2-40B4-BE49-F238E27FC236}">
                <a16:creationId xmlns:a16="http://schemas.microsoft.com/office/drawing/2014/main" id="{9D275B9C-5324-12DE-48F5-17D5E068FA24}"/>
              </a:ext>
            </a:extLst>
          </p:cNvPr>
          <p:cNvSpPr>
            <a:spLocks noGrp="1"/>
          </p:cNvSpPr>
          <p:nvPr>
            <p:ph idx="1"/>
          </p:nvPr>
        </p:nvSpPr>
        <p:spPr/>
        <p:txBody>
          <a:bodyPr>
            <a:normAutofit lnSpcReduction="10000"/>
          </a:bodyPr>
          <a:lstStyle/>
          <a:p>
            <a:r>
              <a:rPr lang="en-US" dirty="0">
                <a:latin typeface="Calibri" panose="020F0502020204030204" pitchFamily="34" charset="0"/>
                <a:cs typeface="Calibri" panose="020F0502020204030204" pitchFamily="34" charset="0"/>
              </a:rPr>
              <a:t>Rooting and jailbreaking are methods used to gain elevated privileges on mobile devices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Rooting - gaining root access or administrative privileges on an Android device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Jailbreaking - gaining full access to an iOS device (iPhone or iPad)</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Sideloading - installing applications from sources other than the official app store</a:t>
            </a:r>
          </a:p>
          <a:p>
            <a:pPr marL="742950" lvl="1" indent="-285750">
              <a:buFont typeface="Arial" panose="020B0604020202020204" pitchFamily="34" charset="0"/>
              <a:buChar char="•"/>
            </a:pPr>
            <a:r>
              <a:rPr lang="fr-FR" dirty="0">
                <a:latin typeface="Calibri" panose="020F0502020204030204" pitchFamily="34" charset="0"/>
                <a:cs typeface="Calibri" panose="020F0502020204030204" pitchFamily="34" charset="0"/>
              </a:rPr>
              <a:t>F-</a:t>
            </a:r>
            <a:r>
              <a:rPr lang="fr-FR" dirty="0" err="1">
                <a:latin typeface="Calibri" panose="020F0502020204030204" pitchFamily="34" charset="0"/>
                <a:cs typeface="Calibri" panose="020F0502020204030204" pitchFamily="34" charset="0"/>
              </a:rPr>
              <a:t>Droid</a:t>
            </a:r>
            <a:endParaRPr lang="fr-FR"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fr-FR" dirty="0">
                <a:latin typeface="Calibri" panose="020F0502020204030204" pitchFamily="34" charset="0"/>
                <a:cs typeface="Calibri" panose="020F0502020204030204" pitchFamily="34" charset="0"/>
              </a:rPr>
              <a:t>Android APK (Android Application Package) files</a:t>
            </a:r>
            <a:endParaRPr lang="en-US"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558222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Sideloading, Rooting, and Jailbreaking</a:t>
            </a:r>
          </a:p>
        </p:txBody>
      </p:sp>
      <p:pic>
        <p:nvPicPr>
          <p:cNvPr id="8" name="Content Placeholder 7" descr="A Screengrab of F-Droid application page.">
            <a:extLst>
              <a:ext uri="{FF2B5EF4-FFF2-40B4-BE49-F238E27FC236}">
                <a16:creationId xmlns:a16="http://schemas.microsoft.com/office/drawing/2014/main" id="{6B549A4C-3BAF-7A8A-D4A6-537381080A27}"/>
              </a:ext>
            </a:extLst>
          </p:cNvPr>
          <p:cNvPicPr>
            <a:picLocks noGrp="1" noChangeAspect="1"/>
          </p:cNvPicPr>
          <p:nvPr>
            <p:ph idx="1"/>
          </p:nvPr>
        </p:nvPicPr>
        <p:blipFill>
          <a:blip r:embed="rId3"/>
          <a:stretch>
            <a:fillRect/>
          </a:stretch>
        </p:blipFill>
        <p:spPr>
          <a:xfrm>
            <a:off x="1084378" y="746125"/>
            <a:ext cx="2477856" cy="4046538"/>
          </a:xfrm>
        </p:spPr>
      </p:pic>
      <p:sp>
        <p:nvSpPr>
          <p:cNvPr id="3" name="Content Placeholder 2">
            <a:extLst>
              <a:ext uri="{FF2B5EF4-FFF2-40B4-BE49-F238E27FC236}">
                <a16:creationId xmlns:a16="http://schemas.microsoft.com/office/drawing/2014/main" id="{2E0FE211-34C3-1EDA-A5CC-BDE339C8285B}"/>
              </a:ext>
            </a:extLst>
          </p:cNvPr>
          <p:cNvSpPr>
            <a:spLocks noGrp="1"/>
          </p:cNvSpPr>
          <p:nvPr>
            <p:ph idx="12"/>
          </p:nvPr>
        </p:nvSpPr>
        <p:spPr/>
        <p:txBody>
          <a:bodyPr>
            <a:normAutofit fontScale="62500" lnSpcReduction="20000"/>
          </a:bodyPr>
          <a:lstStyle/>
          <a:p>
            <a:r>
              <a:rPr lang="en-US" dirty="0"/>
              <a:t>Rooting and jailbreaking are methods used to gain elevated privileges on mobile devices</a:t>
            </a:r>
          </a:p>
          <a:p>
            <a:pPr marL="285750" indent="-285750">
              <a:buFont typeface="Arial" panose="020B0604020202020204" pitchFamily="34" charset="0"/>
              <a:buChar char="•"/>
            </a:pPr>
            <a:r>
              <a:rPr lang="en-US" dirty="0"/>
              <a:t>Rooting</a:t>
            </a:r>
          </a:p>
          <a:p>
            <a:pPr marL="714375" lvl="1" indent="-285750"/>
            <a:r>
              <a:rPr lang="en-US" dirty="0"/>
              <a:t>Gaining root access or administrative privileges on an Android device</a:t>
            </a:r>
          </a:p>
          <a:p>
            <a:pPr marL="285750" indent="-285750">
              <a:buFont typeface="Arial" panose="020B0604020202020204" pitchFamily="34" charset="0"/>
              <a:buChar char="•"/>
            </a:pPr>
            <a:r>
              <a:rPr lang="en-US" dirty="0"/>
              <a:t>Jailbreaking</a:t>
            </a:r>
          </a:p>
          <a:p>
            <a:pPr marL="714375" lvl="1" indent="-285750"/>
            <a:r>
              <a:rPr lang="en-US" dirty="0"/>
              <a:t>Gaining full access to an iOS device (iPhone or iPad)</a:t>
            </a:r>
          </a:p>
          <a:p>
            <a:pPr marL="285750" indent="-285750">
              <a:buFont typeface="Arial" panose="020B0604020202020204" pitchFamily="34" charset="0"/>
              <a:buChar char="•"/>
            </a:pPr>
            <a:r>
              <a:rPr lang="en-US" dirty="0"/>
              <a:t>Sideloading</a:t>
            </a:r>
          </a:p>
          <a:p>
            <a:pPr marL="714375" lvl="1" indent="-285750"/>
            <a:r>
              <a:rPr lang="en-US" dirty="0"/>
              <a:t>Installing applications from sources other than the official app store</a:t>
            </a:r>
          </a:p>
          <a:p>
            <a:pPr marL="742950" lvl="1" indent="-285750">
              <a:buFont typeface="Arial" panose="020B0604020202020204" pitchFamily="34" charset="0"/>
              <a:buChar char="•"/>
            </a:pPr>
            <a:r>
              <a:rPr lang="en-US" dirty="0"/>
              <a:t>F-Droid</a:t>
            </a:r>
          </a:p>
          <a:p>
            <a:pPr marL="742950" lvl="1" indent="-285750">
              <a:buFont typeface="Arial" panose="020B0604020202020204" pitchFamily="34" charset="0"/>
              <a:buChar char="•"/>
            </a:pPr>
            <a:r>
              <a:rPr lang="en-US" dirty="0"/>
              <a:t>Android APK (Android Application Package) files</a:t>
            </a:r>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9</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223200" y="4774168"/>
            <a:ext cx="4572000" cy="369332"/>
          </a:xfrm>
          <a:prstGeom prst="rect">
            <a:avLst/>
          </a:prstGeom>
        </p:spPr>
        <p:txBody>
          <a:bodyPr>
            <a:spAutoFit/>
          </a:bodyPr>
          <a:lstStyle/>
          <a:p>
            <a:pPr algn="ctr"/>
            <a:r>
              <a:rPr lang="en-US" sz="900" i="1" dirty="0">
                <a:solidFill>
                  <a:srgbClr val="45545F"/>
                </a:solidFill>
              </a:rPr>
              <a:t>The F-Droid Android application store. (Screenshot courtesy of www.opensecurityarchitecture.org.)</a:t>
            </a:r>
          </a:p>
        </p:txBody>
      </p:sp>
    </p:spTree>
    <p:extLst>
      <p:ext uri="{BB962C8B-B14F-4D97-AF65-F5344CB8AC3E}">
        <p14:creationId xmlns:p14="http://schemas.microsoft.com/office/powerpoint/2010/main" val="1821724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Operating System Vulnerabilities</a:t>
            </a:r>
          </a:p>
          <a:p>
            <a:r>
              <a:rPr lang="en-US" dirty="0"/>
              <a:t>Vulnerability Types</a:t>
            </a:r>
          </a:p>
          <a:p>
            <a:r>
              <a:rPr lang="en-US" dirty="0"/>
              <a:t>Zero-Day Vulnerabilities</a:t>
            </a:r>
          </a:p>
          <a:p>
            <a:r>
              <a:rPr lang="en-US" dirty="0"/>
              <a:t>Misconfiguration Vulnerabilities</a:t>
            </a:r>
          </a:p>
          <a:p>
            <a:r>
              <a:rPr lang="en-US" dirty="0"/>
              <a:t>Cryptographic Vulnerabilities</a:t>
            </a:r>
          </a:p>
          <a:p>
            <a:r>
              <a:rPr lang="en-US" dirty="0"/>
              <a:t>Sideloading, Rooting, and Jailbreaking</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Device and OS Vulnerabilities</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2631819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Application and Cloud Vulnerabilities</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8B</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8</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674909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E5640-FA2C-A0BA-B671-0C286D623358}"/>
              </a:ext>
            </a:extLst>
          </p:cNvPr>
          <p:cNvSpPr>
            <a:spLocks noGrp="1"/>
          </p:cNvSpPr>
          <p:nvPr>
            <p:ph type="title"/>
          </p:nvPr>
        </p:nvSpPr>
        <p:spPr>
          <a:xfrm>
            <a:off x="0" y="0"/>
            <a:ext cx="9143999" cy="603250"/>
          </a:xfrm>
        </p:spPr>
        <p:txBody>
          <a:bodyPr/>
          <a:lstStyle/>
          <a:p>
            <a:r>
              <a:rPr lang="en-US" dirty="0"/>
              <a:t>Application Vulnerabilities</a:t>
            </a:r>
          </a:p>
        </p:txBody>
      </p:sp>
      <p:sp>
        <p:nvSpPr>
          <p:cNvPr id="3" name="Content Placeholder 2">
            <a:extLst>
              <a:ext uri="{FF2B5EF4-FFF2-40B4-BE49-F238E27FC236}">
                <a16:creationId xmlns:a16="http://schemas.microsoft.com/office/drawing/2014/main" id="{9E6806AB-1FF3-055A-2D39-5B2FB5480084}"/>
              </a:ext>
            </a:extLst>
          </p:cNvPr>
          <p:cNvSpPr>
            <a:spLocks noGrp="1"/>
          </p:cNvSpPr>
          <p:nvPr>
            <p:ph idx="1"/>
          </p:nvPr>
        </p:nvSpPr>
        <p:spPr>
          <a:xfrm>
            <a:off x="146049" y="746760"/>
            <a:ext cx="4353949" cy="4046220"/>
          </a:xfrm>
        </p:spPr>
        <p:txBody>
          <a:bodyPr>
            <a:normAutofit lnSpcReduction="10000"/>
          </a:bodyPr>
          <a:lstStyle/>
          <a:p>
            <a:r>
              <a:rPr lang="en-US" dirty="0"/>
              <a:t>Race Condition</a:t>
            </a:r>
          </a:p>
          <a:p>
            <a:r>
              <a:rPr lang="en-US" dirty="0"/>
              <a:t>Time-of-check to time-of-use (TOCTOU)</a:t>
            </a:r>
          </a:p>
          <a:p>
            <a:r>
              <a:rPr lang="en-US" dirty="0"/>
              <a:t>Memory Injection</a:t>
            </a:r>
          </a:p>
          <a:p>
            <a:r>
              <a:rPr lang="en-US" dirty="0"/>
              <a:t>Buffer Overflow</a:t>
            </a:r>
          </a:p>
          <a:p>
            <a:r>
              <a:rPr lang="en-US" dirty="0"/>
              <a:t>Type-Safe Programming Languages</a:t>
            </a:r>
          </a:p>
          <a:p>
            <a:r>
              <a:rPr lang="en-US" dirty="0"/>
              <a:t>Malicious Update</a:t>
            </a:r>
          </a:p>
          <a:p>
            <a:endParaRPr lang="en-US" dirty="0"/>
          </a:p>
        </p:txBody>
      </p:sp>
      <p:pic>
        <p:nvPicPr>
          <p:cNvPr id="7" name="Content Placeholder 6" descr="Two illustrations depict normal and exploit execution of a function.">
            <a:extLst>
              <a:ext uri="{FF2B5EF4-FFF2-40B4-BE49-F238E27FC236}">
                <a16:creationId xmlns:a16="http://schemas.microsoft.com/office/drawing/2014/main" id="{8A3BF7D0-A94C-40BB-D70C-446AC81D805F}"/>
              </a:ext>
            </a:extLst>
          </p:cNvPr>
          <p:cNvPicPr>
            <a:picLocks noGrp="1" noChangeAspect="1"/>
          </p:cNvPicPr>
          <p:nvPr>
            <p:ph idx="12"/>
          </p:nvPr>
        </p:nvPicPr>
        <p:blipFill>
          <a:blip r:embed="rId3"/>
          <a:stretch>
            <a:fillRect/>
          </a:stretch>
        </p:blipFill>
        <p:spPr>
          <a:xfrm>
            <a:off x="4637088" y="1713425"/>
            <a:ext cx="4379912" cy="2111938"/>
          </a:xfrm>
        </p:spPr>
      </p:pic>
      <p:sp>
        <p:nvSpPr>
          <p:cNvPr id="5" name="Slide Number Placeholder 4">
            <a:extLst>
              <a:ext uri="{FF2B5EF4-FFF2-40B4-BE49-F238E27FC236}">
                <a16:creationId xmlns:a16="http://schemas.microsoft.com/office/drawing/2014/main" id="{C55B2AD6-AC2F-9601-7809-E29517D8811E}"/>
              </a:ext>
            </a:extLst>
          </p:cNvPr>
          <p:cNvSpPr>
            <a:spLocks noGrp="1"/>
          </p:cNvSpPr>
          <p:nvPr>
            <p:ph type="sldNum" sz="quarter" idx="13"/>
          </p:nvPr>
        </p:nvSpPr>
        <p:spPr>
          <a:xfrm>
            <a:off x="8537816" y="4885690"/>
            <a:ext cx="479184" cy="198675"/>
          </a:xfrm>
        </p:spPr>
        <p:txBody>
          <a:bodyPr/>
          <a:lstStyle/>
          <a:p>
            <a:fld id="{B7CF8A19-3A9E-4ABC-B336-2FDDE321C72D}" type="slidenum">
              <a:rPr lang="en-US" smtClean="0"/>
              <a:pPr/>
              <a:t>12</a:t>
            </a:fld>
            <a:endParaRPr lang="en-US"/>
          </a:p>
        </p:txBody>
      </p:sp>
      <p:sp>
        <p:nvSpPr>
          <p:cNvPr id="15" name="TextBox 14">
            <a:extLst>
              <a:ext uri="{FF2B5EF4-FFF2-40B4-BE49-F238E27FC236}">
                <a16:creationId xmlns:a16="http://schemas.microsoft.com/office/drawing/2014/main" id="{2509CB17-8E92-C5F2-8085-CAC6C32957DC}"/>
              </a:ext>
            </a:extLst>
          </p:cNvPr>
          <p:cNvSpPr txBox="1"/>
          <p:nvPr/>
        </p:nvSpPr>
        <p:spPr>
          <a:xfrm>
            <a:off x="4895699" y="3789696"/>
            <a:ext cx="4029100" cy="461665"/>
          </a:xfrm>
          <a:prstGeom prst="rect">
            <a:avLst/>
          </a:prstGeom>
          <a:noFill/>
        </p:spPr>
        <p:txBody>
          <a:bodyPr wrap="square">
            <a:spAutoFit/>
          </a:bodyPr>
          <a:lstStyle/>
          <a:p>
            <a:pPr algn="ctr"/>
            <a:r>
              <a:rPr lang="en-US" sz="800" b="0" i="1" dirty="0">
                <a:solidFill>
                  <a:srgbClr val="000000"/>
                </a:solidFill>
                <a:effectLst/>
                <a:latin typeface="Open Sans" panose="020B0606030504020204" pitchFamily="34" charset="0"/>
              </a:rPr>
              <a:t>When executed normally, a function will return control to the calling function. If the code is vulnerable, an attacker can pass malicious data to the function, overflow the stack, and run arbitrary code to gain a shell on the target system.</a:t>
            </a:r>
            <a:endParaRPr lang="en-US" sz="800" dirty="0"/>
          </a:p>
        </p:txBody>
      </p:sp>
    </p:spTree>
    <p:extLst>
      <p:ext uri="{BB962C8B-B14F-4D97-AF65-F5344CB8AC3E}">
        <p14:creationId xmlns:p14="http://schemas.microsoft.com/office/powerpoint/2010/main" val="951509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Evaluation Scope</a:t>
            </a:r>
          </a:p>
        </p:txBody>
      </p:sp>
      <p:sp>
        <p:nvSpPr>
          <p:cNvPr id="7" name="Content Placeholder 6">
            <a:extLst>
              <a:ext uri="{FF2B5EF4-FFF2-40B4-BE49-F238E27FC236}">
                <a16:creationId xmlns:a16="http://schemas.microsoft.com/office/drawing/2014/main" id="{6FD542A9-7EFB-0F11-608A-30C5E26C8353}"/>
              </a:ext>
            </a:extLst>
          </p:cNvPr>
          <p:cNvSpPr>
            <a:spLocks noGrp="1"/>
          </p:cNvSpPr>
          <p:nvPr>
            <p:ph idx="1"/>
          </p:nvPr>
        </p:nvSpPr>
        <p:spPr/>
        <p:txBody>
          <a:bodyPr>
            <a:normAutofit fontScale="85000" lnSpcReduction="20000"/>
          </a:bodyPr>
          <a:lstStyle/>
          <a:p>
            <a:r>
              <a:rPr lang="en-US" dirty="0">
                <a:latin typeface="Calibri" panose="020F0502020204030204" pitchFamily="34" charset="0"/>
                <a:cs typeface="Calibri" panose="020F0502020204030204" pitchFamily="34" charset="0"/>
              </a:rPr>
              <a:t>Scope refers to the product, system, or service being analyzed for potential security vulnerabilities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Practices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Security Testing</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Documentation Review</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Source Code Analysis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Configuration Assessment</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Cryptographic Analysis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Compliance Verification</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Security Architecture Review</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3932376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Web Application Attacks</a:t>
            </a:r>
          </a:p>
        </p:txBody>
      </p:sp>
      <p:sp>
        <p:nvSpPr>
          <p:cNvPr id="7" name="Content Placeholder 6">
            <a:extLst>
              <a:ext uri="{FF2B5EF4-FFF2-40B4-BE49-F238E27FC236}">
                <a16:creationId xmlns:a16="http://schemas.microsoft.com/office/drawing/2014/main" id="{30B2E8D8-1813-7AF8-2A38-578DC86269C0}"/>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Specifically target applications accessible over the Internet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Cross-Site Scripting (XSS)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Cross-Site Request Forgery (CSRF)</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SQL Injection (SQLi)</a:t>
            </a:r>
          </a:p>
          <a:p>
            <a:endParaRPr lang="en-US" dirty="0">
              <a:latin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2568677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Cloud-based Application Attacks</a:t>
            </a:r>
          </a:p>
        </p:txBody>
      </p:sp>
      <p:sp>
        <p:nvSpPr>
          <p:cNvPr id="7" name="Content Placeholder 6">
            <a:extLst>
              <a:ext uri="{FF2B5EF4-FFF2-40B4-BE49-F238E27FC236}">
                <a16:creationId xmlns:a16="http://schemas.microsoft.com/office/drawing/2014/main" id="{0F0ECC8F-8953-CB03-D837-CF37A7E56C51}"/>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Target applications hosted on cloud platforms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Exploit potential vulnerabilities within the hosted applications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Exploit cloud infrastructure the applications run on</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Cloud As an Attack Platform</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Cloud Access Security Brokers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1337115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Supply Chain</a:t>
            </a:r>
          </a:p>
        </p:txBody>
      </p:sp>
      <p:sp>
        <p:nvSpPr>
          <p:cNvPr id="7" name="Content Placeholder 6">
            <a:extLst>
              <a:ext uri="{FF2B5EF4-FFF2-40B4-BE49-F238E27FC236}">
                <a16:creationId xmlns:a16="http://schemas.microsoft.com/office/drawing/2014/main" id="{C72A458A-365D-A2E9-C87C-14F84E1A607E}"/>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Potential risks and weaknesses introduced into products during their development, distribution, and maintenance lifecycle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Hardware Suppliers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Software Providers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Software Bill of Materials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Dependency Analysis and SBOM Tools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342887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Application Vulnerabilities</a:t>
            </a:r>
          </a:p>
          <a:p>
            <a:r>
              <a:rPr lang="en-US" dirty="0"/>
              <a:t>Evaluation Scope</a:t>
            </a:r>
          </a:p>
          <a:p>
            <a:r>
              <a:rPr lang="en-US" dirty="0"/>
              <a:t>Web Application Attacks</a:t>
            </a:r>
          </a:p>
          <a:p>
            <a:r>
              <a:rPr lang="en-US" dirty="0"/>
              <a:t>Cloud-based Application Attacks</a:t>
            </a:r>
          </a:p>
          <a:p>
            <a:r>
              <a:rPr lang="en-US" dirty="0"/>
              <a:t>Supply Chain</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Application and Cloud Vulnerabilities</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1384796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94332-D62B-47C7-80DD-A8FE3D25DB3C}"/>
              </a:ext>
            </a:extLst>
          </p:cNvPr>
          <p:cNvSpPr>
            <a:spLocks noGrp="1"/>
          </p:cNvSpPr>
          <p:nvPr>
            <p:ph type="sldNum" sz="quarter" idx="13"/>
          </p:nvPr>
        </p:nvSpPr>
        <p:spPr/>
        <p:txBody>
          <a:bodyPr/>
          <a:lstStyle/>
          <a:p>
            <a:fld id="{B7CF8A19-3A9E-4ABC-B336-2FDDE321C72D}" type="slidenum">
              <a:rPr lang="en-US" smtClean="0"/>
              <a:pPr/>
              <a:t>18</a:t>
            </a:fld>
            <a:endParaRPr lang="en-US"/>
          </a:p>
        </p:txBody>
      </p:sp>
      <p:sp>
        <p:nvSpPr>
          <p:cNvPr id="3" name="Content Placeholder 2">
            <a:extLst>
              <a:ext uri="{FF2B5EF4-FFF2-40B4-BE49-F238E27FC236}">
                <a16:creationId xmlns:a16="http://schemas.microsoft.com/office/drawing/2014/main" id="{89316A7B-EF56-4540-A124-0ACC23724F87}"/>
              </a:ext>
            </a:extLst>
          </p:cNvPr>
          <p:cNvSpPr>
            <a:spLocks noGrp="1"/>
          </p:cNvSpPr>
          <p:nvPr>
            <p:ph sz="quarter" idx="14"/>
          </p:nvPr>
        </p:nvSpPr>
        <p:spPr/>
        <p:txBody>
          <a:bodyPr/>
          <a:lstStyle/>
          <a:p>
            <a:r>
              <a:rPr lang="en-US" dirty="0"/>
              <a:t>Assisted Lab: Exploiting and Detecting SQLi</a:t>
            </a:r>
          </a:p>
        </p:txBody>
      </p:sp>
    </p:spTree>
    <p:extLst>
      <p:ext uri="{BB962C8B-B14F-4D97-AF65-F5344CB8AC3E}">
        <p14:creationId xmlns:p14="http://schemas.microsoft.com/office/powerpoint/2010/main" val="1359013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Vulnerability Identification Methods</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8C</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8</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9256471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Vulnerability Scanning</a:t>
            </a:r>
          </a:p>
        </p:txBody>
      </p:sp>
      <p:pic>
        <p:nvPicPr>
          <p:cNvPr id="8" name="Content Placeholder 7" descr="A Screengrab of the Dashboard of Greenbone Security Assistant.">
            <a:extLst>
              <a:ext uri="{FF2B5EF4-FFF2-40B4-BE49-F238E27FC236}">
                <a16:creationId xmlns:a16="http://schemas.microsoft.com/office/drawing/2014/main" id="{A0E772F9-EF57-1839-6F9A-F1A1EAB2A56E}"/>
              </a:ext>
            </a:extLst>
          </p:cNvPr>
          <p:cNvPicPr>
            <a:picLocks noGrp="1" noChangeAspect="1"/>
          </p:cNvPicPr>
          <p:nvPr>
            <p:ph idx="1"/>
          </p:nvPr>
        </p:nvPicPr>
        <p:blipFill>
          <a:blip r:embed="rId2"/>
          <a:stretch>
            <a:fillRect/>
          </a:stretch>
        </p:blipFill>
        <p:spPr>
          <a:xfrm>
            <a:off x="146050" y="1166098"/>
            <a:ext cx="4354513" cy="3206591"/>
          </a:xfrm>
        </p:spPr>
      </p:pic>
      <p:sp>
        <p:nvSpPr>
          <p:cNvPr id="3" name="Content Placeholder 2">
            <a:extLst>
              <a:ext uri="{FF2B5EF4-FFF2-40B4-BE49-F238E27FC236}">
                <a16:creationId xmlns:a16="http://schemas.microsoft.com/office/drawing/2014/main" id="{3317F010-8B58-37A1-5818-B038BB184DE9}"/>
              </a:ext>
            </a:extLst>
          </p:cNvPr>
          <p:cNvSpPr>
            <a:spLocks noGrp="1"/>
          </p:cNvSpPr>
          <p:nvPr>
            <p:ph idx="12"/>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a:t>
            </a:r>
            <a:r>
              <a:rPr lang="en-US" noProof="0" dirty="0" err="1">
                <a:latin typeface="Calibri" panose="020F0502020204030204" pitchFamily="34" charset="0"/>
                <a:cs typeface="Calibri" panose="020F0502020204030204" pitchFamily="34" charset="0"/>
              </a:rPr>
              <a:t>ornerstone</a:t>
            </a:r>
            <a:r>
              <a:rPr lang="en-US" noProof="0" dirty="0">
                <a:latin typeface="Calibri" panose="020F0502020204030204" pitchFamily="34" charset="0"/>
                <a:cs typeface="Calibri" panose="020F0502020204030204" pitchFamily="34" charset="0"/>
              </a:rPr>
              <a:t> of modern cybersecurity practices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Focused on </a:t>
            </a:r>
            <a:r>
              <a:rPr lang="en-US" noProof="0" dirty="0">
                <a:latin typeface="Calibri" panose="020F0502020204030204" pitchFamily="34" charset="0"/>
                <a:cs typeface="Calibri" panose="020F0502020204030204" pitchFamily="34" charset="0"/>
              </a:rPr>
              <a:t>identifying, classifying, remediating, and mitigating vulnerabilities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Helps to locate and identify misconfigurations</a:t>
            </a:r>
            <a:endParaRPr lang="en-US" dirty="0"/>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20</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64383" y="4391829"/>
            <a:ext cx="4572000" cy="507831"/>
          </a:xfrm>
          <a:prstGeom prst="rect">
            <a:avLst/>
          </a:prstGeom>
        </p:spPr>
        <p:txBody>
          <a:bodyPr>
            <a:spAutoFit/>
          </a:bodyPr>
          <a:lstStyle/>
          <a:p>
            <a:pPr algn="ctr"/>
            <a:r>
              <a:rPr lang="en-US" sz="900" i="1" dirty="0" err="1">
                <a:solidFill>
                  <a:srgbClr val="45545F"/>
                </a:solidFill>
              </a:rPr>
              <a:t>Greenbone</a:t>
            </a:r>
            <a:r>
              <a:rPr lang="en-US" sz="900" i="1" dirty="0">
                <a:solidFill>
                  <a:srgbClr val="45545F"/>
                </a:solidFill>
              </a:rPr>
              <a:t> OpenVAS vulnerability scanner with Security Assistant web application interface as installed on Kali Linux. (Screenshot used with permission from </a:t>
            </a:r>
            <a:r>
              <a:rPr lang="en-US" sz="900" i="1" dirty="0" err="1">
                <a:solidFill>
                  <a:srgbClr val="45545F"/>
                </a:solidFill>
              </a:rPr>
              <a:t>Greenbone</a:t>
            </a:r>
            <a:r>
              <a:rPr lang="en-US" sz="900" i="1" dirty="0">
                <a:solidFill>
                  <a:srgbClr val="45545F"/>
                </a:solidFill>
              </a:rPr>
              <a:t> Networks, http://www.openvas.org.)</a:t>
            </a:r>
          </a:p>
        </p:txBody>
      </p:sp>
    </p:spTree>
    <p:extLst>
      <p:ext uri="{BB962C8B-B14F-4D97-AF65-F5344CB8AC3E}">
        <p14:creationId xmlns:p14="http://schemas.microsoft.com/office/powerpoint/2010/main" val="2763232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Vulnerability Scanning</a:t>
            </a:r>
          </a:p>
        </p:txBody>
      </p:sp>
      <p:sp>
        <p:nvSpPr>
          <p:cNvPr id="10" name="Content Placeholder 9">
            <a:extLst>
              <a:ext uri="{FF2B5EF4-FFF2-40B4-BE49-F238E27FC236}">
                <a16:creationId xmlns:a16="http://schemas.microsoft.com/office/drawing/2014/main" id="{3A1ECB15-A580-8FAD-D4A5-C76B89E075B3}"/>
              </a:ext>
            </a:extLst>
          </p:cNvPr>
          <p:cNvSpPr>
            <a:spLocks noGrp="1"/>
          </p:cNvSpPr>
          <p:nvPr>
            <p:ph idx="1"/>
          </p:nvPr>
        </p:nvSpPr>
        <p:spPr/>
        <p:txBody>
          <a:bodyPr>
            <a:normAutofit fontScale="92500" lnSpcReduction="20000"/>
          </a:bodyPr>
          <a:lstStyle/>
          <a:p>
            <a:r>
              <a:rPr lang="en-US" dirty="0">
                <a:latin typeface="Calibri" panose="020F0502020204030204" pitchFamily="34" charset="0"/>
                <a:cs typeface="Calibri" panose="020F0502020204030204" pitchFamily="34" charset="0"/>
              </a:rPr>
              <a:t>Network Vulnerability Scanners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Tenable Nessus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OpenVAS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Credentialed and Non-Credentialed Scans</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Application and Web Application Scanners</a:t>
            </a:r>
          </a:p>
          <a:p>
            <a:r>
              <a:rPr lang="en-US" dirty="0">
                <a:latin typeface="Calibri" panose="020F0502020204030204" pitchFamily="34" charset="0"/>
                <a:cs typeface="Calibri" panose="020F0502020204030204" pitchFamily="34" charset="0"/>
              </a:rPr>
              <a:t>Package Monitoring</a:t>
            </a: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21</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4572000" y="3822481"/>
            <a:ext cx="4572000" cy="507831"/>
          </a:xfrm>
          <a:prstGeom prst="rect">
            <a:avLst/>
          </a:prstGeom>
        </p:spPr>
        <p:txBody>
          <a:bodyPr>
            <a:spAutoFit/>
          </a:bodyPr>
          <a:lstStyle/>
          <a:p>
            <a:pPr algn="ctr"/>
            <a:r>
              <a:rPr lang="en-US" sz="900" b="0" i="1" dirty="0">
                <a:solidFill>
                  <a:srgbClr val="000000"/>
                </a:solidFill>
                <a:effectLst/>
                <a:latin typeface="Open Sans" panose="020B0606030504020204" pitchFamily="34" charset="0"/>
              </a:rPr>
              <a:t>Configuring credentials for use in target (scope) definitions in </a:t>
            </a:r>
            <a:r>
              <a:rPr lang="en-US" sz="900" b="0" i="1" dirty="0" err="1">
                <a:solidFill>
                  <a:srgbClr val="000000"/>
                </a:solidFill>
                <a:effectLst/>
                <a:latin typeface="Open Sans" panose="020B0606030504020204" pitchFamily="34" charset="0"/>
              </a:rPr>
              <a:t>Greenbone</a:t>
            </a:r>
            <a:r>
              <a:rPr lang="en-US" sz="900" b="0" i="1" dirty="0">
                <a:solidFill>
                  <a:srgbClr val="000000"/>
                </a:solidFill>
                <a:effectLst/>
                <a:latin typeface="Open Sans" panose="020B0606030504020204" pitchFamily="34" charset="0"/>
              </a:rPr>
              <a:t> OpenVAS as installed on Kali Linux. (Screenshot used with permission from </a:t>
            </a:r>
            <a:r>
              <a:rPr lang="en-US" sz="900" b="0" i="1" dirty="0" err="1">
                <a:solidFill>
                  <a:srgbClr val="000000"/>
                </a:solidFill>
                <a:effectLst/>
                <a:latin typeface="Open Sans" panose="020B0606030504020204" pitchFamily="34" charset="0"/>
              </a:rPr>
              <a:t>Greenbone</a:t>
            </a:r>
            <a:r>
              <a:rPr lang="en-US" sz="900" b="0" i="1" dirty="0">
                <a:solidFill>
                  <a:srgbClr val="000000"/>
                </a:solidFill>
                <a:effectLst/>
                <a:latin typeface="Open Sans" panose="020B0606030504020204" pitchFamily="34" charset="0"/>
              </a:rPr>
              <a:t> Networks, </a:t>
            </a:r>
            <a:r>
              <a:rPr lang="en-US" sz="900" b="0" i="1" dirty="0">
                <a:solidFill>
                  <a:srgbClr val="007C9E"/>
                </a:solidFill>
                <a:effectLst/>
                <a:latin typeface="Open Sans" panose="020B0606030504020204" pitchFamily="34" charset="0"/>
                <a:hlinkClick r:id="rId2"/>
              </a:rPr>
              <a:t>http://www.openvas.org</a:t>
            </a:r>
            <a:r>
              <a:rPr lang="en-US" sz="900" b="0" i="1" dirty="0">
                <a:solidFill>
                  <a:srgbClr val="000000"/>
                </a:solidFill>
                <a:effectLst/>
                <a:latin typeface="Open Sans" panose="020B0606030504020204" pitchFamily="34" charset="0"/>
              </a:rPr>
              <a:t>.)</a:t>
            </a:r>
            <a:endParaRPr lang="en-US" sz="900" i="1" dirty="0">
              <a:solidFill>
                <a:srgbClr val="45545F"/>
              </a:solidFill>
            </a:endParaRPr>
          </a:p>
        </p:txBody>
      </p:sp>
      <p:pic>
        <p:nvPicPr>
          <p:cNvPr id="12" name="Content Placeholder 7" descr="A Screengrab shows the new credential window of Greenbone Security Assistant.">
            <a:extLst>
              <a:ext uri="{FF2B5EF4-FFF2-40B4-BE49-F238E27FC236}">
                <a16:creationId xmlns:a16="http://schemas.microsoft.com/office/drawing/2014/main" id="{DF4DBC85-5EE1-7B8A-F925-260E833FC9FE}"/>
              </a:ext>
            </a:extLst>
          </p:cNvPr>
          <p:cNvPicPr>
            <a:picLocks noGrp="1" noChangeAspect="1"/>
          </p:cNvPicPr>
          <p:nvPr>
            <p:ph idx="12"/>
          </p:nvPr>
        </p:nvPicPr>
        <p:blipFill>
          <a:blip r:embed="rId3"/>
          <a:stretch>
            <a:fillRect/>
          </a:stretch>
        </p:blipFill>
        <p:spPr>
          <a:xfrm>
            <a:off x="4637088" y="1763851"/>
            <a:ext cx="4379912" cy="2011085"/>
          </a:xfrm>
          <a:prstGeom prst="rect">
            <a:avLst/>
          </a:prstGeom>
        </p:spPr>
      </p:pic>
    </p:spTree>
    <p:extLst>
      <p:ext uri="{BB962C8B-B14F-4D97-AF65-F5344CB8AC3E}">
        <p14:creationId xmlns:p14="http://schemas.microsoft.com/office/powerpoint/2010/main" val="3652330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Threat Feeds</a:t>
            </a:r>
          </a:p>
        </p:txBody>
      </p:sp>
      <p:pic>
        <p:nvPicPr>
          <p:cNvPr id="8" name="Content Placeholder 7" descr="A Screengrab of the Dashboard of IBM X Force Exchange.">
            <a:extLst>
              <a:ext uri="{FF2B5EF4-FFF2-40B4-BE49-F238E27FC236}">
                <a16:creationId xmlns:a16="http://schemas.microsoft.com/office/drawing/2014/main" id="{43A876C5-D58C-5568-5385-1D849B0E64B5}"/>
              </a:ext>
            </a:extLst>
          </p:cNvPr>
          <p:cNvPicPr>
            <a:picLocks noGrp="1" noChangeAspect="1"/>
          </p:cNvPicPr>
          <p:nvPr>
            <p:ph idx="1"/>
          </p:nvPr>
        </p:nvPicPr>
        <p:blipFill>
          <a:blip r:embed="rId3"/>
          <a:stretch>
            <a:fillRect/>
          </a:stretch>
        </p:blipFill>
        <p:spPr>
          <a:xfrm>
            <a:off x="146050" y="1234198"/>
            <a:ext cx="4354513" cy="3070391"/>
          </a:xfrm>
        </p:spPr>
      </p:pic>
      <p:sp>
        <p:nvSpPr>
          <p:cNvPr id="3" name="Content Placeholder 2">
            <a:extLst>
              <a:ext uri="{FF2B5EF4-FFF2-40B4-BE49-F238E27FC236}">
                <a16:creationId xmlns:a16="http://schemas.microsoft.com/office/drawing/2014/main" id="{D69AC16E-9719-7017-2973-7E3B7B5DB540}"/>
              </a:ext>
            </a:extLst>
          </p:cNvPr>
          <p:cNvSpPr>
            <a:spLocks noGrp="1"/>
          </p:cNvSpPr>
          <p:nvPr>
            <p:ph idx="12"/>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Real-time, continuously updated sources of information about potential threats and vulnerabilities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Provide timely information and context about new threats</a:t>
            </a: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22</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37306" y="4413988"/>
            <a:ext cx="4572000" cy="369332"/>
          </a:xfrm>
          <a:prstGeom prst="rect">
            <a:avLst/>
          </a:prstGeom>
        </p:spPr>
        <p:txBody>
          <a:bodyPr>
            <a:spAutoFit/>
          </a:bodyPr>
          <a:lstStyle/>
          <a:p>
            <a:pPr algn="ctr"/>
            <a:r>
              <a:rPr lang="en-US" sz="900" b="0" i="1" dirty="0">
                <a:solidFill>
                  <a:srgbClr val="000000"/>
                </a:solidFill>
                <a:effectLst/>
                <a:latin typeface="Open Sans" panose="020B0606030504020204" pitchFamily="34" charset="0"/>
              </a:rPr>
              <a:t>IBM X-Force Exchange threat intelligence portal. (Image copyright 2019 IBM Security exchange.xforce.ibmcloud.com.)</a:t>
            </a:r>
            <a:endParaRPr lang="en-US" sz="900" i="1" dirty="0">
              <a:solidFill>
                <a:srgbClr val="45545F"/>
              </a:solidFill>
            </a:endParaRPr>
          </a:p>
        </p:txBody>
      </p:sp>
    </p:spTree>
    <p:extLst>
      <p:ext uri="{BB962C8B-B14F-4D97-AF65-F5344CB8AC3E}">
        <p14:creationId xmlns:p14="http://schemas.microsoft.com/office/powerpoint/2010/main" val="2157742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Threat Feeds</a:t>
            </a:r>
          </a:p>
        </p:txBody>
      </p:sp>
      <p:sp>
        <p:nvSpPr>
          <p:cNvPr id="7" name="Content Placeholder 6">
            <a:extLst>
              <a:ext uri="{FF2B5EF4-FFF2-40B4-BE49-F238E27FC236}">
                <a16:creationId xmlns:a16="http://schemas.microsoft.com/office/drawing/2014/main" id="{3B9E5011-86E6-681C-0CE4-EDE25DA68357}"/>
              </a:ext>
            </a:extLst>
          </p:cNvPr>
          <p:cNvSpPr>
            <a:spLocks noGrp="1"/>
          </p:cNvSpPr>
          <p:nvPr>
            <p:ph idx="1"/>
          </p:nvPr>
        </p:nvSpPr>
        <p:spPr/>
        <p:txBody>
          <a:bodyPr>
            <a:normAutofit fontScale="77500" lnSpcReduction="20000"/>
          </a:bodyPr>
          <a:lstStyle/>
          <a:p>
            <a:r>
              <a:rPr lang="en-US" dirty="0"/>
              <a:t>Open-source and proprietary threat feeds</a:t>
            </a:r>
          </a:p>
          <a:p>
            <a:pPr marL="714375" lvl="1" indent="-285750"/>
            <a:r>
              <a:rPr lang="en-US" dirty="0"/>
              <a:t>IBM X-Force Exchange</a:t>
            </a:r>
          </a:p>
          <a:p>
            <a:pPr marL="714375" lvl="1" indent="-285750"/>
            <a:r>
              <a:rPr lang="en-US" dirty="0"/>
              <a:t>Mandiant's FireEye</a:t>
            </a:r>
          </a:p>
          <a:p>
            <a:pPr marL="714375" lvl="1" indent="-285750"/>
            <a:r>
              <a:rPr lang="en-US" dirty="0"/>
              <a:t>Recorded Future</a:t>
            </a:r>
          </a:p>
          <a:p>
            <a:pPr marL="714375" lvl="1" indent="-285750"/>
            <a:r>
              <a:rPr lang="en-US" dirty="0"/>
              <a:t>Proofpoint Emerging Threats</a:t>
            </a:r>
          </a:p>
          <a:p>
            <a:pPr marL="714375" lvl="1" indent="-285750"/>
            <a:r>
              <a:rPr lang="en-US" dirty="0"/>
              <a:t>Abuse.ch</a:t>
            </a:r>
          </a:p>
          <a:p>
            <a:r>
              <a:rPr lang="en-US" dirty="0"/>
              <a:t>Information-Sharing Organizations</a:t>
            </a:r>
          </a:p>
          <a:p>
            <a:pPr marL="714375" lvl="1" indent="-285750"/>
            <a:r>
              <a:rPr lang="en-US" dirty="0"/>
              <a:t>Information Sharing and Analysis Centers (ISACs)</a:t>
            </a:r>
          </a:p>
          <a:p>
            <a:r>
              <a:rPr lang="en-US" dirty="0"/>
              <a:t>Open-Source Intelligence</a:t>
            </a:r>
          </a:p>
          <a:p>
            <a:pPr marL="714375" lvl="1" indent="-285750"/>
            <a:r>
              <a:rPr lang="en-US" dirty="0"/>
              <a:t>Search engines, blogs, forums, social media platforms, and the dark web</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3741952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Deep and Dark Web</a:t>
            </a:r>
          </a:p>
        </p:txBody>
      </p:sp>
      <p:sp>
        <p:nvSpPr>
          <p:cNvPr id="10" name="Content Placeholder 9">
            <a:extLst>
              <a:ext uri="{FF2B5EF4-FFF2-40B4-BE49-F238E27FC236}">
                <a16:creationId xmlns:a16="http://schemas.microsoft.com/office/drawing/2014/main" id="{08628D3D-821F-73F4-9552-C5797E56B58F}"/>
              </a:ext>
            </a:extLst>
          </p:cNvPr>
          <p:cNvSpPr>
            <a:spLocks noGrp="1"/>
          </p:cNvSpPr>
          <p:nvPr>
            <p:ph idx="1"/>
          </p:nvPr>
        </p:nvSpPr>
        <p:spPr/>
        <p:txBody>
          <a:bodyPr>
            <a:normAutofit fontScale="85000" lnSpcReduction="10000"/>
          </a:bodyPr>
          <a:lstStyle/>
          <a:p>
            <a:r>
              <a:rPr lang="en-US" dirty="0">
                <a:latin typeface="Calibri" panose="020F0502020204030204" pitchFamily="34" charset="0"/>
                <a:cs typeface="Calibri" panose="020F0502020204030204" pitchFamily="34" charset="0"/>
              </a:rPr>
              <a:t>Deep Web </a:t>
            </a:r>
          </a:p>
          <a:p>
            <a:pPr marL="714375" lvl="1" indent="-285750"/>
            <a:r>
              <a:rPr lang="en-US" dirty="0">
                <a:latin typeface="Calibri" panose="020F0502020204030204" pitchFamily="34" charset="0"/>
                <a:cs typeface="Calibri" panose="020F0502020204030204" pitchFamily="34" charset="0"/>
              </a:rPr>
              <a:t>Any part of the World Wide Web that is not indexed by a search engine</a:t>
            </a:r>
          </a:p>
          <a:p>
            <a:r>
              <a:rPr lang="en-US" dirty="0">
                <a:latin typeface="Calibri" panose="020F0502020204030204" pitchFamily="34" charset="0"/>
                <a:cs typeface="Calibri" panose="020F0502020204030204" pitchFamily="34" charset="0"/>
              </a:rPr>
              <a:t>Dark Net </a:t>
            </a:r>
          </a:p>
          <a:p>
            <a:pPr marL="714375" lvl="1" indent="-285750"/>
            <a:r>
              <a:rPr lang="en-US" dirty="0">
                <a:latin typeface="Calibri" panose="020F0502020204030204" pitchFamily="34" charset="0"/>
                <a:cs typeface="Calibri" panose="020F0502020204030204" pitchFamily="34" charset="0"/>
              </a:rPr>
              <a:t>A network established as an overlay to Internet infrastructure, such as The Onion Router (TOR), Freenet, or I2P, that acts to anonymize usage </a:t>
            </a:r>
          </a:p>
          <a:p>
            <a:r>
              <a:rPr lang="en-US" dirty="0">
                <a:latin typeface="Calibri" panose="020F0502020204030204" pitchFamily="34" charset="0"/>
                <a:cs typeface="Calibri" panose="020F0502020204030204" pitchFamily="34" charset="0"/>
              </a:rPr>
              <a:t>Dark Web</a:t>
            </a:r>
          </a:p>
          <a:p>
            <a:pPr marL="714375" lvl="1" indent="-285750"/>
            <a:r>
              <a:rPr lang="en-US" dirty="0">
                <a:latin typeface="Calibri" panose="020F0502020204030204" pitchFamily="34" charset="0"/>
                <a:cs typeface="Calibri" panose="020F0502020204030204" pitchFamily="34" charset="0"/>
              </a:rPr>
              <a:t>Sites, content, and services accessible only over a dark net</a:t>
            </a:r>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24</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4325619" y="4057824"/>
            <a:ext cx="4572000" cy="369332"/>
          </a:xfrm>
          <a:prstGeom prst="rect">
            <a:avLst/>
          </a:prstGeom>
        </p:spPr>
        <p:txBody>
          <a:bodyPr>
            <a:spAutoFit/>
          </a:bodyPr>
          <a:lstStyle/>
          <a:p>
            <a:pPr algn="ctr"/>
            <a:r>
              <a:rPr lang="en-US" sz="900" b="0" i="1" dirty="0">
                <a:solidFill>
                  <a:srgbClr val="000000"/>
                </a:solidFill>
                <a:effectLst/>
                <a:latin typeface="Open Sans" panose="020B0606030504020204" pitchFamily="34" charset="0"/>
              </a:rPr>
              <a:t>Using the TOR browser to view the </a:t>
            </a:r>
            <a:r>
              <a:rPr lang="en-US" sz="900" b="0" i="1" dirty="0" err="1">
                <a:solidFill>
                  <a:srgbClr val="000000"/>
                </a:solidFill>
                <a:effectLst/>
                <a:latin typeface="Open Sans" panose="020B0606030504020204" pitchFamily="34" charset="0"/>
              </a:rPr>
              <a:t>AlphaBay</a:t>
            </a:r>
            <a:r>
              <a:rPr lang="en-US" sz="900" b="0" i="1" dirty="0">
                <a:solidFill>
                  <a:srgbClr val="000000"/>
                </a:solidFill>
                <a:effectLst/>
                <a:latin typeface="Open Sans" panose="020B0606030504020204" pitchFamily="34" charset="0"/>
              </a:rPr>
              <a:t> market, now closed by law enforcement. (Screenshot used with permission from Security Onion.)</a:t>
            </a:r>
            <a:endParaRPr lang="en-US" sz="900" i="1" dirty="0">
              <a:solidFill>
                <a:srgbClr val="45545F"/>
              </a:solidFill>
            </a:endParaRPr>
          </a:p>
        </p:txBody>
      </p:sp>
      <p:pic>
        <p:nvPicPr>
          <p:cNvPr id="12" name="Content Placeholder 7" descr="A Screengrab of the Tor Browser shows a warning message that this hidden site has been seized.">
            <a:extLst>
              <a:ext uri="{FF2B5EF4-FFF2-40B4-BE49-F238E27FC236}">
                <a16:creationId xmlns:a16="http://schemas.microsoft.com/office/drawing/2014/main" id="{2A3BE524-9811-8989-F34B-C45807DD0247}"/>
              </a:ext>
            </a:extLst>
          </p:cNvPr>
          <p:cNvPicPr>
            <a:picLocks noGrp="1" noChangeAspect="1"/>
          </p:cNvPicPr>
          <p:nvPr>
            <p:ph idx="12"/>
          </p:nvPr>
        </p:nvPicPr>
        <p:blipFill>
          <a:blip r:embed="rId2"/>
          <a:stretch>
            <a:fillRect/>
          </a:stretch>
        </p:blipFill>
        <p:spPr>
          <a:xfrm>
            <a:off x="4618039" y="1326386"/>
            <a:ext cx="4379912" cy="2731438"/>
          </a:xfrm>
          <a:prstGeom prst="rect">
            <a:avLst/>
          </a:prstGeom>
        </p:spPr>
      </p:pic>
    </p:spTree>
    <p:extLst>
      <p:ext uri="{BB962C8B-B14F-4D97-AF65-F5344CB8AC3E}">
        <p14:creationId xmlns:p14="http://schemas.microsoft.com/office/powerpoint/2010/main" val="3761494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Other Vulnerability Assessment Methods</a:t>
            </a:r>
          </a:p>
        </p:txBody>
      </p:sp>
      <p:sp>
        <p:nvSpPr>
          <p:cNvPr id="7" name="Content Placeholder 6">
            <a:extLst>
              <a:ext uri="{FF2B5EF4-FFF2-40B4-BE49-F238E27FC236}">
                <a16:creationId xmlns:a16="http://schemas.microsoft.com/office/drawing/2014/main" id="{C92C6490-BBEC-5425-F9E8-F9FE1F4EFFF6}"/>
              </a:ext>
            </a:extLst>
          </p:cNvPr>
          <p:cNvSpPr>
            <a:spLocks noGrp="1"/>
          </p:cNvSpPr>
          <p:nvPr>
            <p:ph idx="1"/>
          </p:nvPr>
        </p:nvSpPr>
        <p:spPr/>
        <p:txBody>
          <a:bodyPr/>
          <a:lstStyle/>
          <a:p>
            <a:pPr marL="285750" indent="-285750">
              <a:buFont typeface="Arial" panose="020B0604020202020204" pitchFamily="34" charset="0"/>
              <a:buChar char="•"/>
            </a:pPr>
            <a:r>
              <a:rPr lang="en-US" dirty="0"/>
              <a:t>Penetration Testing</a:t>
            </a:r>
          </a:p>
          <a:p>
            <a:pPr marL="742950" lvl="1" indent="-285750">
              <a:buFont typeface="Arial" panose="020B0604020202020204" pitchFamily="34" charset="0"/>
              <a:buChar char="•"/>
            </a:pPr>
            <a:r>
              <a:rPr lang="en-US" dirty="0"/>
              <a:t>Unknown environment (previously black box) testing </a:t>
            </a:r>
          </a:p>
          <a:p>
            <a:pPr marL="742950" lvl="1" indent="-285750">
              <a:buFont typeface="Arial" panose="020B0604020202020204" pitchFamily="34" charset="0"/>
              <a:buChar char="•"/>
            </a:pPr>
            <a:r>
              <a:rPr lang="en-US" dirty="0"/>
              <a:t>Known environment (previously white box) testing</a:t>
            </a:r>
          </a:p>
          <a:p>
            <a:pPr marL="742950" lvl="1" indent="-285750">
              <a:buFont typeface="Arial" panose="020B0604020202020204" pitchFamily="34" charset="0"/>
              <a:buChar char="•"/>
            </a:pPr>
            <a:r>
              <a:rPr lang="en-US" dirty="0"/>
              <a:t>Partially known environment (previously gray box) testing</a:t>
            </a:r>
          </a:p>
          <a:p>
            <a:pPr marL="285750" indent="-285750">
              <a:buFont typeface="Arial" panose="020B0604020202020204" pitchFamily="34" charset="0"/>
              <a:buChar char="•"/>
            </a:pPr>
            <a:r>
              <a:rPr lang="en-US" dirty="0"/>
              <a:t>Bug Bounties</a:t>
            </a:r>
          </a:p>
          <a:p>
            <a:pPr marL="285750" indent="-285750">
              <a:buFont typeface="Arial" panose="020B0604020202020204" pitchFamily="34" charset="0"/>
              <a:buChar char="•"/>
            </a:pPr>
            <a:r>
              <a:rPr lang="en-US" dirty="0"/>
              <a:t>Auditing</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474069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Vulnerability Scanning</a:t>
            </a:r>
          </a:p>
          <a:p>
            <a:r>
              <a:rPr lang="en-US" dirty="0"/>
              <a:t>Threat Feeds</a:t>
            </a:r>
          </a:p>
          <a:p>
            <a:r>
              <a:rPr lang="en-US" dirty="0"/>
              <a:t>Deep and Dark Web</a:t>
            </a:r>
          </a:p>
          <a:p>
            <a:r>
              <a:rPr lang="en-US" dirty="0"/>
              <a:t>Other Vulnerability Assessment Methods</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Vulnerability Identification Methods</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3525001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94332-D62B-47C7-80DD-A8FE3D25DB3C}"/>
              </a:ext>
            </a:extLst>
          </p:cNvPr>
          <p:cNvSpPr>
            <a:spLocks noGrp="1"/>
          </p:cNvSpPr>
          <p:nvPr>
            <p:ph type="sldNum" sz="quarter" idx="13"/>
          </p:nvPr>
        </p:nvSpPr>
        <p:spPr/>
        <p:txBody>
          <a:bodyPr/>
          <a:lstStyle/>
          <a:p>
            <a:fld id="{B7CF8A19-3A9E-4ABC-B336-2FDDE321C72D}" type="slidenum">
              <a:rPr lang="en-US" smtClean="0"/>
              <a:pPr/>
              <a:t>27</a:t>
            </a:fld>
            <a:endParaRPr lang="en-US"/>
          </a:p>
        </p:txBody>
      </p:sp>
      <p:sp>
        <p:nvSpPr>
          <p:cNvPr id="3" name="Content Placeholder 2">
            <a:extLst>
              <a:ext uri="{FF2B5EF4-FFF2-40B4-BE49-F238E27FC236}">
                <a16:creationId xmlns:a16="http://schemas.microsoft.com/office/drawing/2014/main" id="{89316A7B-EF56-4540-A124-0ACC23724F87}"/>
              </a:ext>
            </a:extLst>
          </p:cNvPr>
          <p:cNvSpPr>
            <a:spLocks noGrp="1"/>
          </p:cNvSpPr>
          <p:nvPr>
            <p:ph sz="quarter" idx="14"/>
          </p:nvPr>
        </p:nvSpPr>
        <p:spPr/>
        <p:txBody>
          <a:bodyPr/>
          <a:lstStyle/>
          <a:p>
            <a:r>
              <a:rPr lang="en-US" dirty="0"/>
              <a:t>Assisted Lab: Working with Threat Feeds</a:t>
            </a:r>
          </a:p>
        </p:txBody>
      </p:sp>
    </p:spTree>
    <p:extLst>
      <p:ext uri="{BB962C8B-B14F-4D97-AF65-F5344CB8AC3E}">
        <p14:creationId xmlns:p14="http://schemas.microsoft.com/office/powerpoint/2010/main" val="1600087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a:xfrm>
            <a:off x="650365" y="2148385"/>
            <a:ext cx="8202381" cy="1080000"/>
          </a:xfrm>
        </p:spPr>
        <p:txBody>
          <a:bodyPr/>
          <a:lstStyle/>
          <a:p>
            <a:r>
              <a:rPr lang="en-US" dirty="0"/>
              <a:t>Vulnerability Analysis and Remediation</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8D</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8</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4071379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Common Vulnerabilities and Exposures</a:t>
            </a:r>
          </a:p>
        </p:txBody>
      </p:sp>
      <p:sp>
        <p:nvSpPr>
          <p:cNvPr id="8" name="Content Placeholder 7">
            <a:extLst>
              <a:ext uri="{FF2B5EF4-FFF2-40B4-BE49-F238E27FC236}">
                <a16:creationId xmlns:a16="http://schemas.microsoft.com/office/drawing/2014/main" id="{060E552A-FC14-48DF-2542-1F909CB3DFE7}"/>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Vulnerability Feed</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National Vulnerability Database (NVD)</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Security Content Automation Protocol (SCAP)</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Common Vulnerabilities and Exposures (CVE)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Common Vulnerability Scoring System (CVSS) </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29</a:t>
            </a:fld>
            <a:endParaRPr lang="en-US"/>
          </a:p>
        </p:txBody>
      </p:sp>
      <p:graphicFrame>
        <p:nvGraphicFramePr>
          <p:cNvPr id="3" name="Table 5">
            <a:extLst>
              <a:ext uri="{FF2B5EF4-FFF2-40B4-BE49-F238E27FC236}">
                <a16:creationId xmlns:a16="http://schemas.microsoft.com/office/drawing/2014/main" id="{1379F251-D429-0A1D-0D6F-11419E6F6094}"/>
              </a:ext>
            </a:extLst>
          </p:cNvPr>
          <p:cNvGraphicFramePr>
            <a:graphicFrameLocks noGrp="1"/>
          </p:cNvGraphicFramePr>
          <p:nvPr>
            <p:extLst>
              <p:ext uri="{D42A27DB-BD31-4B8C-83A1-F6EECF244321}">
                <p14:modId xmlns:p14="http://schemas.microsoft.com/office/powerpoint/2010/main" val="3407378168"/>
              </p:ext>
            </p:extLst>
          </p:nvPr>
        </p:nvGraphicFramePr>
        <p:xfrm>
          <a:off x="6411698" y="1448550"/>
          <a:ext cx="2586252" cy="1731595"/>
        </p:xfrm>
        <a:graphic>
          <a:graphicData uri="http://schemas.openxmlformats.org/drawingml/2006/table">
            <a:tbl>
              <a:tblPr firstRow="1" bandRow="1">
                <a:tableStyleId>{5C22544A-7EE6-4342-B048-85BDC9FD1C3A}</a:tableStyleId>
              </a:tblPr>
              <a:tblGrid>
                <a:gridCol w="1293126">
                  <a:extLst>
                    <a:ext uri="{9D8B030D-6E8A-4147-A177-3AD203B41FA5}">
                      <a16:colId xmlns:a16="http://schemas.microsoft.com/office/drawing/2014/main" val="2228194474"/>
                    </a:ext>
                  </a:extLst>
                </a:gridCol>
                <a:gridCol w="1293126">
                  <a:extLst>
                    <a:ext uri="{9D8B030D-6E8A-4147-A177-3AD203B41FA5}">
                      <a16:colId xmlns:a16="http://schemas.microsoft.com/office/drawing/2014/main" val="1139848911"/>
                    </a:ext>
                  </a:extLst>
                </a:gridCol>
              </a:tblGrid>
              <a:tr h="346319">
                <a:tc>
                  <a:txBody>
                    <a:bodyPr/>
                    <a:lstStyle/>
                    <a:p>
                      <a:pPr algn="ctr"/>
                      <a:r>
                        <a:rPr lang="en-US" dirty="0"/>
                        <a:t>CVSS Score</a:t>
                      </a:r>
                    </a:p>
                  </a:txBody>
                  <a:tcPr/>
                </a:tc>
                <a:tc>
                  <a:txBody>
                    <a:bodyPr/>
                    <a:lstStyle/>
                    <a:p>
                      <a:pPr algn="ctr"/>
                      <a:r>
                        <a:rPr lang="en-US" dirty="0"/>
                        <a:t>Description</a:t>
                      </a:r>
                    </a:p>
                  </a:txBody>
                  <a:tcPr/>
                </a:tc>
                <a:extLst>
                  <a:ext uri="{0D108BD9-81ED-4DB2-BD59-A6C34878D82A}">
                    <a16:rowId xmlns:a16="http://schemas.microsoft.com/office/drawing/2014/main" val="1695145520"/>
                  </a:ext>
                </a:extLst>
              </a:tr>
              <a:tr h="346319">
                <a:tc>
                  <a:txBody>
                    <a:bodyPr/>
                    <a:lstStyle/>
                    <a:p>
                      <a:pPr algn="ctr"/>
                      <a:r>
                        <a:rPr lang="en-US" dirty="0"/>
                        <a:t>0.1+</a:t>
                      </a:r>
                    </a:p>
                  </a:txBody>
                  <a:tcPr/>
                </a:tc>
                <a:tc>
                  <a:txBody>
                    <a:bodyPr/>
                    <a:lstStyle/>
                    <a:p>
                      <a:pPr algn="ctr"/>
                      <a:r>
                        <a:rPr lang="en-US" dirty="0"/>
                        <a:t>Low</a:t>
                      </a:r>
                    </a:p>
                  </a:txBody>
                  <a:tcPr/>
                </a:tc>
                <a:extLst>
                  <a:ext uri="{0D108BD9-81ED-4DB2-BD59-A6C34878D82A}">
                    <a16:rowId xmlns:a16="http://schemas.microsoft.com/office/drawing/2014/main" val="1152163543"/>
                  </a:ext>
                </a:extLst>
              </a:tr>
              <a:tr h="346319">
                <a:tc>
                  <a:txBody>
                    <a:bodyPr/>
                    <a:lstStyle/>
                    <a:p>
                      <a:pPr algn="ctr"/>
                      <a:r>
                        <a:rPr lang="en-US" dirty="0"/>
                        <a:t>4.0+</a:t>
                      </a:r>
                    </a:p>
                  </a:txBody>
                  <a:tcPr/>
                </a:tc>
                <a:tc>
                  <a:txBody>
                    <a:bodyPr/>
                    <a:lstStyle/>
                    <a:p>
                      <a:pPr algn="ctr"/>
                      <a:r>
                        <a:rPr lang="en-US" dirty="0"/>
                        <a:t>Medium</a:t>
                      </a:r>
                    </a:p>
                  </a:txBody>
                  <a:tcPr/>
                </a:tc>
                <a:extLst>
                  <a:ext uri="{0D108BD9-81ED-4DB2-BD59-A6C34878D82A}">
                    <a16:rowId xmlns:a16="http://schemas.microsoft.com/office/drawing/2014/main" val="1561866006"/>
                  </a:ext>
                </a:extLst>
              </a:tr>
              <a:tr h="346319">
                <a:tc>
                  <a:txBody>
                    <a:bodyPr/>
                    <a:lstStyle/>
                    <a:p>
                      <a:pPr algn="ctr"/>
                      <a:r>
                        <a:rPr lang="en-US" dirty="0"/>
                        <a:t>7.0+</a:t>
                      </a:r>
                    </a:p>
                  </a:txBody>
                  <a:tcPr/>
                </a:tc>
                <a:tc>
                  <a:txBody>
                    <a:bodyPr/>
                    <a:lstStyle/>
                    <a:p>
                      <a:pPr algn="ctr"/>
                      <a:r>
                        <a:rPr lang="en-US" dirty="0"/>
                        <a:t>High</a:t>
                      </a:r>
                    </a:p>
                  </a:txBody>
                  <a:tcPr/>
                </a:tc>
                <a:extLst>
                  <a:ext uri="{0D108BD9-81ED-4DB2-BD59-A6C34878D82A}">
                    <a16:rowId xmlns:a16="http://schemas.microsoft.com/office/drawing/2014/main" val="823428142"/>
                  </a:ext>
                </a:extLst>
              </a:tr>
              <a:tr h="346319">
                <a:tc>
                  <a:txBody>
                    <a:bodyPr/>
                    <a:lstStyle/>
                    <a:p>
                      <a:pPr algn="ctr"/>
                      <a:r>
                        <a:rPr lang="en-US" dirty="0"/>
                        <a:t>9.0+</a:t>
                      </a:r>
                    </a:p>
                  </a:txBody>
                  <a:tcPr/>
                </a:tc>
                <a:tc>
                  <a:txBody>
                    <a:bodyPr/>
                    <a:lstStyle/>
                    <a:p>
                      <a:pPr algn="ctr"/>
                      <a:r>
                        <a:rPr lang="en-US" dirty="0"/>
                        <a:t>Critical</a:t>
                      </a:r>
                    </a:p>
                  </a:txBody>
                  <a:tcPr/>
                </a:tc>
                <a:extLst>
                  <a:ext uri="{0D108BD9-81ED-4DB2-BD59-A6C34878D82A}">
                    <a16:rowId xmlns:a16="http://schemas.microsoft.com/office/drawing/2014/main" val="511342854"/>
                  </a:ext>
                </a:extLst>
              </a:tr>
            </a:tbl>
          </a:graphicData>
        </a:graphic>
      </p:graphicFrame>
    </p:spTree>
    <p:extLst>
      <p:ext uri="{BB962C8B-B14F-4D97-AF65-F5344CB8AC3E}">
        <p14:creationId xmlns:p14="http://schemas.microsoft.com/office/powerpoint/2010/main" val="3421085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False Positives, False Negatives, and Log Review</a:t>
            </a:r>
          </a:p>
        </p:txBody>
      </p:sp>
      <p:pic>
        <p:nvPicPr>
          <p:cNvPr id="8" name="Content Placeholder 7" descr="A Screengrab shows the scan report listing vulnerabilities.">
            <a:extLst>
              <a:ext uri="{FF2B5EF4-FFF2-40B4-BE49-F238E27FC236}">
                <a16:creationId xmlns:a16="http://schemas.microsoft.com/office/drawing/2014/main" id="{0EE72D1A-9083-2202-969C-D0D9801765A7}"/>
              </a:ext>
            </a:extLst>
          </p:cNvPr>
          <p:cNvPicPr>
            <a:picLocks noGrp="1" noChangeAspect="1"/>
          </p:cNvPicPr>
          <p:nvPr>
            <p:ph idx="1"/>
          </p:nvPr>
        </p:nvPicPr>
        <p:blipFill>
          <a:blip r:embed="rId2"/>
          <a:stretch>
            <a:fillRect/>
          </a:stretch>
        </p:blipFill>
        <p:spPr>
          <a:xfrm>
            <a:off x="146050" y="1392285"/>
            <a:ext cx="4354513" cy="2754217"/>
          </a:xfrm>
        </p:spPr>
      </p:pic>
      <p:sp>
        <p:nvSpPr>
          <p:cNvPr id="3" name="Content Placeholder 2">
            <a:extLst>
              <a:ext uri="{FF2B5EF4-FFF2-40B4-BE49-F238E27FC236}">
                <a16:creationId xmlns:a16="http://schemas.microsoft.com/office/drawing/2014/main" id="{36A94540-033F-EFE1-5A69-2E8C637DE3A6}"/>
              </a:ext>
            </a:extLst>
          </p:cNvPr>
          <p:cNvSpPr>
            <a:spLocks noGrp="1"/>
          </p:cNvSpPr>
          <p:nvPr>
            <p:ph idx="12"/>
          </p:nvPr>
        </p:nvSpPr>
        <p:spPr/>
        <p:txBody>
          <a:bodyPr>
            <a:normAutofit lnSpcReduction="10000"/>
          </a:bodyPr>
          <a:lstStyle/>
          <a:p>
            <a:r>
              <a:rPr lang="en-US" dirty="0">
                <a:latin typeface="Calibri" panose="020F0502020204030204" pitchFamily="34" charset="0"/>
                <a:cs typeface="Calibri" panose="020F0502020204030204" pitchFamily="34" charset="0"/>
              </a:rPr>
              <a:t>F</a:t>
            </a:r>
            <a:r>
              <a:rPr lang="en-US" noProof="0" dirty="0" err="1">
                <a:latin typeface="Calibri" panose="020F0502020204030204" pitchFamily="34" charset="0"/>
                <a:cs typeface="Calibri" panose="020F0502020204030204" pitchFamily="34" charset="0"/>
              </a:rPr>
              <a:t>alse</a:t>
            </a:r>
            <a:r>
              <a:rPr lang="en-US" noProof="0" dirty="0">
                <a:latin typeface="Calibri" panose="020F0502020204030204" pitchFamily="34" charset="0"/>
                <a:cs typeface="Calibri" panose="020F0502020204030204" pitchFamily="34" charset="0"/>
              </a:rPr>
              <a:t> Positive</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S</a:t>
            </a:r>
            <a:r>
              <a:rPr lang="en-US" sz="2400" noProof="0" dirty="0">
                <a:latin typeface="Calibri" panose="020F0502020204030204" pitchFamily="34" charset="0"/>
                <a:cs typeface="Calibri" panose="020F0502020204030204" pitchFamily="34" charset="0"/>
              </a:rPr>
              <a:t>canner or another assessment tool incorrectly identifies a vulnerability</a:t>
            </a:r>
            <a:endParaRPr lang="en-US" noProof="0" dirty="0">
              <a:latin typeface="Calibri" panose="020F0502020204030204" pitchFamily="34" charset="0"/>
              <a:cs typeface="Calibri" panose="020F0502020204030204" pitchFamily="34" charset="0"/>
            </a:endParaRPr>
          </a:p>
          <a:p>
            <a:r>
              <a:rPr lang="en-US" dirty="0"/>
              <a:t>F</a:t>
            </a:r>
            <a:r>
              <a:rPr lang="en-US" dirty="0">
                <a:latin typeface="Calibri" panose="020F0502020204030204" pitchFamily="34" charset="0"/>
                <a:cs typeface="Calibri" panose="020F0502020204030204" pitchFamily="34" charset="0"/>
              </a:rPr>
              <a:t>alse Negatives</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Vulnerabilities that go undetected in a scan</a:t>
            </a:r>
          </a:p>
          <a:p>
            <a:r>
              <a:rPr lang="en-US" dirty="0">
                <a:latin typeface="Calibri" panose="020F0502020204030204" pitchFamily="34" charset="0"/>
                <a:cs typeface="Calibri" panose="020F0502020204030204" pitchFamily="34" charset="0"/>
              </a:rPr>
              <a:t>Validate vulnerability reports by examining logs</a:t>
            </a: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30</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167650" y="4146502"/>
            <a:ext cx="4572000" cy="369332"/>
          </a:xfrm>
          <a:prstGeom prst="rect">
            <a:avLst/>
          </a:prstGeom>
        </p:spPr>
        <p:txBody>
          <a:bodyPr>
            <a:spAutoFit/>
          </a:bodyPr>
          <a:lstStyle/>
          <a:p>
            <a:pPr algn="ctr"/>
            <a:r>
              <a:rPr lang="en-US" sz="900" i="1" dirty="0">
                <a:solidFill>
                  <a:srgbClr val="45545F"/>
                </a:solidFill>
              </a:rPr>
              <a:t>Scan report listing multiple high-severity vulnerabilities found in a Windows host. (Screenshot: </a:t>
            </a:r>
            <a:r>
              <a:rPr lang="en-US" sz="900" i="1" dirty="0" err="1">
                <a:solidFill>
                  <a:srgbClr val="45545F"/>
                </a:solidFill>
              </a:rPr>
              <a:t>Greenbone</a:t>
            </a:r>
            <a:r>
              <a:rPr lang="en-US" sz="900" i="1" dirty="0">
                <a:solidFill>
                  <a:srgbClr val="45545F"/>
                </a:solidFill>
              </a:rPr>
              <a:t> Community Edition greenbone.net/</a:t>
            </a:r>
            <a:r>
              <a:rPr lang="en-US" sz="900" i="1" dirty="0" err="1">
                <a:solidFill>
                  <a:srgbClr val="45545F"/>
                </a:solidFill>
              </a:rPr>
              <a:t>en</a:t>
            </a:r>
            <a:r>
              <a:rPr lang="en-US" sz="900" i="1" dirty="0">
                <a:solidFill>
                  <a:srgbClr val="45545F"/>
                </a:solidFill>
              </a:rPr>
              <a:t>/community-edition.)</a:t>
            </a:r>
          </a:p>
        </p:txBody>
      </p:sp>
    </p:spTree>
    <p:extLst>
      <p:ext uri="{BB962C8B-B14F-4D97-AF65-F5344CB8AC3E}">
        <p14:creationId xmlns:p14="http://schemas.microsoft.com/office/powerpoint/2010/main" val="3401635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Vulnerability Analysis</a:t>
            </a:r>
          </a:p>
        </p:txBody>
      </p:sp>
      <p:sp>
        <p:nvSpPr>
          <p:cNvPr id="7" name="Content Placeholder 6">
            <a:extLst>
              <a:ext uri="{FF2B5EF4-FFF2-40B4-BE49-F238E27FC236}">
                <a16:creationId xmlns:a16="http://schemas.microsoft.com/office/drawing/2014/main" id="{BF9CF46A-5CD3-0A31-28CE-07432F2933DE}"/>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Prioritization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Classification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Exposure Factor</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Impacts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Environmental Variables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Risk Tolerance</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31</a:t>
            </a:fld>
            <a:endParaRPr lang="en-US"/>
          </a:p>
        </p:txBody>
      </p:sp>
    </p:spTree>
    <p:extLst>
      <p:ext uri="{BB962C8B-B14F-4D97-AF65-F5344CB8AC3E}">
        <p14:creationId xmlns:p14="http://schemas.microsoft.com/office/powerpoint/2010/main" val="32497409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Vulnerability Response and Remediation</a:t>
            </a:r>
          </a:p>
        </p:txBody>
      </p:sp>
      <p:sp>
        <p:nvSpPr>
          <p:cNvPr id="7" name="Content Placeholder 6">
            <a:extLst>
              <a:ext uri="{FF2B5EF4-FFF2-40B4-BE49-F238E27FC236}">
                <a16:creationId xmlns:a16="http://schemas.microsoft.com/office/drawing/2014/main" id="{3F1D5918-EC32-8547-492A-C524F44FCC95}"/>
              </a:ext>
            </a:extLst>
          </p:cNvPr>
          <p:cNvSpPr>
            <a:spLocks noGrp="1"/>
          </p:cNvSpPr>
          <p:nvPr>
            <p:ph idx="1"/>
          </p:nvPr>
        </p:nvSpPr>
        <p:spPr/>
        <p:txBody>
          <a:bodyPr>
            <a:normAutofit fontScale="62500" lnSpcReduction="20000"/>
          </a:bodyPr>
          <a:lstStyle/>
          <a:p>
            <a:r>
              <a:rPr lang="en-US" dirty="0"/>
              <a:t>Remediation Practices</a:t>
            </a:r>
          </a:p>
          <a:p>
            <a:pPr marL="714375" lvl="1" indent="-285750"/>
            <a:r>
              <a:rPr lang="en-US" dirty="0"/>
              <a:t>Patching</a:t>
            </a:r>
          </a:p>
          <a:p>
            <a:pPr marL="714375" lvl="1" indent="-285750"/>
            <a:r>
              <a:rPr lang="en-US" dirty="0"/>
              <a:t>Cybersecurity insurance</a:t>
            </a:r>
          </a:p>
          <a:p>
            <a:pPr marL="714375" lvl="1" indent="-285750"/>
            <a:r>
              <a:rPr lang="en-US" dirty="0"/>
              <a:t>Segmentation</a:t>
            </a:r>
          </a:p>
          <a:p>
            <a:pPr marL="714375" lvl="1" indent="-285750"/>
            <a:r>
              <a:rPr lang="en-US" dirty="0"/>
              <a:t>Compensating controls</a:t>
            </a:r>
          </a:p>
          <a:p>
            <a:pPr marL="714375" lvl="1" indent="-285750"/>
            <a:r>
              <a:rPr lang="en-US" dirty="0"/>
              <a:t>Exceptions and exemptions</a:t>
            </a:r>
          </a:p>
          <a:p>
            <a:r>
              <a:rPr lang="en-US" dirty="0"/>
              <a:t>Validation</a:t>
            </a:r>
          </a:p>
          <a:p>
            <a:pPr marL="714375" lvl="1" indent="-285750"/>
            <a:r>
              <a:rPr lang="en-US" dirty="0"/>
              <a:t>Re-scanning</a:t>
            </a:r>
          </a:p>
          <a:p>
            <a:pPr marL="714375" lvl="1" indent="-285750"/>
            <a:r>
              <a:rPr lang="en-US" dirty="0"/>
              <a:t>Auditing</a:t>
            </a:r>
          </a:p>
          <a:p>
            <a:pPr marL="714375" lvl="1" indent="-285750"/>
            <a:r>
              <a:rPr lang="en-US" dirty="0"/>
              <a:t>Verification</a:t>
            </a:r>
          </a:p>
          <a:p>
            <a:pPr lvl="1"/>
            <a:r>
              <a:rPr lang="en-US" dirty="0"/>
              <a:t>Reporting</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248248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Common Vulnerabilities and Exposures</a:t>
            </a:r>
          </a:p>
          <a:p>
            <a:r>
              <a:rPr lang="en-US" dirty="0"/>
              <a:t>False Positives, False Negatives, and Log Review</a:t>
            </a:r>
          </a:p>
          <a:p>
            <a:r>
              <a:rPr lang="en-US" dirty="0"/>
              <a:t>Vulnerability Analysis</a:t>
            </a:r>
          </a:p>
          <a:p>
            <a:r>
              <a:rPr lang="en-US" dirty="0"/>
              <a:t>Vulnerability Response and Remediation</a:t>
            </a:r>
          </a:p>
          <a:p>
            <a:pPr marL="0" indent="0">
              <a:buNone/>
            </a:pPr>
            <a:endParaRPr lang="en-US" dirty="0"/>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Vulnerability Analysis and Remediation</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33</a:t>
            </a:fld>
            <a:endParaRPr lang="en-US"/>
          </a:p>
        </p:txBody>
      </p:sp>
    </p:spTree>
    <p:extLst>
      <p:ext uri="{BB962C8B-B14F-4D97-AF65-F5344CB8AC3E}">
        <p14:creationId xmlns:p14="http://schemas.microsoft.com/office/powerpoint/2010/main" val="35710911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94332-D62B-47C7-80DD-A8FE3D25DB3C}"/>
              </a:ext>
            </a:extLst>
          </p:cNvPr>
          <p:cNvSpPr>
            <a:spLocks noGrp="1"/>
          </p:cNvSpPr>
          <p:nvPr>
            <p:ph type="sldNum" sz="quarter" idx="13"/>
          </p:nvPr>
        </p:nvSpPr>
        <p:spPr/>
        <p:txBody>
          <a:bodyPr/>
          <a:lstStyle/>
          <a:p>
            <a:fld id="{B7CF8A19-3A9E-4ABC-B336-2FDDE321C72D}" type="slidenum">
              <a:rPr lang="en-US" smtClean="0"/>
              <a:pPr/>
              <a:t>34</a:t>
            </a:fld>
            <a:endParaRPr lang="en-US"/>
          </a:p>
        </p:txBody>
      </p:sp>
      <p:sp>
        <p:nvSpPr>
          <p:cNvPr id="3" name="Content Placeholder 2">
            <a:extLst>
              <a:ext uri="{FF2B5EF4-FFF2-40B4-BE49-F238E27FC236}">
                <a16:creationId xmlns:a16="http://schemas.microsoft.com/office/drawing/2014/main" id="{89316A7B-EF56-4540-A124-0ACC23724F87}"/>
              </a:ext>
            </a:extLst>
          </p:cNvPr>
          <p:cNvSpPr>
            <a:spLocks noGrp="1"/>
          </p:cNvSpPr>
          <p:nvPr>
            <p:ph sz="quarter" idx="14"/>
          </p:nvPr>
        </p:nvSpPr>
        <p:spPr/>
        <p:txBody>
          <a:bodyPr/>
          <a:lstStyle/>
          <a:p>
            <a:r>
              <a:rPr lang="en-US" dirty="0"/>
              <a:t>Assisted Lab: Performing Vulnerability Scans</a:t>
            </a:r>
          </a:p>
        </p:txBody>
      </p:sp>
    </p:spTree>
    <p:extLst>
      <p:ext uri="{BB962C8B-B14F-4D97-AF65-F5344CB8AC3E}">
        <p14:creationId xmlns:p14="http://schemas.microsoft.com/office/powerpoint/2010/main" val="36774616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a:t>Lesson 8</a:t>
            </a:r>
            <a:endParaRPr lang="en-US" dirty="0"/>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35</a:t>
            </a:fld>
            <a:endParaRPr lang="en-US"/>
          </a:p>
        </p:txBody>
      </p:sp>
    </p:spTree>
    <p:extLst>
      <p:ext uri="{BB962C8B-B14F-4D97-AF65-F5344CB8AC3E}">
        <p14:creationId xmlns:p14="http://schemas.microsoft.com/office/powerpoint/2010/main" val="997338478"/>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 ds:uri="http://schemas.microsoft.com/sharepoint/v3"/>
  </ds:schemaRefs>
</ds:datastoreItem>
</file>

<file path=customXml/itemProps2.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3.xml><?xml version="1.0" encoding="utf-8"?>
<ds:datastoreItem xmlns:ds="http://schemas.openxmlformats.org/officeDocument/2006/customXml" ds:itemID="{425B4D6D-FE18-4A70-A53C-AE6E214608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comptia_ova</Template>
  <TotalTime>0</TotalTime>
  <Words>1764</Words>
  <Application>Microsoft Office PowerPoint</Application>
  <PresentationFormat>On-screen Show (16:9)</PresentationFormat>
  <Paragraphs>297</Paragraphs>
  <Slides>35</Slides>
  <Notes>22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35</vt:i4>
      </vt:variant>
    </vt:vector>
  </HeadingPairs>
  <TitlesOfParts>
    <vt:vector size="40" baseType="lpstr">
      <vt:lpstr>Calibri</vt:lpstr>
      <vt:lpstr>Arial</vt:lpstr>
      <vt:lpstr>Open Sans</vt:lpstr>
      <vt:lpstr>comptia_ov</vt:lpstr>
      <vt:lpstr>comptia_ov</vt:lpstr>
      <vt:lpstr>Explain Vulnerability Management</vt:lpstr>
      <vt:lpstr>Device and OS Vulnerabilities</vt:lpstr>
      <vt:lpstr>Operating System Vulnerabilities</vt:lpstr>
      <vt:lpstr>Vulnerability Types</vt:lpstr>
      <vt:lpstr>Zero-Day Vulnerabilities</vt:lpstr>
      <vt:lpstr>Misconfiguration Vulnerabilities</vt:lpstr>
      <vt:lpstr>Cryptographic Vulnerabilities</vt:lpstr>
      <vt:lpstr>Sideloading, Rooting, and Jailbreaking</vt:lpstr>
      <vt:lpstr>Sideloading, Rooting, and Jailbreaking</vt:lpstr>
      <vt:lpstr>Device and OS Vulnerabilities</vt:lpstr>
      <vt:lpstr>Application and Cloud Vulnerabilities</vt:lpstr>
      <vt:lpstr>Application Vulnerabilities</vt:lpstr>
      <vt:lpstr>Evaluation Scope</vt:lpstr>
      <vt:lpstr>Web Application Attacks</vt:lpstr>
      <vt:lpstr>Cloud-based Application Attacks</vt:lpstr>
      <vt:lpstr>Supply Chain</vt:lpstr>
      <vt:lpstr>Application and Cloud Vulnerabilities</vt:lpstr>
      <vt:lpstr>PowerPoint Presentation</vt:lpstr>
      <vt:lpstr>Vulnerability Identification Methods</vt:lpstr>
      <vt:lpstr>Vulnerability Scanning</vt:lpstr>
      <vt:lpstr>Vulnerability Scanning</vt:lpstr>
      <vt:lpstr>Threat Feeds</vt:lpstr>
      <vt:lpstr>Threat Feeds</vt:lpstr>
      <vt:lpstr>Deep and Dark Web</vt:lpstr>
      <vt:lpstr>Other Vulnerability Assessment Methods</vt:lpstr>
      <vt:lpstr>Vulnerability Identification Methods</vt:lpstr>
      <vt:lpstr>PowerPoint Presentation</vt:lpstr>
      <vt:lpstr>Vulnerability Analysis and Remediation</vt:lpstr>
      <vt:lpstr>Common Vulnerabilities and Exposures</vt:lpstr>
      <vt:lpstr>False Positives, False Negatives, and Log Review</vt:lpstr>
      <vt:lpstr>Vulnerability Analysis</vt:lpstr>
      <vt:lpstr>Vulnerability Response and Remediation</vt:lpstr>
      <vt:lpstr>Vulnerability Analysis and Remediation</vt:lpstr>
      <vt:lpstr>PowerPoint Presentation</vt:lpstr>
      <vt:lpstr>Summary</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James Pengelly</cp:lastModifiedBy>
  <cp:revision>14</cp:revision>
  <dcterms:created xsi:type="dcterms:W3CDTF">2021-09-20T08:36:44Z</dcterms:created>
  <dcterms:modified xsi:type="dcterms:W3CDTF">2023-09-19T10:44:04Z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