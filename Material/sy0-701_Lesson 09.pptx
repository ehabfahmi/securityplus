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 id="2147483940" r:id="rId5"/>
  </p:sldMasterIdLst>
  <p:notesMasterIdLst>
    <p:notesMasterId r:id="rId26"/>
  </p:notesMasterIdLst>
  <p:handoutMasterIdLst>
    <p:handoutMasterId r:id="rId27"/>
  </p:handoutMasterIdLst>
  <p:sldIdLst>
    <p:sldId id="257" r:id="rId6"/>
    <p:sldId id="258" r:id="rId7"/>
    <p:sldId id="268" r:id="rId8"/>
    <p:sldId id="273" r:id="rId9"/>
    <p:sldId id="274" r:id="rId10"/>
    <p:sldId id="275" r:id="rId11"/>
    <p:sldId id="277" r:id="rId12"/>
    <p:sldId id="269" r:id="rId13"/>
    <p:sldId id="285" r:id="rId14"/>
    <p:sldId id="279" r:id="rId15"/>
    <p:sldId id="263" r:id="rId16"/>
    <p:sldId id="264" r:id="rId17"/>
    <p:sldId id="267" r:id="rId18"/>
    <p:sldId id="278" r:id="rId19"/>
    <p:sldId id="282" r:id="rId20"/>
    <p:sldId id="283" r:id="rId21"/>
    <p:sldId id="284" r:id="rId22"/>
    <p:sldId id="271" r:id="rId23"/>
    <p:sldId id="272" r:id="rId24"/>
    <p:sldId id="266" r:id="rId25"/>
  </p:sldIdLst>
  <p:sldSz cx="9144000" cy="5143500" type="screen16x9"/>
  <p:notesSz cx="6858000" cy="9144000"/>
  <p:embeddedFontLst>
    <p:embeddedFont>
      <p:font typeface="Calibri" panose="020F0502020204030204" pitchFamily="34" charset="0"/>
      <p:regular r:id="rId28"/>
      <p:bold r:id="rId29"/>
      <p:italic r:id="rId30"/>
      <p:boldItalic r:id="rId31"/>
    </p:embeddedFont>
    <p:embeddedFont>
      <p:font typeface="Open Sans" panose="020B0606030504020204" pitchFamily="34" charset="0"/>
      <p:regular r:id="rId32"/>
      <p:bold r:id="rId33"/>
      <p:italic r:id="rId34"/>
      <p:boldItalic r:id="rId3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03C77C-EEC5-47C9-BE3B-FD7A15194A2F}" v="10" dt="2023-09-19T10:48:22.8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254" autoAdjust="0"/>
  </p:normalViewPr>
  <p:slideViewPr>
    <p:cSldViewPr snapToGrid="0">
      <p:cViewPr varScale="1">
        <p:scale>
          <a:sx n="133" d="100"/>
          <a:sy n="133" d="100"/>
        </p:scale>
        <p:origin x="966" y="10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font" Target="fonts/font7.fntdata"/><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2.fntdata"/><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1.fntdata"/><Relationship Id="rId36"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6.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3E3BE2CF-8130-442B-9D1D-02B0E6C65866}"/>
    <pc:docChg chg="undo custSel addSld delSld modSld sldOrd modMainMaster">
      <pc:chgData name="Danielle Andries" userId="93d179e4-3c18-40f7-920e-ae80b202540d" providerId="ADAL" clId="{3E3BE2CF-8130-442B-9D1D-02B0E6C65866}" dt="2023-08-15T15:18:04.311" v="64" actId="20577"/>
      <pc:docMkLst>
        <pc:docMk/>
      </pc:docMkLst>
      <pc:sldChg chg="modSp mod">
        <pc:chgData name="Danielle Andries" userId="93d179e4-3c18-40f7-920e-ae80b202540d" providerId="ADAL" clId="{3E3BE2CF-8130-442B-9D1D-02B0E6C65866}" dt="2023-08-15T15:16:32.321" v="34" actId="14100"/>
        <pc:sldMkLst>
          <pc:docMk/>
          <pc:sldMk cId="3995608643" sldId="257"/>
        </pc:sldMkLst>
        <pc:spChg chg="mod">
          <ac:chgData name="Danielle Andries" userId="93d179e4-3c18-40f7-920e-ae80b202540d" providerId="ADAL" clId="{3E3BE2CF-8130-442B-9D1D-02B0E6C65866}" dt="2023-08-15T15:16:32.321" v="34" actId="14100"/>
          <ac:spMkLst>
            <pc:docMk/>
            <pc:sldMk cId="3995608643" sldId="257"/>
            <ac:spMk id="2" creationId="{B8F195E7-CEB7-44B4-8D15-A6FE845CE6B2}"/>
          </ac:spMkLst>
        </pc:spChg>
        <pc:spChg chg="mod">
          <ac:chgData name="Danielle Andries" userId="93d179e4-3c18-40f7-920e-ae80b202540d" providerId="ADAL" clId="{3E3BE2CF-8130-442B-9D1D-02B0E6C65866}" dt="2023-08-15T15:10:26.064" v="9" actId="20577"/>
          <ac:spMkLst>
            <pc:docMk/>
            <pc:sldMk cId="3995608643" sldId="257"/>
            <ac:spMk id="3" creationId="{3CFC5BFA-DF53-4407-9187-19E2D701E00B}"/>
          </ac:spMkLst>
        </pc:spChg>
        <pc:spChg chg="mod">
          <ac:chgData name="Danielle Andries" userId="93d179e4-3c18-40f7-920e-ae80b202540d" providerId="ADAL" clId="{3E3BE2CF-8130-442B-9D1D-02B0E6C65866}" dt="2023-08-15T15:10:06.212" v="1" actId="27636"/>
          <ac:spMkLst>
            <pc:docMk/>
            <pc:sldMk cId="3995608643" sldId="257"/>
            <ac:spMk id="4" creationId="{10E64DD8-93CF-45E0-BBB1-D21C74EEE754}"/>
          </ac:spMkLst>
        </pc:spChg>
      </pc:sldChg>
      <pc:sldChg chg="modSp mod ord">
        <pc:chgData name="Danielle Andries" userId="93d179e4-3c18-40f7-920e-ae80b202540d" providerId="ADAL" clId="{3E3BE2CF-8130-442B-9D1D-02B0E6C65866}" dt="2023-08-15T15:16:39.617" v="35"/>
        <pc:sldMkLst>
          <pc:docMk/>
          <pc:sldMk cId="2170154808" sldId="258"/>
        </pc:sldMkLst>
        <pc:spChg chg="mod">
          <ac:chgData name="Danielle Andries" userId="93d179e4-3c18-40f7-920e-ae80b202540d" providerId="ADAL" clId="{3E3BE2CF-8130-442B-9D1D-02B0E6C65866}" dt="2023-08-15T15:16:39.617" v="35"/>
          <ac:spMkLst>
            <pc:docMk/>
            <pc:sldMk cId="2170154808" sldId="258"/>
            <ac:spMk id="2" creationId="{3B584BAD-EC4F-4728-93AF-D36C5D808653}"/>
          </ac:spMkLst>
        </pc:spChg>
        <pc:spChg chg="mod">
          <ac:chgData name="Danielle Andries" userId="93d179e4-3c18-40f7-920e-ae80b202540d" providerId="ADAL" clId="{3E3BE2CF-8130-442B-9D1D-02B0E6C65866}" dt="2023-08-15T15:11:31.192" v="27" actId="20577"/>
          <ac:spMkLst>
            <pc:docMk/>
            <pc:sldMk cId="2170154808" sldId="258"/>
            <ac:spMk id="3" creationId="{64FA1437-B024-4A30-A4F5-99BD676DEE0E}"/>
          </ac:spMkLst>
        </pc:spChg>
        <pc:spChg chg="mod">
          <ac:chgData name="Danielle Andries" userId="93d179e4-3c18-40f7-920e-ae80b202540d" providerId="ADAL" clId="{3E3BE2CF-8130-442B-9D1D-02B0E6C65866}" dt="2023-08-15T15:11:26.688" v="19" actId="20577"/>
          <ac:spMkLst>
            <pc:docMk/>
            <pc:sldMk cId="2170154808" sldId="258"/>
            <ac:spMk id="4" creationId="{EB4C854E-2009-4A48-BF5C-7AC043B72217}"/>
          </ac:spMkLst>
        </pc:spChg>
      </pc:sldChg>
      <pc:sldChg chg="del">
        <pc:chgData name="Danielle Andries" userId="93d179e4-3c18-40f7-920e-ae80b202540d" providerId="ADAL" clId="{3E3BE2CF-8130-442B-9D1D-02B0E6C65866}" dt="2023-08-15T15:11:44.388" v="28" actId="2696"/>
        <pc:sldMkLst>
          <pc:docMk/>
          <pc:sldMk cId="3549381897" sldId="259"/>
        </pc:sldMkLst>
      </pc:sldChg>
      <pc:sldChg chg="addSp delSp modSp mod">
        <pc:chgData name="Danielle Andries" userId="93d179e4-3c18-40f7-920e-ae80b202540d" providerId="ADAL" clId="{3E3BE2CF-8130-442B-9D1D-02B0E6C65866}" dt="2023-08-15T15:15:59.700" v="30" actId="478"/>
        <pc:sldMkLst>
          <pc:docMk/>
          <pc:sldMk cId="2298346470" sldId="262"/>
        </pc:sldMkLst>
        <pc:spChg chg="add mod">
          <ac:chgData name="Danielle Andries" userId="93d179e4-3c18-40f7-920e-ae80b202540d" providerId="ADAL" clId="{3E3BE2CF-8130-442B-9D1D-02B0E6C65866}" dt="2023-08-15T15:15:59.700" v="30" actId="478"/>
          <ac:spMkLst>
            <pc:docMk/>
            <pc:sldMk cId="2298346470" sldId="262"/>
            <ac:spMk id="7" creationId="{59CC715D-C4EE-14E0-5433-1C951F4038D9}"/>
          </ac:spMkLst>
        </pc:spChg>
        <pc:picChg chg="del">
          <ac:chgData name="Danielle Andries" userId="93d179e4-3c18-40f7-920e-ae80b202540d" providerId="ADAL" clId="{3E3BE2CF-8130-442B-9D1D-02B0E6C65866}" dt="2023-08-15T15:15:59.700" v="30" actId="478"/>
          <ac:picMkLst>
            <pc:docMk/>
            <pc:sldMk cId="2298346470" sldId="262"/>
            <ac:picMk id="5" creationId="{9940E4FA-497F-4350-827F-482C52E199A5}"/>
          </ac:picMkLst>
        </pc:picChg>
        <pc:picChg chg="del">
          <ac:chgData name="Danielle Andries" userId="93d179e4-3c18-40f7-920e-ae80b202540d" providerId="ADAL" clId="{3E3BE2CF-8130-442B-9D1D-02B0E6C65866}" dt="2023-08-15T15:15:58.927" v="29" actId="478"/>
          <ac:picMkLst>
            <pc:docMk/>
            <pc:sldMk cId="2298346470" sldId="262"/>
            <ac:picMk id="6" creationId="{7C4AADDE-9AD8-4263-9B5E-D5BADF4D69FD}"/>
          </ac:picMkLst>
        </pc:picChg>
      </pc:sldChg>
      <pc:sldChg chg="modSp mod">
        <pc:chgData name="Danielle Andries" userId="93d179e4-3c18-40f7-920e-ae80b202540d" providerId="ADAL" clId="{3E3BE2CF-8130-442B-9D1D-02B0E6C65866}" dt="2023-08-15T15:18:04.311" v="64" actId="20577"/>
        <pc:sldMkLst>
          <pc:docMk/>
          <pc:sldMk cId="997338478" sldId="266"/>
        </pc:sldMkLst>
        <pc:spChg chg="mod">
          <ac:chgData name="Danielle Andries" userId="93d179e4-3c18-40f7-920e-ae80b202540d" providerId="ADAL" clId="{3E3BE2CF-8130-442B-9D1D-02B0E6C65866}" dt="2023-08-15T15:18:04.311" v="64" actId="20577"/>
          <ac:spMkLst>
            <pc:docMk/>
            <pc:sldMk cId="997338478" sldId="266"/>
            <ac:spMk id="3" creationId="{3CFC5BFA-DF53-4407-9187-19E2D701E00B}"/>
          </ac:spMkLst>
        </pc:spChg>
        <pc:spChg chg="mod">
          <ac:chgData name="Danielle Andries" userId="93d179e4-3c18-40f7-920e-ae80b202540d" providerId="ADAL" clId="{3E3BE2CF-8130-442B-9D1D-02B0E6C65866}" dt="2023-08-15T15:18:00.789" v="56" actId="27636"/>
          <ac:spMkLst>
            <pc:docMk/>
            <pc:sldMk cId="997338478" sldId="266"/>
            <ac:spMk id="4" creationId="{10E64DD8-93CF-45E0-BBB1-D21C74EEE754}"/>
          </ac:spMkLst>
        </pc:spChg>
      </pc:sldChg>
      <pc:sldChg chg="modSp add mod ord">
        <pc:chgData name="Danielle Andries" userId="93d179e4-3c18-40f7-920e-ae80b202540d" providerId="ADAL" clId="{3E3BE2CF-8130-442B-9D1D-02B0E6C65866}" dt="2023-08-15T15:17:02.581" v="45"/>
        <pc:sldMkLst>
          <pc:docMk/>
          <pc:sldMk cId="674909909" sldId="267"/>
        </pc:sldMkLst>
        <pc:spChg chg="mod">
          <ac:chgData name="Danielle Andries" userId="93d179e4-3c18-40f7-920e-ae80b202540d" providerId="ADAL" clId="{3E3BE2CF-8130-442B-9D1D-02B0E6C65866}" dt="2023-08-15T15:17:02.581" v="45"/>
          <ac:spMkLst>
            <pc:docMk/>
            <pc:sldMk cId="674909909" sldId="267"/>
            <ac:spMk id="2" creationId="{3B584BAD-EC4F-4728-93AF-D36C5D808653}"/>
          </ac:spMkLst>
        </pc:spChg>
        <pc:spChg chg="mod">
          <ac:chgData name="Danielle Andries" userId="93d179e4-3c18-40f7-920e-ae80b202540d" providerId="ADAL" clId="{3E3BE2CF-8130-442B-9D1D-02B0E6C65866}" dt="2023-08-15T15:16:54.313" v="42" actId="20577"/>
          <ac:spMkLst>
            <pc:docMk/>
            <pc:sldMk cId="674909909" sldId="267"/>
            <ac:spMk id="3" creationId="{64FA1437-B024-4A30-A4F5-99BD676DEE0E}"/>
          </ac:spMkLst>
        </pc:spChg>
      </pc:sldChg>
      <pc:sldChg chg="modSp add mod">
        <pc:chgData name="Danielle Andries" userId="93d179e4-3c18-40f7-920e-ae80b202540d" providerId="ADAL" clId="{3E3BE2CF-8130-442B-9D1D-02B0E6C65866}" dt="2023-08-15T15:17:50.240" v="54"/>
        <pc:sldMkLst>
          <pc:docMk/>
          <pc:sldMk cId="925647113" sldId="268"/>
        </pc:sldMkLst>
        <pc:spChg chg="mod">
          <ac:chgData name="Danielle Andries" userId="93d179e4-3c18-40f7-920e-ae80b202540d" providerId="ADAL" clId="{3E3BE2CF-8130-442B-9D1D-02B0E6C65866}" dt="2023-08-15T15:17:50.240" v="54"/>
          <ac:spMkLst>
            <pc:docMk/>
            <pc:sldMk cId="925647113" sldId="268"/>
            <ac:spMk id="2" creationId="{3B584BAD-EC4F-4728-93AF-D36C5D808653}"/>
          </ac:spMkLst>
        </pc:spChg>
        <pc:spChg chg="mod">
          <ac:chgData name="Danielle Andries" userId="93d179e4-3c18-40f7-920e-ae80b202540d" providerId="ADAL" clId="{3E3BE2CF-8130-442B-9D1D-02B0E6C65866}" dt="2023-08-15T15:17:46.482" v="53" actId="20577"/>
          <ac:spMkLst>
            <pc:docMk/>
            <pc:sldMk cId="925647113" sldId="268"/>
            <ac:spMk id="3" creationId="{64FA1437-B024-4A30-A4F5-99BD676DEE0E}"/>
          </ac:spMkLst>
        </pc:spChg>
      </pc:sldChg>
      <pc:sldMasterChg chg="modSldLayout">
        <pc:chgData name="Danielle Andries" userId="93d179e4-3c18-40f7-920e-ae80b202540d" providerId="ADAL" clId="{3E3BE2CF-8130-442B-9D1D-02B0E6C65866}" dt="2023-08-15T15:17:31.403" v="49" actId="20577"/>
        <pc:sldMasterMkLst>
          <pc:docMk/>
          <pc:sldMasterMk cId="58932730" sldId="2147483910"/>
        </pc:sldMasterMkLst>
        <pc:sldLayoutChg chg="modSp mod">
          <pc:chgData name="Danielle Andries" userId="93d179e4-3c18-40f7-920e-ae80b202540d" providerId="ADAL" clId="{3E3BE2CF-8130-442B-9D1D-02B0E6C65866}" dt="2023-08-15T15:17:27.736" v="48" actId="20577"/>
          <pc:sldLayoutMkLst>
            <pc:docMk/>
            <pc:sldMasterMk cId="58932730" sldId="2147483910"/>
            <pc:sldLayoutMk cId="4084809213" sldId="2147483911"/>
          </pc:sldLayoutMkLst>
          <pc:spChg chg="mod">
            <ac:chgData name="Danielle Andries" userId="93d179e4-3c18-40f7-920e-ae80b202540d" providerId="ADAL" clId="{3E3BE2CF-8130-442B-9D1D-02B0E6C65866}" dt="2023-08-15T15:17:27.736" v="48" actId="20577"/>
            <ac:spMkLst>
              <pc:docMk/>
              <pc:sldMasterMk cId="58932730" sldId="2147483910"/>
              <pc:sldLayoutMk cId="4084809213" sldId="2147483911"/>
              <ac:spMk id="8" creationId="{85CB60B9-005C-47AF-9FB6-D41274CD49DC}"/>
            </ac:spMkLst>
          </pc:spChg>
        </pc:sldLayoutChg>
        <pc:sldLayoutChg chg="modSp mod">
          <pc:chgData name="Danielle Andries" userId="93d179e4-3c18-40f7-920e-ae80b202540d" providerId="ADAL" clId="{3E3BE2CF-8130-442B-9D1D-02B0E6C65866}" dt="2023-08-15T15:17:23.888" v="47" actId="20577"/>
          <pc:sldLayoutMkLst>
            <pc:docMk/>
            <pc:sldMasterMk cId="58932730" sldId="2147483910"/>
            <pc:sldLayoutMk cId="1974321300" sldId="2147483912"/>
          </pc:sldLayoutMkLst>
          <pc:spChg chg="mod">
            <ac:chgData name="Danielle Andries" userId="93d179e4-3c18-40f7-920e-ae80b202540d" providerId="ADAL" clId="{3E3BE2CF-8130-442B-9D1D-02B0E6C65866}" dt="2023-08-15T15:17:23.888" v="47"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3E3BE2CF-8130-442B-9D1D-02B0E6C65866}" dt="2023-08-15T15:17:31.403" v="49" actId="20577"/>
          <pc:sldLayoutMkLst>
            <pc:docMk/>
            <pc:sldMasterMk cId="58932730" sldId="2147483910"/>
            <pc:sldLayoutMk cId="4111725238" sldId="2147483926"/>
          </pc:sldLayoutMkLst>
          <pc:spChg chg="mod">
            <ac:chgData name="Danielle Andries" userId="93d179e4-3c18-40f7-920e-ae80b202540d" providerId="ADAL" clId="{3E3BE2CF-8130-442B-9D1D-02B0E6C65866}" dt="2023-08-15T15:17:31.403" v="49"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3E3BE2CF-8130-442B-9D1D-02B0E6C65866}" dt="2023-08-15T15:17:20.368" v="46" actId="20577"/>
          <pc:sldLayoutMkLst>
            <pc:docMk/>
            <pc:sldMasterMk cId="58932730" sldId="2147483910"/>
            <pc:sldLayoutMk cId="2001968655" sldId="2147483932"/>
          </pc:sldLayoutMkLst>
          <pc:spChg chg="mod">
            <ac:chgData name="Danielle Andries" userId="93d179e4-3c18-40f7-920e-ae80b202540d" providerId="ADAL" clId="{3E3BE2CF-8130-442B-9D1D-02B0E6C65866}" dt="2023-08-15T15:17:20.368" v="46" actId="20577"/>
            <ac:spMkLst>
              <pc:docMk/>
              <pc:sldMasterMk cId="58932730" sldId="2147483910"/>
              <pc:sldLayoutMk cId="2001968655" sldId="2147483932"/>
              <ac:spMk id="14" creationId="{DC95779D-C23F-4838-A4E9-42CBBB5D9F56}"/>
            </ac:spMkLst>
          </pc:spChg>
        </pc:sldLayoutChg>
      </pc:sldMasterChg>
    </pc:docChg>
  </pc:docChgLst>
  <pc:docChgLst>
    <pc:chgData name="Danielle Andries" userId="93d179e4-3c18-40f7-920e-ae80b202540d" providerId="ADAL" clId="{0DF185BD-0927-4D5A-B0B4-5043AE00A1C5}"/>
    <pc:docChg chg="undo custSel delSld modSld">
      <pc:chgData name="Danielle Andries" userId="93d179e4-3c18-40f7-920e-ae80b202540d" providerId="ADAL" clId="{0DF185BD-0927-4D5A-B0B4-5043AE00A1C5}" dt="2023-09-13T14:59:04.518" v="538" actId="20577"/>
      <pc:docMkLst>
        <pc:docMk/>
      </pc:docMkLst>
      <pc:sldChg chg="modSp mod">
        <pc:chgData name="Danielle Andries" userId="93d179e4-3c18-40f7-920e-ae80b202540d" providerId="ADAL" clId="{0DF185BD-0927-4D5A-B0B4-5043AE00A1C5}" dt="2023-08-15T15:38:55.240" v="1" actId="20577"/>
        <pc:sldMkLst>
          <pc:docMk/>
          <pc:sldMk cId="3995608643" sldId="257"/>
        </pc:sldMkLst>
        <pc:spChg chg="mod">
          <ac:chgData name="Danielle Andries" userId="93d179e4-3c18-40f7-920e-ae80b202540d" providerId="ADAL" clId="{0DF185BD-0927-4D5A-B0B4-5043AE00A1C5}" dt="2023-08-15T15:38:53.145" v="0"/>
          <ac:spMkLst>
            <pc:docMk/>
            <pc:sldMk cId="3995608643" sldId="257"/>
            <ac:spMk id="2" creationId="{B8F195E7-CEB7-44B4-8D15-A6FE845CE6B2}"/>
          </ac:spMkLst>
        </pc:spChg>
        <pc:spChg chg="mod">
          <ac:chgData name="Danielle Andries" userId="93d179e4-3c18-40f7-920e-ae80b202540d" providerId="ADAL" clId="{0DF185BD-0927-4D5A-B0B4-5043AE00A1C5}" dt="2023-08-15T15:38:55.240" v="1" actId="20577"/>
          <ac:spMkLst>
            <pc:docMk/>
            <pc:sldMk cId="3995608643" sldId="257"/>
            <ac:spMk id="3" creationId="{3CFC5BFA-DF53-4407-9187-19E2D701E00B}"/>
          </ac:spMkLst>
        </pc:spChg>
      </pc:sldChg>
      <pc:sldChg chg="modSp mod">
        <pc:chgData name="Danielle Andries" userId="93d179e4-3c18-40f7-920e-ae80b202540d" providerId="ADAL" clId="{0DF185BD-0927-4D5A-B0B4-5043AE00A1C5}" dt="2023-08-15T15:39:07.917" v="4"/>
        <pc:sldMkLst>
          <pc:docMk/>
          <pc:sldMk cId="2170154808" sldId="258"/>
        </pc:sldMkLst>
        <pc:spChg chg="mod">
          <ac:chgData name="Danielle Andries" userId="93d179e4-3c18-40f7-920e-ae80b202540d" providerId="ADAL" clId="{0DF185BD-0927-4D5A-B0B4-5043AE00A1C5}" dt="2023-08-15T15:39:07.917" v="4"/>
          <ac:spMkLst>
            <pc:docMk/>
            <pc:sldMk cId="2170154808" sldId="258"/>
            <ac:spMk id="2" creationId="{3B584BAD-EC4F-4728-93AF-D36C5D808653}"/>
          </ac:spMkLst>
        </pc:spChg>
        <pc:spChg chg="mod">
          <ac:chgData name="Danielle Andries" userId="93d179e4-3c18-40f7-920e-ae80b202540d" providerId="ADAL" clId="{0DF185BD-0927-4D5A-B0B4-5043AE00A1C5}" dt="2023-08-15T15:39:00.969" v="3" actId="20577"/>
          <ac:spMkLst>
            <pc:docMk/>
            <pc:sldMk cId="2170154808" sldId="258"/>
            <ac:spMk id="3" creationId="{64FA1437-B024-4A30-A4F5-99BD676DEE0E}"/>
          </ac:spMkLst>
        </pc:spChg>
        <pc:spChg chg="mod">
          <ac:chgData name="Danielle Andries" userId="93d179e4-3c18-40f7-920e-ae80b202540d" providerId="ADAL" clId="{0DF185BD-0927-4D5A-B0B4-5043AE00A1C5}" dt="2023-08-15T15:38:58.851" v="2" actId="20577"/>
          <ac:spMkLst>
            <pc:docMk/>
            <pc:sldMk cId="2170154808" sldId="258"/>
            <ac:spMk id="4" creationId="{EB4C854E-2009-4A48-BF5C-7AC043B72217}"/>
          </ac:spMkLst>
        </pc:spChg>
      </pc:sldChg>
      <pc:sldChg chg="modSp mod">
        <pc:chgData name="Danielle Andries" userId="93d179e4-3c18-40f7-920e-ae80b202540d" providerId="ADAL" clId="{0DF185BD-0927-4D5A-B0B4-5043AE00A1C5}" dt="2023-09-13T14:49:47.619" v="282" actId="20577"/>
        <pc:sldMkLst>
          <pc:docMk/>
          <pc:sldMk cId="2631819795" sldId="263"/>
        </pc:sldMkLst>
        <pc:spChg chg="mod">
          <ac:chgData name="Danielle Andries" userId="93d179e4-3c18-40f7-920e-ae80b202540d" providerId="ADAL" clId="{0DF185BD-0927-4D5A-B0B4-5043AE00A1C5}" dt="2023-09-13T14:49:08.244" v="239" actId="20577"/>
          <ac:spMkLst>
            <pc:docMk/>
            <pc:sldMk cId="2631819795" sldId="263"/>
            <ac:spMk id="2" creationId="{8CCA571E-DEB7-46F2-8F35-C75EA28B441B}"/>
          </ac:spMkLst>
        </pc:spChg>
        <pc:spChg chg="mod">
          <ac:chgData name="Danielle Andries" userId="93d179e4-3c18-40f7-920e-ae80b202540d" providerId="ADAL" clId="{0DF185BD-0927-4D5A-B0B4-5043AE00A1C5}" dt="2023-09-13T14:49:47.619" v="282" actId="20577"/>
          <ac:spMkLst>
            <pc:docMk/>
            <pc:sldMk cId="2631819795" sldId="263"/>
            <ac:spMk id="3" creationId="{FC69CAD3-34EC-4D3B-A788-E05EF101E8B6}"/>
          </ac:spMkLst>
        </pc:spChg>
      </pc:sldChg>
      <pc:sldChg chg="modSp mod">
        <pc:chgData name="Danielle Andries" userId="93d179e4-3c18-40f7-920e-ae80b202540d" providerId="ADAL" clId="{0DF185BD-0927-4D5A-B0B4-5043AE00A1C5}" dt="2023-09-13T14:49:30.322" v="256"/>
        <pc:sldMkLst>
          <pc:docMk/>
          <pc:sldMk cId="3051765853" sldId="264"/>
        </pc:sldMkLst>
        <pc:spChg chg="mod">
          <ac:chgData name="Danielle Andries" userId="93d179e4-3c18-40f7-920e-ae80b202540d" providerId="ADAL" clId="{0DF185BD-0927-4D5A-B0B4-5043AE00A1C5}" dt="2023-09-13T14:49:30.322" v="256"/>
          <ac:spMkLst>
            <pc:docMk/>
            <pc:sldMk cId="3051765853" sldId="264"/>
            <ac:spMk id="3" creationId="{89316A7B-EF56-4540-A124-0ACC23724F87}"/>
          </ac:spMkLst>
        </pc:spChg>
      </pc:sldChg>
      <pc:sldChg chg="modSp mod">
        <pc:chgData name="Danielle Andries" userId="93d179e4-3c18-40f7-920e-ae80b202540d" providerId="ADAL" clId="{0DF185BD-0927-4D5A-B0B4-5043AE00A1C5}" dt="2023-08-15T15:39:36.210" v="10" actId="20577"/>
        <pc:sldMkLst>
          <pc:docMk/>
          <pc:sldMk cId="997338478" sldId="266"/>
        </pc:sldMkLst>
        <pc:spChg chg="mod">
          <ac:chgData name="Danielle Andries" userId="93d179e4-3c18-40f7-920e-ae80b202540d" providerId="ADAL" clId="{0DF185BD-0927-4D5A-B0B4-5043AE00A1C5}" dt="2023-08-15T15:39:36.210" v="10" actId="20577"/>
          <ac:spMkLst>
            <pc:docMk/>
            <pc:sldMk cId="997338478" sldId="266"/>
            <ac:spMk id="3" creationId="{3CFC5BFA-DF53-4407-9187-19E2D701E00B}"/>
          </ac:spMkLst>
        </pc:spChg>
      </pc:sldChg>
      <pc:sldChg chg="modSp mod">
        <pc:chgData name="Danielle Andries" userId="93d179e4-3c18-40f7-920e-ae80b202540d" providerId="ADAL" clId="{0DF185BD-0927-4D5A-B0B4-5043AE00A1C5}" dt="2023-08-15T15:39:30.985" v="9" actId="14100"/>
        <pc:sldMkLst>
          <pc:docMk/>
          <pc:sldMk cId="674909909" sldId="267"/>
        </pc:sldMkLst>
        <pc:spChg chg="mod">
          <ac:chgData name="Danielle Andries" userId="93d179e4-3c18-40f7-920e-ae80b202540d" providerId="ADAL" clId="{0DF185BD-0927-4D5A-B0B4-5043AE00A1C5}" dt="2023-08-15T15:39:30.985" v="9" actId="14100"/>
          <ac:spMkLst>
            <pc:docMk/>
            <pc:sldMk cId="674909909" sldId="267"/>
            <ac:spMk id="2" creationId="{3B584BAD-EC4F-4728-93AF-D36C5D808653}"/>
          </ac:spMkLst>
        </pc:spChg>
        <pc:spChg chg="mod">
          <ac:chgData name="Danielle Andries" userId="93d179e4-3c18-40f7-920e-ae80b202540d" providerId="ADAL" clId="{0DF185BD-0927-4D5A-B0B4-5043AE00A1C5}" dt="2023-08-15T15:39:20.944" v="7" actId="20577"/>
          <ac:spMkLst>
            <pc:docMk/>
            <pc:sldMk cId="674909909" sldId="267"/>
            <ac:spMk id="3" creationId="{64FA1437-B024-4A30-A4F5-99BD676DEE0E}"/>
          </ac:spMkLst>
        </pc:spChg>
        <pc:spChg chg="mod">
          <ac:chgData name="Danielle Andries" userId="93d179e4-3c18-40f7-920e-ae80b202540d" providerId="ADAL" clId="{0DF185BD-0927-4D5A-B0B4-5043AE00A1C5}" dt="2023-08-15T15:39:18.911" v="6" actId="20577"/>
          <ac:spMkLst>
            <pc:docMk/>
            <pc:sldMk cId="674909909" sldId="267"/>
            <ac:spMk id="4" creationId="{EB4C854E-2009-4A48-BF5C-7AC043B72217}"/>
          </ac:spMkLst>
        </pc:spChg>
      </pc:sldChg>
      <pc:sldChg chg="del">
        <pc:chgData name="Danielle Andries" userId="93d179e4-3c18-40f7-920e-ae80b202540d" providerId="ADAL" clId="{0DF185BD-0927-4D5A-B0B4-5043AE00A1C5}" dt="2023-08-15T15:39:15.330" v="5" actId="2696"/>
        <pc:sldMkLst>
          <pc:docMk/>
          <pc:sldMk cId="925647113" sldId="268"/>
        </pc:sldMkLst>
      </pc:sldChg>
      <pc:sldChg chg="addSp delSp modSp mod">
        <pc:chgData name="Danielle Andries" userId="93d179e4-3c18-40f7-920e-ae80b202540d" providerId="ADAL" clId="{0DF185BD-0927-4D5A-B0B4-5043AE00A1C5}" dt="2023-09-13T14:46:57.930" v="40" actId="14100"/>
        <pc:sldMkLst>
          <pc:docMk/>
          <pc:sldMk cId="1368180728" sldId="269"/>
        </pc:sldMkLst>
        <pc:spChg chg="del">
          <ac:chgData name="Danielle Andries" userId="93d179e4-3c18-40f7-920e-ae80b202540d" providerId="ADAL" clId="{0DF185BD-0927-4D5A-B0B4-5043AE00A1C5}" dt="2023-09-13T14:46:23.299" v="22"/>
          <ac:spMkLst>
            <pc:docMk/>
            <pc:sldMk cId="1368180728" sldId="269"/>
            <ac:spMk id="3" creationId="{579B07B8-7B27-45F1-B0BB-6162AE3855D4}"/>
          </ac:spMkLst>
        </pc:spChg>
        <pc:spChg chg="mod">
          <ac:chgData name="Danielle Andries" userId="93d179e4-3c18-40f7-920e-ae80b202540d" providerId="ADAL" clId="{0DF185BD-0927-4D5A-B0B4-5043AE00A1C5}" dt="2023-09-13T14:46:20.493" v="21" actId="1076"/>
          <ac:spMkLst>
            <pc:docMk/>
            <pc:sldMk cId="1368180728" sldId="269"/>
            <ac:spMk id="5" creationId="{372FA240-3863-4D01-94C7-5E89B539BF0B}"/>
          </ac:spMkLst>
        </pc:spChg>
        <pc:spChg chg="mod">
          <ac:chgData name="Danielle Andries" userId="93d179e4-3c18-40f7-920e-ae80b202540d" providerId="ADAL" clId="{0DF185BD-0927-4D5A-B0B4-5043AE00A1C5}" dt="2023-09-13T14:46:48.396" v="29" actId="1076"/>
          <ac:spMkLst>
            <pc:docMk/>
            <pc:sldMk cId="1368180728" sldId="269"/>
            <ac:spMk id="6" creationId="{6C97A144-0634-4203-BEE3-57B7B2ADD04C}"/>
          </ac:spMkLst>
        </pc:spChg>
        <pc:picChg chg="add mod">
          <ac:chgData name="Danielle Andries" userId="93d179e4-3c18-40f7-920e-ae80b202540d" providerId="ADAL" clId="{0DF185BD-0927-4D5A-B0B4-5043AE00A1C5}" dt="2023-09-13T14:46:57.930" v="40" actId="14100"/>
          <ac:picMkLst>
            <pc:docMk/>
            <pc:sldMk cId="1368180728" sldId="269"/>
            <ac:picMk id="8" creationId="{E88F4FD8-C863-643A-F185-4BE01DE8B91B}"/>
          </ac:picMkLst>
        </pc:picChg>
      </pc:sldChg>
      <pc:sldChg chg="modSp mod">
        <pc:chgData name="Danielle Andries" userId="93d179e4-3c18-40f7-920e-ae80b202540d" providerId="ADAL" clId="{0DF185BD-0927-4D5A-B0B4-5043AE00A1C5}" dt="2023-09-13T14:58:42.334" v="502" actId="20577"/>
        <pc:sldMkLst>
          <pc:docMk/>
          <pc:sldMk cId="979114815" sldId="271"/>
        </pc:sldMkLst>
        <pc:spChg chg="mod">
          <ac:chgData name="Danielle Andries" userId="93d179e4-3c18-40f7-920e-ae80b202540d" providerId="ADAL" clId="{0DF185BD-0927-4D5A-B0B4-5043AE00A1C5}" dt="2023-09-13T14:58:42.334" v="502" actId="20577"/>
          <ac:spMkLst>
            <pc:docMk/>
            <pc:sldMk cId="979114815" sldId="271"/>
            <ac:spMk id="2" creationId="{8CCA571E-DEB7-46F2-8F35-C75EA28B441B}"/>
          </ac:spMkLst>
        </pc:spChg>
        <pc:spChg chg="mod">
          <ac:chgData name="Danielle Andries" userId="93d179e4-3c18-40f7-920e-ae80b202540d" providerId="ADAL" clId="{0DF185BD-0927-4D5A-B0B4-5043AE00A1C5}" dt="2023-09-13T14:58:20.278" v="395" actId="255"/>
          <ac:spMkLst>
            <pc:docMk/>
            <pc:sldMk cId="979114815" sldId="271"/>
            <ac:spMk id="3" creationId="{FC69CAD3-34EC-4D3B-A788-E05EF101E8B6}"/>
          </ac:spMkLst>
        </pc:spChg>
      </pc:sldChg>
      <pc:sldChg chg="modSp mod">
        <pc:chgData name="Danielle Andries" userId="93d179e4-3c18-40f7-920e-ae80b202540d" providerId="ADAL" clId="{0DF185BD-0927-4D5A-B0B4-5043AE00A1C5}" dt="2023-09-13T14:59:04.518" v="538" actId="20577"/>
        <pc:sldMkLst>
          <pc:docMk/>
          <pc:sldMk cId="429438454" sldId="272"/>
        </pc:sldMkLst>
        <pc:spChg chg="mod">
          <ac:chgData name="Danielle Andries" userId="93d179e4-3c18-40f7-920e-ae80b202540d" providerId="ADAL" clId="{0DF185BD-0927-4D5A-B0B4-5043AE00A1C5}" dt="2023-09-13T14:59:04.518" v="538" actId="20577"/>
          <ac:spMkLst>
            <pc:docMk/>
            <pc:sldMk cId="429438454" sldId="272"/>
            <ac:spMk id="3" creationId="{89316A7B-EF56-4540-A124-0ACC23724F87}"/>
          </ac:spMkLst>
        </pc:spChg>
      </pc:sldChg>
      <pc:sldChg chg="addSp delSp modSp mod modNotesTx">
        <pc:chgData name="Danielle Andries" userId="93d179e4-3c18-40f7-920e-ae80b202540d" providerId="ADAL" clId="{0DF185BD-0927-4D5A-B0B4-5043AE00A1C5}" dt="2023-09-13T14:45:33.365" v="20" actId="1076"/>
        <pc:sldMkLst>
          <pc:docMk/>
          <pc:sldMk cId="2099058648" sldId="277"/>
        </pc:sldMkLst>
        <pc:spChg chg="del">
          <ac:chgData name="Danielle Andries" userId="93d179e4-3c18-40f7-920e-ae80b202540d" providerId="ADAL" clId="{0DF185BD-0927-4D5A-B0B4-5043AE00A1C5}" dt="2023-09-13T14:45:06.261" v="12"/>
          <ac:spMkLst>
            <pc:docMk/>
            <pc:sldMk cId="2099058648" sldId="277"/>
            <ac:spMk id="3" creationId="{579B07B8-7B27-45F1-B0BB-6162AE3855D4}"/>
          </ac:spMkLst>
        </pc:spChg>
        <pc:spChg chg="mod">
          <ac:chgData name="Danielle Andries" userId="93d179e4-3c18-40f7-920e-ae80b202540d" providerId="ADAL" clId="{0DF185BD-0927-4D5A-B0B4-5043AE00A1C5}" dt="2023-09-13T14:45:33.365" v="20" actId="1076"/>
          <ac:spMkLst>
            <pc:docMk/>
            <pc:sldMk cId="2099058648" sldId="277"/>
            <ac:spMk id="6" creationId="{6C97A144-0634-4203-BEE3-57B7B2ADD04C}"/>
          </ac:spMkLst>
        </pc:spChg>
        <pc:picChg chg="add mod">
          <ac:chgData name="Danielle Andries" userId="93d179e4-3c18-40f7-920e-ae80b202540d" providerId="ADAL" clId="{0DF185BD-0927-4D5A-B0B4-5043AE00A1C5}" dt="2023-09-13T14:45:30.226" v="19" actId="1076"/>
          <ac:picMkLst>
            <pc:docMk/>
            <pc:sldMk cId="2099058648" sldId="277"/>
            <ac:picMk id="8" creationId="{B9AF57BD-F116-5704-0CC0-B98B0D583817}"/>
          </ac:picMkLst>
        </pc:picChg>
      </pc:sldChg>
      <pc:sldChg chg="addSp delSp modSp mod">
        <pc:chgData name="Danielle Andries" userId="93d179e4-3c18-40f7-920e-ae80b202540d" providerId="ADAL" clId="{0DF185BD-0927-4D5A-B0B4-5043AE00A1C5}" dt="2023-09-13T14:53:26.203" v="309" actId="1037"/>
        <pc:sldMkLst>
          <pc:docMk/>
          <pc:sldMk cId="1360421885" sldId="278"/>
        </pc:sldMkLst>
        <pc:spChg chg="add del">
          <ac:chgData name="Danielle Andries" userId="93d179e4-3c18-40f7-920e-ae80b202540d" providerId="ADAL" clId="{0DF185BD-0927-4D5A-B0B4-5043AE00A1C5}" dt="2023-09-13T14:53:12.310" v="298" actId="478"/>
          <ac:spMkLst>
            <pc:docMk/>
            <pc:sldMk cId="1360421885" sldId="278"/>
            <ac:spMk id="3" creationId="{579B07B8-7B27-45F1-B0BB-6162AE3855D4}"/>
          </ac:spMkLst>
        </pc:spChg>
        <pc:spChg chg="mod">
          <ac:chgData name="Danielle Andries" userId="93d179e4-3c18-40f7-920e-ae80b202540d" providerId="ADAL" clId="{0DF185BD-0927-4D5A-B0B4-5043AE00A1C5}" dt="2023-09-13T14:52:44.698" v="288" actId="1076"/>
          <ac:spMkLst>
            <pc:docMk/>
            <pc:sldMk cId="1360421885" sldId="278"/>
            <ac:spMk id="5" creationId="{372FA240-3863-4D01-94C7-5E89B539BF0B}"/>
          </ac:spMkLst>
        </pc:spChg>
        <pc:spChg chg="mod">
          <ac:chgData name="Danielle Andries" userId="93d179e4-3c18-40f7-920e-ae80b202540d" providerId="ADAL" clId="{0DF185BD-0927-4D5A-B0B4-5043AE00A1C5}" dt="2023-09-13T14:53:26.203" v="309" actId="1037"/>
          <ac:spMkLst>
            <pc:docMk/>
            <pc:sldMk cId="1360421885" sldId="278"/>
            <ac:spMk id="6" creationId="{6C97A144-0634-4203-BEE3-57B7B2ADD04C}"/>
          </ac:spMkLst>
        </pc:spChg>
        <pc:picChg chg="add mod">
          <ac:chgData name="Danielle Andries" userId="93d179e4-3c18-40f7-920e-ae80b202540d" providerId="ADAL" clId="{0DF185BD-0927-4D5A-B0B4-5043AE00A1C5}" dt="2023-09-13T14:53:26.203" v="309" actId="1037"/>
          <ac:picMkLst>
            <pc:docMk/>
            <pc:sldMk cId="1360421885" sldId="278"/>
            <ac:picMk id="7" creationId="{D196F3FD-E37B-5BB6-3391-964E9E8FB778}"/>
          </ac:picMkLst>
        </pc:picChg>
        <pc:picChg chg="add del mod">
          <ac:chgData name="Danielle Andries" userId="93d179e4-3c18-40f7-920e-ae80b202540d" providerId="ADAL" clId="{0DF185BD-0927-4D5A-B0B4-5043AE00A1C5}" dt="2023-09-13T14:52:57.607" v="296" actId="21"/>
          <ac:picMkLst>
            <pc:docMk/>
            <pc:sldMk cId="1360421885" sldId="278"/>
            <ac:picMk id="1026" creationId="{05A020AD-5B82-B17B-53C1-040F824563E0}"/>
          </ac:picMkLst>
        </pc:picChg>
      </pc:sldChg>
      <pc:sldChg chg="addSp delSp modSp mod">
        <pc:chgData name="Danielle Andries" userId="93d179e4-3c18-40f7-920e-ae80b202540d" providerId="ADAL" clId="{0DF185BD-0927-4D5A-B0B4-5043AE00A1C5}" dt="2023-09-13T14:48:10.304" v="49" actId="1076"/>
        <pc:sldMkLst>
          <pc:docMk/>
          <pc:sldMk cId="3430947202" sldId="279"/>
        </pc:sldMkLst>
        <pc:spChg chg="del">
          <ac:chgData name="Danielle Andries" userId="93d179e4-3c18-40f7-920e-ae80b202540d" providerId="ADAL" clId="{0DF185BD-0927-4D5A-B0B4-5043AE00A1C5}" dt="2023-09-13T14:47:44.148" v="41"/>
          <ac:spMkLst>
            <pc:docMk/>
            <pc:sldMk cId="3430947202" sldId="279"/>
            <ac:spMk id="3" creationId="{579B07B8-7B27-45F1-B0BB-6162AE3855D4}"/>
          </ac:spMkLst>
        </pc:spChg>
        <pc:spChg chg="mod">
          <ac:chgData name="Danielle Andries" userId="93d179e4-3c18-40f7-920e-ae80b202540d" providerId="ADAL" clId="{0DF185BD-0927-4D5A-B0B4-5043AE00A1C5}" dt="2023-09-13T14:48:04.723" v="47" actId="14100"/>
          <ac:spMkLst>
            <pc:docMk/>
            <pc:sldMk cId="3430947202" sldId="279"/>
            <ac:spMk id="5" creationId="{372FA240-3863-4D01-94C7-5E89B539BF0B}"/>
          </ac:spMkLst>
        </pc:spChg>
        <pc:spChg chg="mod">
          <ac:chgData name="Danielle Andries" userId="93d179e4-3c18-40f7-920e-ae80b202540d" providerId="ADAL" clId="{0DF185BD-0927-4D5A-B0B4-5043AE00A1C5}" dt="2023-09-13T14:48:10.304" v="49" actId="1076"/>
          <ac:spMkLst>
            <pc:docMk/>
            <pc:sldMk cId="3430947202" sldId="279"/>
            <ac:spMk id="6" creationId="{6C97A144-0634-4203-BEE3-57B7B2ADD04C}"/>
          </ac:spMkLst>
        </pc:spChg>
        <pc:picChg chg="add mod">
          <ac:chgData name="Danielle Andries" userId="93d179e4-3c18-40f7-920e-ae80b202540d" providerId="ADAL" clId="{0DF185BD-0927-4D5A-B0B4-5043AE00A1C5}" dt="2023-09-13T14:48:07.238" v="48" actId="14100"/>
          <ac:picMkLst>
            <pc:docMk/>
            <pc:sldMk cId="3430947202" sldId="279"/>
            <ac:picMk id="8" creationId="{3A9F9251-1FB9-EF25-B579-1728699E7CC2}"/>
          </ac:picMkLst>
        </pc:picChg>
      </pc:sldChg>
      <pc:sldChg chg="addSp delSp modSp mod">
        <pc:chgData name="Danielle Andries" userId="93d179e4-3c18-40f7-920e-ae80b202540d" providerId="ADAL" clId="{0DF185BD-0927-4D5A-B0B4-5043AE00A1C5}" dt="2023-09-13T14:55:48.635" v="320" actId="1076"/>
        <pc:sldMkLst>
          <pc:docMk/>
          <pc:sldMk cId="2399993089" sldId="282"/>
        </pc:sldMkLst>
        <pc:spChg chg="mod">
          <ac:chgData name="Danielle Andries" userId="93d179e4-3c18-40f7-920e-ae80b202540d" providerId="ADAL" clId="{0DF185BD-0927-4D5A-B0B4-5043AE00A1C5}" dt="2023-09-13T14:55:29.490" v="316" actId="962"/>
          <ac:spMkLst>
            <pc:docMk/>
            <pc:sldMk cId="2399993089" sldId="282"/>
            <ac:spMk id="2" creationId="{EBE9F564-251E-4378-B4D0-692726090772}"/>
          </ac:spMkLst>
        </pc:spChg>
        <pc:spChg chg="del">
          <ac:chgData name="Danielle Andries" userId="93d179e4-3c18-40f7-920e-ae80b202540d" providerId="ADAL" clId="{0DF185BD-0927-4D5A-B0B4-5043AE00A1C5}" dt="2023-09-13T14:55:12.985" v="311"/>
          <ac:spMkLst>
            <pc:docMk/>
            <pc:sldMk cId="2399993089" sldId="282"/>
            <ac:spMk id="3" creationId="{579B07B8-7B27-45F1-B0BB-6162AE3855D4}"/>
          </ac:spMkLst>
        </pc:spChg>
        <pc:spChg chg="mod">
          <ac:chgData name="Danielle Andries" userId="93d179e4-3c18-40f7-920e-ae80b202540d" providerId="ADAL" clId="{0DF185BD-0927-4D5A-B0B4-5043AE00A1C5}" dt="2023-09-13T14:55:29.490" v="316" actId="962"/>
          <ac:spMkLst>
            <pc:docMk/>
            <pc:sldMk cId="2399993089" sldId="282"/>
            <ac:spMk id="4" creationId="{80C4C0A8-03F5-4F2B-9EB9-918B55C258A2}"/>
          </ac:spMkLst>
        </pc:spChg>
        <pc:spChg chg="mod">
          <ac:chgData name="Danielle Andries" userId="93d179e4-3c18-40f7-920e-ae80b202540d" providerId="ADAL" clId="{0DF185BD-0927-4D5A-B0B4-5043AE00A1C5}" dt="2023-09-13T14:55:45.188" v="319" actId="1076"/>
          <ac:spMkLst>
            <pc:docMk/>
            <pc:sldMk cId="2399993089" sldId="282"/>
            <ac:spMk id="5" creationId="{372FA240-3863-4D01-94C7-5E89B539BF0B}"/>
          </ac:spMkLst>
        </pc:spChg>
        <pc:spChg chg="mod">
          <ac:chgData name="Danielle Andries" userId="93d179e4-3c18-40f7-920e-ae80b202540d" providerId="ADAL" clId="{0DF185BD-0927-4D5A-B0B4-5043AE00A1C5}" dt="2023-09-13T14:55:48.635" v="320" actId="1076"/>
          <ac:spMkLst>
            <pc:docMk/>
            <pc:sldMk cId="2399993089" sldId="282"/>
            <ac:spMk id="6" creationId="{6C97A144-0634-4203-BEE3-57B7B2ADD04C}"/>
          </ac:spMkLst>
        </pc:spChg>
        <pc:picChg chg="add mod">
          <ac:chgData name="Danielle Andries" userId="93d179e4-3c18-40f7-920e-ae80b202540d" providerId="ADAL" clId="{0DF185BD-0927-4D5A-B0B4-5043AE00A1C5}" dt="2023-09-13T14:55:42.575" v="318" actId="1076"/>
          <ac:picMkLst>
            <pc:docMk/>
            <pc:sldMk cId="2399993089" sldId="282"/>
            <ac:picMk id="8" creationId="{8C7B1B9C-D34A-8EA4-BBDE-BEDAEE670D8D}"/>
          </ac:picMkLst>
        </pc:picChg>
      </pc:sldChg>
      <pc:sldChg chg="addSp delSp modSp mod">
        <pc:chgData name="Danielle Andries" userId="93d179e4-3c18-40f7-920e-ae80b202540d" providerId="ADAL" clId="{0DF185BD-0927-4D5A-B0B4-5043AE00A1C5}" dt="2023-09-13T14:56:49.356" v="339" actId="20577"/>
        <pc:sldMkLst>
          <pc:docMk/>
          <pc:sldMk cId="2210425101" sldId="283"/>
        </pc:sldMkLst>
        <pc:spChg chg="del">
          <ac:chgData name="Danielle Andries" userId="93d179e4-3c18-40f7-920e-ae80b202540d" providerId="ADAL" clId="{0DF185BD-0927-4D5A-B0B4-5043AE00A1C5}" dt="2023-09-13T14:56:19.656" v="321"/>
          <ac:spMkLst>
            <pc:docMk/>
            <pc:sldMk cId="2210425101" sldId="283"/>
            <ac:spMk id="3" creationId="{579B07B8-7B27-45F1-B0BB-6162AE3855D4}"/>
          </ac:spMkLst>
        </pc:spChg>
        <pc:spChg chg="mod">
          <ac:chgData name="Danielle Andries" userId="93d179e4-3c18-40f7-920e-ae80b202540d" providerId="ADAL" clId="{0DF185BD-0927-4D5A-B0B4-5043AE00A1C5}" dt="2023-09-13T14:56:49.356" v="339" actId="20577"/>
          <ac:spMkLst>
            <pc:docMk/>
            <pc:sldMk cId="2210425101" sldId="283"/>
            <ac:spMk id="6" creationId="{6C97A144-0634-4203-BEE3-57B7B2ADD04C}"/>
          </ac:spMkLst>
        </pc:spChg>
        <pc:picChg chg="add mod">
          <ac:chgData name="Danielle Andries" userId="93d179e4-3c18-40f7-920e-ae80b202540d" providerId="ADAL" clId="{0DF185BD-0927-4D5A-B0B4-5043AE00A1C5}" dt="2023-09-13T14:56:43.813" v="336" actId="14100"/>
          <ac:picMkLst>
            <pc:docMk/>
            <pc:sldMk cId="2210425101" sldId="283"/>
            <ac:picMk id="8" creationId="{64F01C81-2DF2-6504-DFAF-6176CE224D3A}"/>
          </ac:picMkLst>
        </pc:picChg>
      </pc:sldChg>
      <pc:sldChg chg="addSp delSp modSp mod">
        <pc:chgData name="Danielle Andries" userId="93d179e4-3c18-40f7-920e-ae80b202540d" providerId="ADAL" clId="{0DF185BD-0927-4D5A-B0B4-5043AE00A1C5}" dt="2023-09-13T14:57:53.255" v="350" actId="14100"/>
        <pc:sldMkLst>
          <pc:docMk/>
          <pc:sldMk cId="4161542450" sldId="284"/>
        </pc:sldMkLst>
        <pc:spChg chg="del">
          <ac:chgData name="Danielle Andries" userId="93d179e4-3c18-40f7-920e-ae80b202540d" providerId="ADAL" clId="{0DF185BD-0927-4D5A-B0B4-5043AE00A1C5}" dt="2023-09-13T14:57:22.870" v="340"/>
          <ac:spMkLst>
            <pc:docMk/>
            <pc:sldMk cId="4161542450" sldId="284"/>
            <ac:spMk id="3" creationId="{579B07B8-7B27-45F1-B0BB-6162AE3855D4}"/>
          </ac:spMkLst>
        </pc:spChg>
        <pc:spChg chg="mod">
          <ac:chgData name="Danielle Andries" userId="93d179e4-3c18-40f7-920e-ae80b202540d" providerId="ADAL" clId="{0DF185BD-0927-4D5A-B0B4-5043AE00A1C5}" dt="2023-09-13T14:57:47.131" v="347" actId="1076"/>
          <ac:spMkLst>
            <pc:docMk/>
            <pc:sldMk cId="4161542450" sldId="284"/>
            <ac:spMk id="5" creationId="{372FA240-3863-4D01-94C7-5E89B539BF0B}"/>
          </ac:spMkLst>
        </pc:spChg>
        <pc:spChg chg="mod">
          <ac:chgData name="Danielle Andries" userId="93d179e4-3c18-40f7-920e-ae80b202540d" providerId="ADAL" clId="{0DF185BD-0927-4D5A-B0B4-5043AE00A1C5}" dt="2023-09-13T14:57:53.255" v="350" actId="14100"/>
          <ac:spMkLst>
            <pc:docMk/>
            <pc:sldMk cId="4161542450" sldId="284"/>
            <ac:spMk id="6" creationId="{6C97A144-0634-4203-BEE3-57B7B2ADD04C}"/>
          </ac:spMkLst>
        </pc:spChg>
        <pc:picChg chg="add mod">
          <ac:chgData name="Danielle Andries" userId="93d179e4-3c18-40f7-920e-ae80b202540d" providerId="ADAL" clId="{0DF185BD-0927-4D5A-B0B4-5043AE00A1C5}" dt="2023-09-13T14:57:48.612" v="348" actId="1076"/>
          <ac:picMkLst>
            <pc:docMk/>
            <pc:sldMk cId="4161542450" sldId="284"/>
            <ac:picMk id="8" creationId="{57C3FCF2-6C1E-31AD-8A75-3BAB80B7D781}"/>
          </ac:picMkLst>
        </pc:picChg>
      </pc:sldChg>
    </pc:docChg>
  </pc:docChgLst>
  <pc:docChgLst>
    <pc:chgData name="James Pengelly" userId="d269fecd-a8a2-4e5a-93ae-88bdaab21f51" providerId="ADAL" clId="{2B03C77C-EEC5-47C9-BE3B-FD7A15194A2F}"/>
    <pc:docChg chg="custSel modSld">
      <pc:chgData name="James Pengelly" userId="d269fecd-a8a2-4e5a-93ae-88bdaab21f51" providerId="ADAL" clId="{2B03C77C-EEC5-47C9-BE3B-FD7A15194A2F}" dt="2023-09-19T10:48:45.607" v="148" actId="27636"/>
      <pc:docMkLst>
        <pc:docMk/>
      </pc:docMkLst>
      <pc:sldChg chg="addSp delSp modSp mod chgLayout">
        <pc:chgData name="James Pengelly" userId="d269fecd-a8a2-4e5a-93ae-88bdaab21f51" providerId="ADAL" clId="{2B03C77C-EEC5-47C9-BE3B-FD7A15194A2F}" dt="2023-09-19T10:44:40.105" v="24" actId="6549"/>
        <pc:sldMkLst>
          <pc:docMk/>
          <pc:sldMk cId="2830825710" sldId="268"/>
        </pc:sldMkLst>
        <pc:spChg chg="mod ord">
          <ac:chgData name="James Pengelly" userId="d269fecd-a8a2-4e5a-93ae-88bdaab21f51" providerId="ADAL" clId="{2B03C77C-EEC5-47C9-BE3B-FD7A15194A2F}" dt="2023-09-19T10:44:15.897" v="2" actId="6264"/>
          <ac:spMkLst>
            <pc:docMk/>
            <pc:sldMk cId="2830825710" sldId="268"/>
            <ac:spMk id="2" creationId="{5A78B9D2-75C6-4E31-8D20-2472152AE3E2}"/>
          </ac:spMkLst>
        </pc:spChg>
        <pc:spChg chg="add del mod">
          <ac:chgData name="James Pengelly" userId="d269fecd-a8a2-4e5a-93ae-88bdaab21f51" providerId="ADAL" clId="{2B03C77C-EEC5-47C9-BE3B-FD7A15194A2F}" dt="2023-09-19T10:44:15.897" v="2" actId="6264"/>
          <ac:spMkLst>
            <pc:docMk/>
            <pc:sldMk cId="2830825710" sldId="268"/>
            <ac:spMk id="3" creationId="{DEE1CBC3-64AD-A283-D124-3A078682BFD9}"/>
          </ac:spMkLst>
        </pc:spChg>
        <pc:spChg chg="mod ord">
          <ac:chgData name="James Pengelly" userId="d269fecd-a8a2-4e5a-93ae-88bdaab21f51" providerId="ADAL" clId="{2B03C77C-EEC5-47C9-BE3B-FD7A15194A2F}" dt="2023-09-19T10:44:15.897" v="2" actId="6264"/>
          <ac:spMkLst>
            <pc:docMk/>
            <pc:sldMk cId="2830825710" sldId="268"/>
            <ac:spMk id="4" creationId="{81D661B8-EEC6-4B47-84B5-8687AB7DEF59}"/>
          </ac:spMkLst>
        </pc:spChg>
        <pc:spChg chg="del mod">
          <ac:chgData name="James Pengelly" userId="d269fecd-a8a2-4e5a-93ae-88bdaab21f51" providerId="ADAL" clId="{2B03C77C-EEC5-47C9-BE3B-FD7A15194A2F}" dt="2023-09-19T10:44:15.036" v="1" actId="478"/>
          <ac:spMkLst>
            <pc:docMk/>
            <pc:sldMk cId="2830825710" sldId="268"/>
            <ac:spMk id="5" creationId="{137E005E-A66D-4D0E-9B1A-24F6766E1709}"/>
          </ac:spMkLst>
        </pc:spChg>
        <pc:spChg chg="add del mod">
          <ac:chgData name="James Pengelly" userId="d269fecd-a8a2-4e5a-93ae-88bdaab21f51" providerId="ADAL" clId="{2B03C77C-EEC5-47C9-BE3B-FD7A15194A2F}" dt="2023-09-19T10:44:15.897" v="2" actId="6264"/>
          <ac:spMkLst>
            <pc:docMk/>
            <pc:sldMk cId="2830825710" sldId="268"/>
            <ac:spMk id="6" creationId="{0B266711-E978-6359-2595-A753AFEC74F4}"/>
          </ac:spMkLst>
        </pc:spChg>
        <pc:spChg chg="add mod ord">
          <ac:chgData name="James Pengelly" userId="d269fecd-a8a2-4e5a-93ae-88bdaab21f51" providerId="ADAL" clId="{2B03C77C-EEC5-47C9-BE3B-FD7A15194A2F}" dt="2023-09-19T10:44:40.105" v="24" actId="6549"/>
          <ac:spMkLst>
            <pc:docMk/>
            <pc:sldMk cId="2830825710" sldId="268"/>
            <ac:spMk id="7" creationId="{6663D9D6-3064-5F4F-B1E7-4D4C8B869A65}"/>
          </ac:spMkLst>
        </pc:spChg>
      </pc:sldChg>
      <pc:sldChg chg="addSp delSp modSp mod modClrScheme chgLayout">
        <pc:chgData name="James Pengelly" userId="d269fecd-a8a2-4e5a-93ae-88bdaab21f51" providerId="ADAL" clId="{2B03C77C-EEC5-47C9-BE3B-FD7A15194A2F}" dt="2023-09-19T10:46:34.350" v="76" actId="1076"/>
        <pc:sldMkLst>
          <pc:docMk/>
          <pc:sldMk cId="1368180728" sldId="269"/>
        </pc:sldMkLst>
        <pc:spChg chg="mod ord">
          <ac:chgData name="James Pengelly" userId="d269fecd-a8a2-4e5a-93ae-88bdaab21f51" providerId="ADAL" clId="{2B03C77C-EEC5-47C9-BE3B-FD7A15194A2F}" dt="2023-09-19T10:45:50.092" v="61" actId="700"/>
          <ac:spMkLst>
            <pc:docMk/>
            <pc:sldMk cId="1368180728" sldId="269"/>
            <ac:spMk id="2" creationId="{EBE9F564-251E-4378-B4D0-692726090772}"/>
          </ac:spMkLst>
        </pc:spChg>
        <pc:spChg chg="mod ord">
          <ac:chgData name="James Pengelly" userId="d269fecd-a8a2-4e5a-93ae-88bdaab21f51" providerId="ADAL" clId="{2B03C77C-EEC5-47C9-BE3B-FD7A15194A2F}" dt="2023-09-19T10:45:50.092" v="61" actId="700"/>
          <ac:spMkLst>
            <pc:docMk/>
            <pc:sldMk cId="1368180728" sldId="269"/>
            <ac:spMk id="4" creationId="{80C4C0A8-03F5-4F2B-9EB9-918B55C258A2}"/>
          </ac:spMkLst>
        </pc:spChg>
        <pc:spChg chg="del mod">
          <ac:chgData name="James Pengelly" userId="d269fecd-a8a2-4e5a-93ae-88bdaab21f51" providerId="ADAL" clId="{2B03C77C-EEC5-47C9-BE3B-FD7A15194A2F}" dt="2023-09-19T10:45:48.294" v="60" actId="478"/>
          <ac:spMkLst>
            <pc:docMk/>
            <pc:sldMk cId="1368180728" sldId="269"/>
            <ac:spMk id="5" creationId="{372FA240-3863-4D01-94C7-5E89B539BF0B}"/>
          </ac:spMkLst>
        </pc:spChg>
        <pc:spChg chg="mod ord">
          <ac:chgData name="James Pengelly" userId="d269fecd-a8a2-4e5a-93ae-88bdaab21f51" providerId="ADAL" clId="{2B03C77C-EEC5-47C9-BE3B-FD7A15194A2F}" dt="2023-09-19T10:46:34.350" v="76" actId="1076"/>
          <ac:spMkLst>
            <pc:docMk/>
            <pc:sldMk cId="1368180728" sldId="269"/>
            <ac:spMk id="6" creationId="{6C97A144-0634-4203-BEE3-57B7B2ADD04C}"/>
          </ac:spMkLst>
        </pc:spChg>
        <pc:spChg chg="add del mod">
          <ac:chgData name="James Pengelly" userId="d269fecd-a8a2-4e5a-93ae-88bdaab21f51" providerId="ADAL" clId="{2B03C77C-EEC5-47C9-BE3B-FD7A15194A2F}" dt="2023-09-19T10:45:44.415" v="58" actId="478"/>
          <ac:spMkLst>
            <pc:docMk/>
            <pc:sldMk cId="1368180728" sldId="269"/>
            <ac:spMk id="7" creationId="{4C35E018-5B2F-853D-98B8-EBD42FB0B8C7}"/>
          </ac:spMkLst>
        </pc:spChg>
        <pc:spChg chg="add mod ord">
          <ac:chgData name="James Pengelly" userId="d269fecd-a8a2-4e5a-93ae-88bdaab21f51" providerId="ADAL" clId="{2B03C77C-EEC5-47C9-BE3B-FD7A15194A2F}" dt="2023-09-19T10:45:53.905" v="67" actId="20577"/>
          <ac:spMkLst>
            <pc:docMk/>
            <pc:sldMk cId="1368180728" sldId="269"/>
            <ac:spMk id="10" creationId="{8E650218-2DD7-BD1F-1B54-463C514D7C1B}"/>
          </ac:spMkLst>
        </pc:spChg>
        <pc:spChg chg="add del mod ord">
          <ac:chgData name="James Pengelly" userId="d269fecd-a8a2-4e5a-93ae-88bdaab21f51" providerId="ADAL" clId="{2B03C77C-EEC5-47C9-BE3B-FD7A15194A2F}" dt="2023-09-19T10:45:57.047" v="69"/>
          <ac:spMkLst>
            <pc:docMk/>
            <pc:sldMk cId="1368180728" sldId="269"/>
            <ac:spMk id="11" creationId="{E01FB0A3-BBF4-EC6E-4C6A-4D5FD2518688}"/>
          </ac:spMkLst>
        </pc:spChg>
        <pc:picChg chg="del">
          <ac:chgData name="James Pengelly" userId="d269fecd-a8a2-4e5a-93ae-88bdaab21f51" providerId="ADAL" clId="{2B03C77C-EEC5-47C9-BE3B-FD7A15194A2F}" dt="2023-09-19T10:45:38.339" v="56" actId="21"/>
          <ac:picMkLst>
            <pc:docMk/>
            <pc:sldMk cId="1368180728" sldId="269"/>
            <ac:picMk id="8" creationId="{E88F4FD8-C863-643A-F185-4BE01DE8B91B}"/>
          </ac:picMkLst>
        </pc:picChg>
        <pc:picChg chg="add del mod">
          <ac:chgData name="James Pengelly" userId="d269fecd-a8a2-4e5a-93ae-88bdaab21f51" providerId="ADAL" clId="{2B03C77C-EEC5-47C9-BE3B-FD7A15194A2F}" dt="2023-09-19T10:45:56.309" v="68" actId="21"/>
          <ac:picMkLst>
            <pc:docMk/>
            <pc:sldMk cId="1368180728" sldId="269"/>
            <ac:picMk id="9" creationId="{89DB6F27-C64A-FC04-40BF-B5DEAB4559D0}"/>
          </ac:picMkLst>
        </pc:picChg>
        <pc:picChg chg="add mod">
          <ac:chgData name="James Pengelly" userId="d269fecd-a8a2-4e5a-93ae-88bdaab21f51" providerId="ADAL" clId="{2B03C77C-EEC5-47C9-BE3B-FD7A15194A2F}" dt="2023-09-19T10:46:06.071" v="71" actId="1076"/>
          <ac:picMkLst>
            <pc:docMk/>
            <pc:sldMk cId="1368180728" sldId="269"/>
            <ac:picMk id="12" creationId="{FF40AA72-B8F9-0647-7116-C3474C7198F0}"/>
          </ac:picMkLst>
        </pc:picChg>
      </pc:sldChg>
      <pc:sldChg chg="addSp delSp modSp mod chgLayout">
        <pc:chgData name="James Pengelly" userId="d269fecd-a8a2-4e5a-93ae-88bdaab21f51" providerId="ADAL" clId="{2B03C77C-EEC5-47C9-BE3B-FD7A15194A2F}" dt="2023-09-19T10:44:49.262" v="32" actId="27636"/>
        <pc:sldMkLst>
          <pc:docMk/>
          <pc:sldMk cId="3714791035" sldId="273"/>
        </pc:sldMkLst>
        <pc:spChg chg="mod ord">
          <ac:chgData name="James Pengelly" userId="d269fecd-a8a2-4e5a-93ae-88bdaab21f51" providerId="ADAL" clId="{2B03C77C-EEC5-47C9-BE3B-FD7A15194A2F}" dt="2023-09-19T10:44:46.398" v="27" actId="6264"/>
          <ac:spMkLst>
            <pc:docMk/>
            <pc:sldMk cId="3714791035" sldId="273"/>
            <ac:spMk id="2" creationId="{5A78B9D2-75C6-4E31-8D20-2472152AE3E2}"/>
          </ac:spMkLst>
        </pc:spChg>
        <pc:spChg chg="add del mod">
          <ac:chgData name="James Pengelly" userId="d269fecd-a8a2-4e5a-93ae-88bdaab21f51" providerId="ADAL" clId="{2B03C77C-EEC5-47C9-BE3B-FD7A15194A2F}" dt="2023-09-19T10:44:46.398" v="27" actId="6264"/>
          <ac:spMkLst>
            <pc:docMk/>
            <pc:sldMk cId="3714791035" sldId="273"/>
            <ac:spMk id="3" creationId="{5CD543AB-B146-88CC-22D4-25F81B98DA6D}"/>
          </ac:spMkLst>
        </pc:spChg>
        <pc:spChg chg="mod ord">
          <ac:chgData name="James Pengelly" userId="d269fecd-a8a2-4e5a-93ae-88bdaab21f51" providerId="ADAL" clId="{2B03C77C-EEC5-47C9-BE3B-FD7A15194A2F}" dt="2023-09-19T10:44:46.398" v="27" actId="6264"/>
          <ac:spMkLst>
            <pc:docMk/>
            <pc:sldMk cId="3714791035" sldId="273"/>
            <ac:spMk id="4" creationId="{81D661B8-EEC6-4B47-84B5-8687AB7DEF59}"/>
          </ac:spMkLst>
        </pc:spChg>
        <pc:spChg chg="del mod">
          <ac:chgData name="James Pengelly" userId="d269fecd-a8a2-4e5a-93ae-88bdaab21f51" providerId="ADAL" clId="{2B03C77C-EEC5-47C9-BE3B-FD7A15194A2F}" dt="2023-09-19T10:44:45.452" v="26" actId="478"/>
          <ac:spMkLst>
            <pc:docMk/>
            <pc:sldMk cId="3714791035" sldId="273"/>
            <ac:spMk id="5" creationId="{137E005E-A66D-4D0E-9B1A-24F6766E1709}"/>
          </ac:spMkLst>
        </pc:spChg>
        <pc:spChg chg="add del mod">
          <ac:chgData name="James Pengelly" userId="d269fecd-a8a2-4e5a-93ae-88bdaab21f51" providerId="ADAL" clId="{2B03C77C-EEC5-47C9-BE3B-FD7A15194A2F}" dt="2023-09-19T10:44:46.398" v="27" actId="6264"/>
          <ac:spMkLst>
            <pc:docMk/>
            <pc:sldMk cId="3714791035" sldId="273"/>
            <ac:spMk id="6" creationId="{0C5E4934-33D1-EC46-E659-9A564665C1D2}"/>
          </ac:spMkLst>
        </pc:spChg>
        <pc:spChg chg="add mod ord">
          <ac:chgData name="James Pengelly" userId="d269fecd-a8a2-4e5a-93ae-88bdaab21f51" providerId="ADAL" clId="{2B03C77C-EEC5-47C9-BE3B-FD7A15194A2F}" dt="2023-09-19T10:44:49.262" v="32" actId="27636"/>
          <ac:spMkLst>
            <pc:docMk/>
            <pc:sldMk cId="3714791035" sldId="273"/>
            <ac:spMk id="7" creationId="{D7318F77-3B11-3027-4B7E-98AEF7DF9956}"/>
          </ac:spMkLst>
        </pc:spChg>
      </pc:sldChg>
      <pc:sldChg chg="addSp delSp modSp mod chgLayout">
        <pc:chgData name="James Pengelly" userId="d269fecd-a8a2-4e5a-93ae-88bdaab21f51" providerId="ADAL" clId="{2B03C77C-EEC5-47C9-BE3B-FD7A15194A2F}" dt="2023-09-19T10:44:56.414" v="39" actId="20577"/>
        <pc:sldMkLst>
          <pc:docMk/>
          <pc:sldMk cId="2256633911" sldId="274"/>
        </pc:sldMkLst>
        <pc:spChg chg="mod ord">
          <ac:chgData name="James Pengelly" userId="d269fecd-a8a2-4e5a-93ae-88bdaab21f51" providerId="ADAL" clId="{2B03C77C-EEC5-47C9-BE3B-FD7A15194A2F}" dt="2023-09-19T10:44:54.312" v="35" actId="6264"/>
          <ac:spMkLst>
            <pc:docMk/>
            <pc:sldMk cId="2256633911" sldId="274"/>
            <ac:spMk id="2" creationId="{5A78B9D2-75C6-4E31-8D20-2472152AE3E2}"/>
          </ac:spMkLst>
        </pc:spChg>
        <pc:spChg chg="add del mod">
          <ac:chgData name="James Pengelly" userId="d269fecd-a8a2-4e5a-93ae-88bdaab21f51" providerId="ADAL" clId="{2B03C77C-EEC5-47C9-BE3B-FD7A15194A2F}" dt="2023-09-19T10:44:54.312" v="35" actId="6264"/>
          <ac:spMkLst>
            <pc:docMk/>
            <pc:sldMk cId="2256633911" sldId="274"/>
            <ac:spMk id="3" creationId="{4016E109-28A5-4234-8BD1-52657D7D5A41}"/>
          </ac:spMkLst>
        </pc:spChg>
        <pc:spChg chg="mod ord">
          <ac:chgData name="James Pengelly" userId="d269fecd-a8a2-4e5a-93ae-88bdaab21f51" providerId="ADAL" clId="{2B03C77C-EEC5-47C9-BE3B-FD7A15194A2F}" dt="2023-09-19T10:44:54.312" v="35" actId="6264"/>
          <ac:spMkLst>
            <pc:docMk/>
            <pc:sldMk cId="2256633911" sldId="274"/>
            <ac:spMk id="4" creationId="{81D661B8-EEC6-4B47-84B5-8687AB7DEF59}"/>
          </ac:spMkLst>
        </pc:spChg>
        <pc:spChg chg="del mod">
          <ac:chgData name="James Pengelly" userId="d269fecd-a8a2-4e5a-93ae-88bdaab21f51" providerId="ADAL" clId="{2B03C77C-EEC5-47C9-BE3B-FD7A15194A2F}" dt="2023-09-19T10:44:53.681" v="34" actId="478"/>
          <ac:spMkLst>
            <pc:docMk/>
            <pc:sldMk cId="2256633911" sldId="274"/>
            <ac:spMk id="5" creationId="{137E005E-A66D-4D0E-9B1A-24F6766E1709}"/>
          </ac:spMkLst>
        </pc:spChg>
        <pc:spChg chg="add del mod">
          <ac:chgData name="James Pengelly" userId="d269fecd-a8a2-4e5a-93ae-88bdaab21f51" providerId="ADAL" clId="{2B03C77C-EEC5-47C9-BE3B-FD7A15194A2F}" dt="2023-09-19T10:44:54.312" v="35" actId="6264"/>
          <ac:spMkLst>
            <pc:docMk/>
            <pc:sldMk cId="2256633911" sldId="274"/>
            <ac:spMk id="6" creationId="{D0F59B50-21D2-D01F-C020-9717B4D0E999}"/>
          </ac:spMkLst>
        </pc:spChg>
        <pc:spChg chg="add mod ord">
          <ac:chgData name="James Pengelly" userId="d269fecd-a8a2-4e5a-93ae-88bdaab21f51" providerId="ADAL" clId="{2B03C77C-EEC5-47C9-BE3B-FD7A15194A2F}" dt="2023-09-19T10:44:56.414" v="39" actId="20577"/>
          <ac:spMkLst>
            <pc:docMk/>
            <pc:sldMk cId="2256633911" sldId="274"/>
            <ac:spMk id="7" creationId="{7E42CC1A-5405-9B8B-279C-4A67A9ACE4B6}"/>
          </ac:spMkLst>
        </pc:spChg>
      </pc:sldChg>
      <pc:sldChg chg="addSp delSp modSp mod chgLayout">
        <pc:chgData name="James Pengelly" userId="d269fecd-a8a2-4e5a-93ae-88bdaab21f51" providerId="ADAL" clId="{2B03C77C-EEC5-47C9-BE3B-FD7A15194A2F}" dt="2023-09-19T10:45:11.505" v="50" actId="20577"/>
        <pc:sldMkLst>
          <pc:docMk/>
          <pc:sldMk cId="3161879983" sldId="275"/>
        </pc:sldMkLst>
        <pc:spChg chg="mod ord">
          <ac:chgData name="James Pengelly" userId="d269fecd-a8a2-4e5a-93ae-88bdaab21f51" providerId="ADAL" clId="{2B03C77C-EEC5-47C9-BE3B-FD7A15194A2F}" dt="2023-09-19T10:45:01.931" v="42" actId="6264"/>
          <ac:spMkLst>
            <pc:docMk/>
            <pc:sldMk cId="3161879983" sldId="275"/>
            <ac:spMk id="2" creationId="{5A78B9D2-75C6-4E31-8D20-2472152AE3E2}"/>
          </ac:spMkLst>
        </pc:spChg>
        <pc:spChg chg="add del mod">
          <ac:chgData name="James Pengelly" userId="d269fecd-a8a2-4e5a-93ae-88bdaab21f51" providerId="ADAL" clId="{2B03C77C-EEC5-47C9-BE3B-FD7A15194A2F}" dt="2023-09-19T10:45:01.931" v="42" actId="6264"/>
          <ac:spMkLst>
            <pc:docMk/>
            <pc:sldMk cId="3161879983" sldId="275"/>
            <ac:spMk id="3" creationId="{D64E046D-1862-3FEA-3C00-0C538C13A1C1}"/>
          </ac:spMkLst>
        </pc:spChg>
        <pc:spChg chg="mod ord">
          <ac:chgData name="James Pengelly" userId="d269fecd-a8a2-4e5a-93ae-88bdaab21f51" providerId="ADAL" clId="{2B03C77C-EEC5-47C9-BE3B-FD7A15194A2F}" dt="2023-09-19T10:45:01.931" v="42" actId="6264"/>
          <ac:spMkLst>
            <pc:docMk/>
            <pc:sldMk cId="3161879983" sldId="275"/>
            <ac:spMk id="4" creationId="{81D661B8-EEC6-4B47-84B5-8687AB7DEF59}"/>
          </ac:spMkLst>
        </pc:spChg>
        <pc:spChg chg="del mod">
          <ac:chgData name="James Pengelly" userId="d269fecd-a8a2-4e5a-93ae-88bdaab21f51" providerId="ADAL" clId="{2B03C77C-EEC5-47C9-BE3B-FD7A15194A2F}" dt="2023-09-19T10:45:00.809" v="41" actId="478"/>
          <ac:spMkLst>
            <pc:docMk/>
            <pc:sldMk cId="3161879983" sldId="275"/>
            <ac:spMk id="5" creationId="{137E005E-A66D-4D0E-9B1A-24F6766E1709}"/>
          </ac:spMkLst>
        </pc:spChg>
        <pc:spChg chg="add del mod">
          <ac:chgData name="James Pengelly" userId="d269fecd-a8a2-4e5a-93ae-88bdaab21f51" providerId="ADAL" clId="{2B03C77C-EEC5-47C9-BE3B-FD7A15194A2F}" dt="2023-09-19T10:45:01.931" v="42" actId="6264"/>
          <ac:spMkLst>
            <pc:docMk/>
            <pc:sldMk cId="3161879983" sldId="275"/>
            <ac:spMk id="6" creationId="{C7BEC58C-67BF-1AE2-4496-8B35CE1C127C}"/>
          </ac:spMkLst>
        </pc:spChg>
        <pc:spChg chg="add mod ord">
          <ac:chgData name="James Pengelly" userId="d269fecd-a8a2-4e5a-93ae-88bdaab21f51" providerId="ADAL" clId="{2B03C77C-EEC5-47C9-BE3B-FD7A15194A2F}" dt="2023-09-19T10:45:11.505" v="50" actId="20577"/>
          <ac:spMkLst>
            <pc:docMk/>
            <pc:sldMk cId="3161879983" sldId="275"/>
            <ac:spMk id="7" creationId="{81D0D39A-11A0-8D30-66AC-639F06789677}"/>
          </ac:spMkLst>
        </pc:spChg>
      </pc:sldChg>
      <pc:sldChg chg="addSp delSp modSp mod modClrScheme chgLayout">
        <pc:chgData name="James Pengelly" userId="d269fecd-a8a2-4e5a-93ae-88bdaab21f51" providerId="ADAL" clId="{2B03C77C-EEC5-47C9-BE3B-FD7A15194A2F}" dt="2023-09-19T10:45:35.360" v="55" actId="1076"/>
        <pc:sldMkLst>
          <pc:docMk/>
          <pc:sldMk cId="2099058648" sldId="277"/>
        </pc:sldMkLst>
        <pc:spChg chg="mod ord">
          <ac:chgData name="James Pengelly" userId="d269fecd-a8a2-4e5a-93ae-88bdaab21f51" providerId="ADAL" clId="{2B03C77C-EEC5-47C9-BE3B-FD7A15194A2F}" dt="2023-09-19T10:45:27.447" v="52" actId="700"/>
          <ac:spMkLst>
            <pc:docMk/>
            <pc:sldMk cId="2099058648" sldId="277"/>
            <ac:spMk id="2" creationId="{EBE9F564-251E-4378-B4D0-692726090772}"/>
          </ac:spMkLst>
        </pc:spChg>
        <pc:spChg chg="add mod ord">
          <ac:chgData name="James Pengelly" userId="d269fecd-a8a2-4e5a-93ae-88bdaab21f51" providerId="ADAL" clId="{2B03C77C-EEC5-47C9-BE3B-FD7A15194A2F}" dt="2023-09-19T10:45:28.798" v="53"/>
          <ac:spMkLst>
            <pc:docMk/>
            <pc:sldMk cId="2099058648" sldId="277"/>
            <ac:spMk id="3" creationId="{5458BA2D-7090-2AE0-DCD3-714F89308165}"/>
          </ac:spMkLst>
        </pc:spChg>
        <pc:spChg chg="mod ord">
          <ac:chgData name="James Pengelly" userId="d269fecd-a8a2-4e5a-93ae-88bdaab21f51" providerId="ADAL" clId="{2B03C77C-EEC5-47C9-BE3B-FD7A15194A2F}" dt="2023-09-19T10:45:27.447" v="52" actId="700"/>
          <ac:spMkLst>
            <pc:docMk/>
            <pc:sldMk cId="2099058648" sldId="277"/>
            <ac:spMk id="4" creationId="{80C4C0A8-03F5-4F2B-9EB9-918B55C258A2}"/>
          </ac:spMkLst>
        </pc:spChg>
        <pc:spChg chg="del mod">
          <ac:chgData name="James Pengelly" userId="d269fecd-a8a2-4e5a-93ae-88bdaab21f51" providerId="ADAL" clId="{2B03C77C-EEC5-47C9-BE3B-FD7A15194A2F}" dt="2023-09-19T10:45:31.818" v="54" actId="478"/>
          <ac:spMkLst>
            <pc:docMk/>
            <pc:sldMk cId="2099058648" sldId="277"/>
            <ac:spMk id="5" creationId="{372FA240-3863-4D01-94C7-5E89B539BF0B}"/>
          </ac:spMkLst>
        </pc:spChg>
        <pc:spChg chg="mod">
          <ac:chgData name="James Pengelly" userId="d269fecd-a8a2-4e5a-93ae-88bdaab21f51" providerId="ADAL" clId="{2B03C77C-EEC5-47C9-BE3B-FD7A15194A2F}" dt="2023-09-19T10:45:35.360" v="55" actId="1076"/>
          <ac:spMkLst>
            <pc:docMk/>
            <pc:sldMk cId="2099058648" sldId="277"/>
            <ac:spMk id="6" creationId="{6C97A144-0634-4203-BEE3-57B7B2ADD04C}"/>
          </ac:spMkLst>
        </pc:spChg>
        <pc:picChg chg="mod ord">
          <ac:chgData name="James Pengelly" userId="d269fecd-a8a2-4e5a-93ae-88bdaab21f51" providerId="ADAL" clId="{2B03C77C-EEC5-47C9-BE3B-FD7A15194A2F}" dt="2023-09-19T10:45:27.447" v="52" actId="700"/>
          <ac:picMkLst>
            <pc:docMk/>
            <pc:sldMk cId="2099058648" sldId="277"/>
            <ac:picMk id="8" creationId="{B9AF57BD-F116-5704-0CC0-B98B0D583817}"/>
          </ac:picMkLst>
        </pc:picChg>
      </pc:sldChg>
      <pc:sldChg chg="addSp delSp modSp mod modClrScheme chgLayout">
        <pc:chgData name="James Pengelly" userId="d269fecd-a8a2-4e5a-93ae-88bdaab21f51" providerId="ADAL" clId="{2B03C77C-EEC5-47C9-BE3B-FD7A15194A2F}" dt="2023-09-19T10:47:41.925" v="117" actId="1076"/>
        <pc:sldMkLst>
          <pc:docMk/>
          <pc:sldMk cId="1360421885" sldId="278"/>
        </pc:sldMkLst>
        <pc:spChg chg="mod ord">
          <ac:chgData name="James Pengelly" userId="d269fecd-a8a2-4e5a-93ae-88bdaab21f51" providerId="ADAL" clId="{2B03C77C-EEC5-47C9-BE3B-FD7A15194A2F}" dt="2023-09-19T10:47:19.050" v="102" actId="700"/>
          <ac:spMkLst>
            <pc:docMk/>
            <pc:sldMk cId="1360421885" sldId="278"/>
            <ac:spMk id="2" creationId="{EBE9F564-251E-4378-B4D0-692726090772}"/>
          </ac:spMkLst>
        </pc:spChg>
        <pc:spChg chg="mod ord">
          <ac:chgData name="James Pengelly" userId="d269fecd-a8a2-4e5a-93ae-88bdaab21f51" providerId="ADAL" clId="{2B03C77C-EEC5-47C9-BE3B-FD7A15194A2F}" dt="2023-09-19T10:47:19.050" v="102" actId="700"/>
          <ac:spMkLst>
            <pc:docMk/>
            <pc:sldMk cId="1360421885" sldId="278"/>
            <ac:spMk id="4" creationId="{80C4C0A8-03F5-4F2B-9EB9-918B55C258A2}"/>
          </ac:spMkLst>
        </pc:spChg>
        <pc:spChg chg="del mod">
          <ac:chgData name="James Pengelly" userId="d269fecd-a8a2-4e5a-93ae-88bdaab21f51" providerId="ADAL" clId="{2B03C77C-EEC5-47C9-BE3B-FD7A15194A2F}" dt="2023-09-19T10:47:38.640" v="115"/>
          <ac:spMkLst>
            <pc:docMk/>
            <pc:sldMk cId="1360421885" sldId="278"/>
            <ac:spMk id="5" creationId="{372FA240-3863-4D01-94C7-5E89B539BF0B}"/>
          </ac:spMkLst>
        </pc:spChg>
        <pc:spChg chg="add mod ord">
          <ac:chgData name="James Pengelly" userId="d269fecd-a8a2-4e5a-93ae-88bdaab21f51" providerId="ADAL" clId="{2B03C77C-EEC5-47C9-BE3B-FD7A15194A2F}" dt="2023-09-19T10:47:36.973" v="112" actId="20577"/>
          <ac:spMkLst>
            <pc:docMk/>
            <pc:sldMk cId="1360421885" sldId="278"/>
            <ac:spMk id="8" creationId="{B6E1DB6D-19F1-C378-F1E7-28CF1F6744F4}"/>
          </ac:spMkLst>
        </pc:spChg>
        <pc:spChg chg="add del mod ord">
          <ac:chgData name="James Pengelly" userId="d269fecd-a8a2-4e5a-93ae-88bdaab21f51" providerId="ADAL" clId="{2B03C77C-EEC5-47C9-BE3B-FD7A15194A2F}" dt="2023-09-19T10:47:39.496" v="116"/>
          <ac:spMkLst>
            <pc:docMk/>
            <pc:sldMk cId="1360421885" sldId="278"/>
            <ac:spMk id="9" creationId="{7956CF01-468A-33E2-7D2E-A1BC29EA7C48}"/>
          </ac:spMkLst>
        </pc:spChg>
        <pc:picChg chg="add del mod">
          <ac:chgData name="James Pengelly" userId="d269fecd-a8a2-4e5a-93ae-88bdaab21f51" providerId="ADAL" clId="{2B03C77C-EEC5-47C9-BE3B-FD7A15194A2F}" dt="2023-09-19T10:47:38.624" v="113" actId="21"/>
          <ac:picMkLst>
            <pc:docMk/>
            <pc:sldMk cId="1360421885" sldId="278"/>
            <ac:picMk id="3" creationId="{431F1040-5E5E-5144-990A-344EC0B854D2}"/>
          </ac:picMkLst>
        </pc:picChg>
        <pc:picChg chg="del">
          <ac:chgData name="James Pengelly" userId="d269fecd-a8a2-4e5a-93ae-88bdaab21f51" providerId="ADAL" clId="{2B03C77C-EEC5-47C9-BE3B-FD7A15194A2F}" dt="2023-09-19T10:47:13.844" v="99" actId="21"/>
          <ac:picMkLst>
            <pc:docMk/>
            <pc:sldMk cId="1360421885" sldId="278"/>
            <ac:picMk id="7" creationId="{D196F3FD-E37B-5BB6-3391-964E9E8FB778}"/>
          </ac:picMkLst>
        </pc:picChg>
        <pc:picChg chg="add mod">
          <ac:chgData name="James Pengelly" userId="d269fecd-a8a2-4e5a-93ae-88bdaab21f51" providerId="ADAL" clId="{2B03C77C-EEC5-47C9-BE3B-FD7A15194A2F}" dt="2023-09-19T10:47:41.925" v="117" actId="1076"/>
          <ac:picMkLst>
            <pc:docMk/>
            <pc:sldMk cId="1360421885" sldId="278"/>
            <ac:picMk id="10" creationId="{F4771DD3-64B4-551F-F97D-B2F7EA516825}"/>
          </ac:picMkLst>
        </pc:picChg>
      </pc:sldChg>
      <pc:sldChg chg="addSp delSp modSp mod modClrScheme chgLayout">
        <pc:chgData name="James Pengelly" userId="d269fecd-a8a2-4e5a-93ae-88bdaab21f51" providerId="ADAL" clId="{2B03C77C-EEC5-47C9-BE3B-FD7A15194A2F}" dt="2023-09-19T10:47:04.125" v="98" actId="1076"/>
        <pc:sldMkLst>
          <pc:docMk/>
          <pc:sldMk cId="3430947202" sldId="279"/>
        </pc:sldMkLst>
        <pc:spChg chg="mod ord">
          <ac:chgData name="James Pengelly" userId="d269fecd-a8a2-4e5a-93ae-88bdaab21f51" providerId="ADAL" clId="{2B03C77C-EEC5-47C9-BE3B-FD7A15194A2F}" dt="2023-09-19T10:46:51.348" v="85" actId="700"/>
          <ac:spMkLst>
            <pc:docMk/>
            <pc:sldMk cId="3430947202" sldId="279"/>
            <ac:spMk id="2" creationId="{EBE9F564-251E-4378-B4D0-692726090772}"/>
          </ac:spMkLst>
        </pc:spChg>
        <pc:spChg chg="add mod ord">
          <ac:chgData name="James Pengelly" userId="d269fecd-a8a2-4e5a-93ae-88bdaab21f51" providerId="ADAL" clId="{2B03C77C-EEC5-47C9-BE3B-FD7A15194A2F}" dt="2023-09-19T10:47:00.055" v="97" actId="20577"/>
          <ac:spMkLst>
            <pc:docMk/>
            <pc:sldMk cId="3430947202" sldId="279"/>
            <ac:spMk id="3" creationId="{F3C589FA-9D32-B8A8-D107-2A7C160CDAD9}"/>
          </ac:spMkLst>
        </pc:spChg>
        <pc:spChg chg="mod ord">
          <ac:chgData name="James Pengelly" userId="d269fecd-a8a2-4e5a-93ae-88bdaab21f51" providerId="ADAL" clId="{2B03C77C-EEC5-47C9-BE3B-FD7A15194A2F}" dt="2023-09-19T10:46:51.348" v="85" actId="700"/>
          <ac:spMkLst>
            <pc:docMk/>
            <pc:sldMk cId="3430947202" sldId="279"/>
            <ac:spMk id="4" creationId="{80C4C0A8-03F5-4F2B-9EB9-918B55C258A2}"/>
          </ac:spMkLst>
        </pc:spChg>
        <pc:spChg chg="del mod">
          <ac:chgData name="James Pengelly" userId="d269fecd-a8a2-4e5a-93ae-88bdaab21f51" providerId="ADAL" clId="{2B03C77C-EEC5-47C9-BE3B-FD7A15194A2F}" dt="2023-09-19T10:46:49.054" v="84" actId="478"/>
          <ac:spMkLst>
            <pc:docMk/>
            <pc:sldMk cId="3430947202" sldId="279"/>
            <ac:spMk id="5" creationId="{372FA240-3863-4D01-94C7-5E89B539BF0B}"/>
          </ac:spMkLst>
        </pc:spChg>
        <pc:spChg chg="mod">
          <ac:chgData name="James Pengelly" userId="d269fecd-a8a2-4e5a-93ae-88bdaab21f51" providerId="ADAL" clId="{2B03C77C-EEC5-47C9-BE3B-FD7A15194A2F}" dt="2023-09-19T10:47:04.125" v="98" actId="1076"/>
          <ac:spMkLst>
            <pc:docMk/>
            <pc:sldMk cId="3430947202" sldId="279"/>
            <ac:spMk id="6" creationId="{6C97A144-0634-4203-BEE3-57B7B2ADD04C}"/>
          </ac:spMkLst>
        </pc:spChg>
        <pc:picChg chg="mod ord">
          <ac:chgData name="James Pengelly" userId="d269fecd-a8a2-4e5a-93ae-88bdaab21f51" providerId="ADAL" clId="{2B03C77C-EEC5-47C9-BE3B-FD7A15194A2F}" dt="2023-09-19T10:46:51.348" v="85" actId="700"/>
          <ac:picMkLst>
            <pc:docMk/>
            <pc:sldMk cId="3430947202" sldId="279"/>
            <ac:picMk id="8" creationId="{3A9F9251-1FB9-EF25-B579-1728699E7CC2}"/>
          </ac:picMkLst>
        </pc:picChg>
      </pc:sldChg>
      <pc:sldChg chg="addSp delSp modSp mod modClrScheme chgLayout">
        <pc:chgData name="James Pengelly" userId="d269fecd-a8a2-4e5a-93ae-88bdaab21f51" providerId="ADAL" clId="{2B03C77C-EEC5-47C9-BE3B-FD7A15194A2F}" dt="2023-09-19T10:48:03.620" v="127"/>
        <pc:sldMkLst>
          <pc:docMk/>
          <pc:sldMk cId="2399993089" sldId="282"/>
        </pc:sldMkLst>
        <pc:spChg chg="mod ord">
          <ac:chgData name="James Pengelly" userId="d269fecd-a8a2-4e5a-93ae-88bdaab21f51" providerId="ADAL" clId="{2B03C77C-EEC5-47C9-BE3B-FD7A15194A2F}" dt="2023-09-19T10:47:47.382" v="118" actId="700"/>
          <ac:spMkLst>
            <pc:docMk/>
            <pc:sldMk cId="2399993089" sldId="282"/>
            <ac:spMk id="2" creationId="{EBE9F564-251E-4378-B4D0-692726090772}"/>
          </ac:spMkLst>
        </pc:spChg>
        <pc:spChg chg="add mod ord">
          <ac:chgData name="James Pengelly" userId="d269fecd-a8a2-4e5a-93ae-88bdaab21f51" providerId="ADAL" clId="{2B03C77C-EEC5-47C9-BE3B-FD7A15194A2F}" dt="2023-09-19T10:47:58.189" v="124" actId="20577"/>
          <ac:spMkLst>
            <pc:docMk/>
            <pc:sldMk cId="2399993089" sldId="282"/>
            <ac:spMk id="3" creationId="{9D0EE6A2-D5E2-2F5E-49BC-10671AAB002F}"/>
          </ac:spMkLst>
        </pc:spChg>
        <pc:spChg chg="mod ord">
          <ac:chgData name="James Pengelly" userId="d269fecd-a8a2-4e5a-93ae-88bdaab21f51" providerId="ADAL" clId="{2B03C77C-EEC5-47C9-BE3B-FD7A15194A2F}" dt="2023-09-19T10:47:47.382" v="118" actId="700"/>
          <ac:spMkLst>
            <pc:docMk/>
            <pc:sldMk cId="2399993089" sldId="282"/>
            <ac:spMk id="4" creationId="{80C4C0A8-03F5-4F2B-9EB9-918B55C258A2}"/>
          </ac:spMkLst>
        </pc:spChg>
        <pc:spChg chg="del mod">
          <ac:chgData name="James Pengelly" userId="d269fecd-a8a2-4e5a-93ae-88bdaab21f51" providerId="ADAL" clId="{2B03C77C-EEC5-47C9-BE3B-FD7A15194A2F}" dt="2023-09-19T10:48:03.620" v="127"/>
          <ac:spMkLst>
            <pc:docMk/>
            <pc:sldMk cId="2399993089" sldId="282"/>
            <ac:spMk id="5" creationId="{372FA240-3863-4D01-94C7-5E89B539BF0B}"/>
          </ac:spMkLst>
        </pc:spChg>
        <pc:spChg chg="mod">
          <ac:chgData name="James Pengelly" userId="d269fecd-a8a2-4e5a-93ae-88bdaab21f51" providerId="ADAL" clId="{2B03C77C-EEC5-47C9-BE3B-FD7A15194A2F}" dt="2023-09-19T10:48:02.985" v="125" actId="1076"/>
          <ac:spMkLst>
            <pc:docMk/>
            <pc:sldMk cId="2399993089" sldId="282"/>
            <ac:spMk id="6" creationId="{6C97A144-0634-4203-BEE3-57B7B2ADD04C}"/>
          </ac:spMkLst>
        </pc:spChg>
        <pc:picChg chg="mod ord">
          <ac:chgData name="James Pengelly" userId="d269fecd-a8a2-4e5a-93ae-88bdaab21f51" providerId="ADAL" clId="{2B03C77C-EEC5-47C9-BE3B-FD7A15194A2F}" dt="2023-09-19T10:47:47.382" v="118" actId="700"/>
          <ac:picMkLst>
            <pc:docMk/>
            <pc:sldMk cId="2399993089" sldId="282"/>
            <ac:picMk id="8" creationId="{8C7B1B9C-D34A-8EA4-BBDE-BEDAEE670D8D}"/>
          </ac:picMkLst>
        </pc:picChg>
      </pc:sldChg>
      <pc:sldChg chg="addSp delSp modSp mod modClrScheme chgLayout">
        <pc:chgData name="James Pengelly" userId="d269fecd-a8a2-4e5a-93ae-88bdaab21f51" providerId="ADAL" clId="{2B03C77C-EEC5-47C9-BE3B-FD7A15194A2F}" dt="2023-09-19T10:48:26.771" v="140" actId="1076"/>
        <pc:sldMkLst>
          <pc:docMk/>
          <pc:sldMk cId="2210425101" sldId="283"/>
        </pc:sldMkLst>
        <pc:spChg chg="mod ord">
          <ac:chgData name="James Pengelly" userId="d269fecd-a8a2-4e5a-93ae-88bdaab21f51" providerId="ADAL" clId="{2B03C77C-EEC5-47C9-BE3B-FD7A15194A2F}" dt="2023-09-19T10:48:17.030" v="134" actId="700"/>
          <ac:spMkLst>
            <pc:docMk/>
            <pc:sldMk cId="2210425101" sldId="283"/>
            <ac:spMk id="2" creationId="{EBE9F564-251E-4378-B4D0-692726090772}"/>
          </ac:spMkLst>
        </pc:spChg>
        <pc:spChg chg="mod ord">
          <ac:chgData name="James Pengelly" userId="d269fecd-a8a2-4e5a-93ae-88bdaab21f51" providerId="ADAL" clId="{2B03C77C-EEC5-47C9-BE3B-FD7A15194A2F}" dt="2023-09-19T10:48:17.030" v="134" actId="700"/>
          <ac:spMkLst>
            <pc:docMk/>
            <pc:sldMk cId="2210425101" sldId="283"/>
            <ac:spMk id="4" creationId="{80C4C0A8-03F5-4F2B-9EB9-918B55C258A2}"/>
          </ac:spMkLst>
        </pc:spChg>
        <pc:spChg chg="del mod">
          <ac:chgData name="James Pengelly" userId="d269fecd-a8a2-4e5a-93ae-88bdaab21f51" providerId="ADAL" clId="{2B03C77C-EEC5-47C9-BE3B-FD7A15194A2F}" dt="2023-09-19T10:48:15.528" v="133" actId="478"/>
          <ac:spMkLst>
            <pc:docMk/>
            <pc:sldMk cId="2210425101" sldId="283"/>
            <ac:spMk id="5" creationId="{372FA240-3863-4D01-94C7-5E89B539BF0B}"/>
          </ac:spMkLst>
        </pc:spChg>
        <pc:spChg chg="mod">
          <ac:chgData name="James Pengelly" userId="d269fecd-a8a2-4e5a-93ae-88bdaab21f51" providerId="ADAL" clId="{2B03C77C-EEC5-47C9-BE3B-FD7A15194A2F}" dt="2023-09-19T10:48:26.771" v="140" actId="1076"/>
          <ac:spMkLst>
            <pc:docMk/>
            <pc:sldMk cId="2210425101" sldId="283"/>
            <ac:spMk id="6" creationId="{6C97A144-0634-4203-BEE3-57B7B2ADD04C}"/>
          </ac:spMkLst>
        </pc:spChg>
        <pc:spChg chg="add del mod">
          <ac:chgData name="James Pengelly" userId="d269fecd-a8a2-4e5a-93ae-88bdaab21f51" providerId="ADAL" clId="{2B03C77C-EEC5-47C9-BE3B-FD7A15194A2F}" dt="2023-09-19T10:48:12.097" v="131" actId="478"/>
          <ac:spMkLst>
            <pc:docMk/>
            <pc:sldMk cId="2210425101" sldId="283"/>
            <ac:spMk id="7" creationId="{A9E4A237-D153-CC45-3B39-B59E652C7972}"/>
          </ac:spMkLst>
        </pc:spChg>
        <pc:spChg chg="add mod ord">
          <ac:chgData name="James Pengelly" userId="d269fecd-a8a2-4e5a-93ae-88bdaab21f51" providerId="ADAL" clId="{2B03C77C-EEC5-47C9-BE3B-FD7A15194A2F}" dt="2023-09-19T10:48:20.067" v="137" actId="20577"/>
          <ac:spMkLst>
            <pc:docMk/>
            <pc:sldMk cId="2210425101" sldId="283"/>
            <ac:spMk id="10" creationId="{03EDB94F-D822-C7A0-EC0D-C070A8E2B3C9}"/>
          </ac:spMkLst>
        </pc:spChg>
        <pc:spChg chg="add del mod ord">
          <ac:chgData name="James Pengelly" userId="d269fecd-a8a2-4e5a-93ae-88bdaab21f51" providerId="ADAL" clId="{2B03C77C-EEC5-47C9-BE3B-FD7A15194A2F}" dt="2023-09-19T10:48:22.869" v="139"/>
          <ac:spMkLst>
            <pc:docMk/>
            <pc:sldMk cId="2210425101" sldId="283"/>
            <ac:spMk id="11" creationId="{B03FFE9B-F000-6744-A86E-30C887A6BE10}"/>
          </ac:spMkLst>
        </pc:spChg>
        <pc:picChg chg="del">
          <ac:chgData name="James Pengelly" userId="d269fecd-a8a2-4e5a-93ae-88bdaab21f51" providerId="ADAL" clId="{2B03C77C-EEC5-47C9-BE3B-FD7A15194A2F}" dt="2023-09-19T10:48:06.711" v="128" actId="21"/>
          <ac:picMkLst>
            <pc:docMk/>
            <pc:sldMk cId="2210425101" sldId="283"/>
            <ac:picMk id="8" creationId="{64F01C81-2DF2-6504-DFAF-6176CE224D3A}"/>
          </ac:picMkLst>
        </pc:picChg>
        <pc:picChg chg="add del mod">
          <ac:chgData name="James Pengelly" userId="d269fecd-a8a2-4e5a-93ae-88bdaab21f51" providerId="ADAL" clId="{2B03C77C-EEC5-47C9-BE3B-FD7A15194A2F}" dt="2023-09-19T10:48:22.283" v="138" actId="21"/>
          <ac:picMkLst>
            <pc:docMk/>
            <pc:sldMk cId="2210425101" sldId="283"/>
            <ac:picMk id="9" creationId="{D314A30A-B63D-B52B-ECFE-1736D11C5720}"/>
          </ac:picMkLst>
        </pc:picChg>
        <pc:picChg chg="add mod">
          <ac:chgData name="James Pengelly" userId="d269fecd-a8a2-4e5a-93ae-88bdaab21f51" providerId="ADAL" clId="{2B03C77C-EEC5-47C9-BE3B-FD7A15194A2F}" dt="2023-09-19T10:48:22.869" v="139"/>
          <ac:picMkLst>
            <pc:docMk/>
            <pc:sldMk cId="2210425101" sldId="283"/>
            <ac:picMk id="12" creationId="{7E507EBF-7127-5C47-19F7-D08D411ED5C5}"/>
          </ac:picMkLst>
        </pc:picChg>
      </pc:sldChg>
      <pc:sldChg chg="addSp delSp modSp mod modClrScheme chgLayout">
        <pc:chgData name="James Pengelly" userId="d269fecd-a8a2-4e5a-93ae-88bdaab21f51" providerId="ADAL" clId="{2B03C77C-EEC5-47C9-BE3B-FD7A15194A2F}" dt="2023-09-19T10:48:45.607" v="148" actId="27636"/>
        <pc:sldMkLst>
          <pc:docMk/>
          <pc:sldMk cId="4161542450" sldId="284"/>
        </pc:sldMkLst>
        <pc:spChg chg="mod ord">
          <ac:chgData name="James Pengelly" userId="d269fecd-a8a2-4e5a-93ae-88bdaab21f51" providerId="ADAL" clId="{2B03C77C-EEC5-47C9-BE3B-FD7A15194A2F}" dt="2023-09-19T10:48:35.316" v="143" actId="700"/>
          <ac:spMkLst>
            <pc:docMk/>
            <pc:sldMk cId="4161542450" sldId="284"/>
            <ac:spMk id="2" creationId="{EBE9F564-251E-4378-B4D0-692726090772}"/>
          </ac:spMkLst>
        </pc:spChg>
        <pc:spChg chg="add mod ord">
          <ac:chgData name="James Pengelly" userId="d269fecd-a8a2-4e5a-93ae-88bdaab21f51" providerId="ADAL" clId="{2B03C77C-EEC5-47C9-BE3B-FD7A15194A2F}" dt="2023-09-19T10:48:45.607" v="148" actId="27636"/>
          <ac:spMkLst>
            <pc:docMk/>
            <pc:sldMk cId="4161542450" sldId="284"/>
            <ac:spMk id="3" creationId="{9958D494-70DA-D912-862E-E0B73304A0E2}"/>
          </ac:spMkLst>
        </pc:spChg>
        <pc:spChg chg="mod ord">
          <ac:chgData name="James Pengelly" userId="d269fecd-a8a2-4e5a-93ae-88bdaab21f51" providerId="ADAL" clId="{2B03C77C-EEC5-47C9-BE3B-FD7A15194A2F}" dt="2023-09-19T10:48:35.316" v="143" actId="700"/>
          <ac:spMkLst>
            <pc:docMk/>
            <pc:sldMk cId="4161542450" sldId="284"/>
            <ac:spMk id="4" creationId="{80C4C0A8-03F5-4F2B-9EB9-918B55C258A2}"/>
          </ac:spMkLst>
        </pc:spChg>
        <pc:spChg chg="del mod">
          <ac:chgData name="James Pengelly" userId="d269fecd-a8a2-4e5a-93ae-88bdaab21f51" providerId="ADAL" clId="{2B03C77C-EEC5-47C9-BE3B-FD7A15194A2F}" dt="2023-09-19T10:48:33.498" v="142" actId="478"/>
          <ac:spMkLst>
            <pc:docMk/>
            <pc:sldMk cId="4161542450" sldId="284"/>
            <ac:spMk id="5" creationId="{372FA240-3863-4D01-94C7-5E89B539BF0B}"/>
          </ac:spMkLst>
        </pc:spChg>
        <pc:spChg chg="mod">
          <ac:chgData name="James Pengelly" userId="d269fecd-a8a2-4e5a-93ae-88bdaab21f51" providerId="ADAL" clId="{2B03C77C-EEC5-47C9-BE3B-FD7A15194A2F}" dt="2023-09-19T10:48:40.617" v="146" actId="1076"/>
          <ac:spMkLst>
            <pc:docMk/>
            <pc:sldMk cId="4161542450" sldId="284"/>
            <ac:spMk id="6" creationId="{6C97A144-0634-4203-BEE3-57B7B2ADD04C}"/>
          </ac:spMkLst>
        </pc:spChg>
        <pc:picChg chg="mod ord">
          <ac:chgData name="James Pengelly" userId="d269fecd-a8a2-4e5a-93ae-88bdaab21f51" providerId="ADAL" clId="{2B03C77C-EEC5-47C9-BE3B-FD7A15194A2F}" dt="2023-09-19T10:48:35.316" v="143" actId="700"/>
          <ac:picMkLst>
            <pc:docMk/>
            <pc:sldMk cId="4161542450" sldId="284"/>
            <ac:picMk id="8" creationId="{57C3FCF2-6C1E-31AD-8A75-3BAB80B7D781}"/>
          </ac:picMkLst>
        </pc:picChg>
      </pc:sldChg>
      <pc:sldChg chg="addSp delSp modSp mod chgLayout">
        <pc:chgData name="James Pengelly" userId="d269fecd-a8a2-4e5a-93ae-88bdaab21f51" providerId="ADAL" clId="{2B03C77C-EEC5-47C9-BE3B-FD7A15194A2F}" dt="2023-09-19T10:46:43.158" v="82" actId="20577"/>
        <pc:sldMkLst>
          <pc:docMk/>
          <pc:sldMk cId="1040162015" sldId="285"/>
        </pc:sldMkLst>
        <pc:spChg chg="mod ord">
          <ac:chgData name="James Pengelly" userId="d269fecd-a8a2-4e5a-93ae-88bdaab21f51" providerId="ADAL" clId="{2B03C77C-EEC5-47C9-BE3B-FD7A15194A2F}" dt="2023-09-19T10:46:40.909" v="79" actId="6264"/>
          <ac:spMkLst>
            <pc:docMk/>
            <pc:sldMk cId="1040162015" sldId="285"/>
            <ac:spMk id="2" creationId="{5A78B9D2-75C6-4E31-8D20-2472152AE3E2}"/>
          </ac:spMkLst>
        </pc:spChg>
        <pc:spChg chg="add del mod">
          <ac:chgData name="James Pengelly" userId="d269fecd-a8a2-4e5a-93ae-88bdaab21f51" providerId="ADAL" clId="{2B03C77C-EEC5-47C9-BE3B-FD7A15194A2F}" dt="2023-09-19T10:46:40.909" v="79" actId="6264"/>
          <ac:spMkLst>
            <pc:docMk/>
            <pc:sldMk cId="1040162015" sldId="285"/>
            <ac:spMk id="3" creationId="{38B29DC3-ABA4-D87D-A803-3B902165708C}"/>
          </ac:spMkLst>
        </pc:spChg>
        <pc:spChg chg="mod ord">
          <ac:chgData name="James Pengelly" userId="d269fecd-a8a2-4e5a-93ae-88bdaab21f51" providerId="ADAL" clId="{2B03C77C-EEC5-47C9-BE3B-FD7A15194A2F}" dt="2023-09-19T10:46:40.909" v="79" actId="6264"/>
          <ac:spMkLst>
            <pc:docMk/>
            <pc:sldMk cId="1040162015" sldId="285"/>
            <ac:spMk id="4" creationId="{81D661B8-EEC6-4B47-84B5-8687AB7DEF59}"/>
          </ac:spMkLst>
        </pc:spChg>
        <pc:spChg chg="del mod">
          <ac:chgData name="James Pengelly" userId="d269fecd-a8a2-4e5a-93ae-88bdaab21f51" providerId="ADAL" clId="{2B03C77C-EEC5-47C9-BE3B-FD7A15194A2F}" dt="2023-09-19T10:46:39.927" v="78" actId="478"/>
          <ac:spMkLst>
            <pc:docMk/>
            <pc:sldMk cId="1040162015" sldId="285"/>
            <ac:spMk id="5" creationId="{137E005E-A66D-4D0E-9B1A-24F6766E1709}"/>
          </ac:spMkLst>
        </pc:spChg>
        <pc:spChg chg="add del mod">
          <ac:chgData name="James Pengelly" userId="d269fecd-a8a2-4e5a-93ae-88bdaab21f51" providerId="ADAL" clId="{2B03C77C-EEC5-47C9-BE3B-FD7A15194A2F}" dt="2023-09-19T10:46:40.909" v="79" actId="6264"/>
          <ac:spMkLst>
            <pc:docMk/>
            <pc:sldMk cId="1040162015" sldId="285"/>
            <ac:spMk id="6" creationId="{66C41BAF-1535-3BE3-28C7-6D40BB8BC60A}"/>
          </ac:spMkLst>
        </pc:spChg>
        <pc:spChg chg="add mod ord">
          <ac:chgData name="James Pengelly" userId="d269fecd-a8a2-4e5a-93ae-88bdaab21f51" providerId="ADAL" clId="{2B03C77C-EEC5-47C9-BE3B-FD7A15194A2F}" dt="2023-09-19T10:46:43.158" v="82" actId="20577"/>
          <ac:spMkLst>
            <pc:docMk/>
            <pc:sldMk cId="1040162015" sldId="285"/>
            <ac:spMk id="7" creationId="{15355A0B-C6FF-C33C-00B3-F8A411E53836}"/>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A site-survey helps to identify weak signal coverage zones as well as </a:t>
            </a:r>
            <a:r>
              <a:rPr lang="en-US" b="0" i="1" dirty="0" err="1">
                <a:solidFill>
                  <a:srgbClr val="45545F"/>
                </a:solidFill>
                <a:effectLst/>
                <a:latin typeface="Open Sans" panose="020B0606030504020204" pitchFamily="34" charset="0"/>
              </a:rPr>
              <a:t>innappropriate</a:t>
            </a:r>
            <a:r>
              <a:rPr lang="en-US" b="0" i="1" dirty="0">
                <a:solidFill>
                  <a:srgbClr val="45545F"/>
                </a:solidFill>
                <a:effectLst/>
                <a:latin typeface="Open Sans" panose="020B0606030504020204" pitchFamily="34" charset="0"/>
              </a:rPr>
              <a:t> areas of coverage - such as strong signals covering external locations not used by employees and staff.</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998075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0" dirty="0">
                <a:solidFill>
                  <a:srgbClr val="45545F"/>
                </a:solidFill>
                <a:effectLst/>
                <a:latin typeface="Open Sans" panose="020B0606030504020204" pitchFamily="34" charset="0"/>
              </a:rPr>
              <a:t>Equipment that cannot be patched to protect against the KRACK (WPA2) and REAVER (WPS) exploits must be decommissioned.</a:t>
            </a:r>
            <a:endParaRPr lang="en-US" i="0"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4210540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3789249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670287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An excellent description and breakdown of Snort rules is available at https://snort.org/documents#OfficialDocumentation.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2049502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5258580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4279445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3826204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38294"/>
            <a:ext cx="8870950" cy="40546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1316358"/>
            <a:ext cx="8870950" cy="36188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7" name="Text Placeholder 2">
            <a:extLst>
              <a:ext uri="{FF2B5EF4-FFF2-40B4-BE49-F238E27FC236}">
                <a16:creationId xmlns:a16="http://schemas.microsoft.com/office/drawing/2014/main" id="{66E5E767-ABBB-28F4-B396-B3E810584A84}"/>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271746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content sh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3386667" y="1367538"/>
            <a:ext cx="5630333"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587869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ntent 1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562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593216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301161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w/Cap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Text Placeholder 3">
            <a:extLst>
              <a:ext uri="{FF2B5EF4-FFF2-40B4-BE49-F238E27FC236}">
                <a16:creationId xmlns:a16="http://schemas.microsoft.com/office/drawing/2014/main" id="{71AD28C1-FD19-F774-9521-7A20689A464F}"/>
              </a:ext>
            </a:extLst>
          </p:cNvPr>
          <p:cNvSpPr>
            <a:spLocks noGrp="1"/>
          </p:cNvSpPr>
          <p:nvPr>
            <p:ph type="body" sz="quarter" idx="14" hasCustomPrompt="1"/>
          </p:nvPr>
        </p:nvSpPr>
        <p:spPr>
          <a:xfrm>
            <a:off x="141286" y="4395892"/>
            <a:ext cx="8861426" cy="392855"/>
          </a:xfrm>
        </p:spPr>
        <p:txBody>
          <a:bodyPr anchor="ctr">
            <a:normAutofit/>
          </a:bodyPr>
          <a:lstStyle>
            <a:lvl1pPr marL="0" indent="0" algn="ctr">
              <a:buNone/>
              <a:defRPr sz="1800" i="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Insert Caption</a:t>
            </a:r>
          </a:p>
        </p:txBody>
      </p:sp>
      <p:sp>
        <p:nvSpPr>
          <p:cNvPr id="6" name="Content Placeholder 5">
            <a:extLst>
              <a:ext uri="{FF2B5EF4-FFF2-40B4-BE49-F238E27FC236}">
                <a16:creationId xmlns:a16="http://schemas.microsoft.com/office/drawing/2014/main" id="{9F574EA0-61D0-7FF7-8B79-5F96C7D02A17}"/>
              </a:ext>
            </a:extLst>
          </p:cNvPr>
          <p:cNvSpPr>
            <a:spLocks noGrp="1"/>
          </p:cNvSpPr>
          <p:nvPr>
            <p:ph sz="quarter" idx="15"/>
          </p:nvPr>
        </p:nvSpPr>
        <p:spPr>
          <a:xfrm>
            <a:off x="141286" y="700192"/>
            <a:ext cx="8861427"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284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ntent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67536"/>
            <a:ext cx="4371507" cy="34254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554509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hasCustomPrompt="1"/>
          </p:nvPr>
        </p:nvSpPr>
        <p:spPr>
          <a:xfrm>
            <a:off x="146050" y="748623"/>
            <a:ext cx="8870950" cy="4044357"/>
          </a:xfrm>
          <a:prstGeom prst="rect">
            <a:avLst/>
          </a:prstGeom>
        </p:spPr>
        <p:txBody>
          <a:bodyPr/>
          <a:lstStyle>
            <a:lvl1pPr marL="457200" indent="-457200">
              <a:buFont typeface="+mj-lt"/>
              <a:buAutoNum type="arabicPeriod"/>
              <a:defRPr b="1"/>
            </a:lvl1pPr>
          </a:lstStyle>
          <a:p>
            <a:pPr lvl="0"/>
            <a:r>
              <a:rPr lang="en-US" dirty="0"/>
              <a:t>List the questions from the review activity page.</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a:t>Activity 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828A-A7EC-0777-DCF2-03FADF7CE57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B2E5881-DB2B-B483-494C-F59C40B259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03C07-D880-A741-5039-396A7A6FD1B1}"/>
              </a:ext>
            </a:extLst>
          </p:cNvPr>
          <p:cNvSpPr>
            <a:spLocks noGrp="1"/>
          </p:cNvSpPr>
          <p:nvPr>
            <p:ph type="dt" sz="half" idx="10"/>
          </p:nvPr>
        </p:nvSpPr>
        <p:spPr/>
        <p:txBody>
          <a:bodyPr/>
          <a:lstStyle/>
          <a:p>
            <a:fld id="{0EE6F095-4831-4AF3-B815-7404BBBCB6E0}" type="datetimeFigureOut">
              <a:rPr lang="en-US" smtClean="0"/>
              <a:t>9/19/2023</a:t>
            </a:fld>
            <a:endParaRPr lang="en-US"/>
          </a:p>
        </p:txBody>
      </p:sp>
      <p:sp>
        <p:nvSpPr>
          <p:cNvPr id="5" name="Footer Placeholder 4">
            <a:extLst>
              <a:ext uri="{FF2B5EF4-FFF2-40B4-BE49-F238E27FC236}">
                <a16:creationId xmlns:a16="http://schemas.microsoft.com/office/drawing/2014/main" id="{3C986265-5616-ED16-B53E-F9CB2D08C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5A67-179A-9C97-7025-D5D1473BDDED}"/>
              </a:ext>
            </a:extLst>
          </p:cNvPr>
          <p:cNvSpPr>
            <a:spLocks noGrp="1"/>
          </p:cNvSpPr>
          <p:nvPr>
            <p:ph type="sldNum" sz="quarter" idx="12"/>
          </p:nvPr>
        </p:nvSpPr>
        <p:spPr/>
        <p:txBody>
          <a:bodyPr/>
          <a:lstStyle/>
          <a:p>
            <a:fld id="{32F2B094-62D1-42B6-97B2-CE0CACB8FCA4}" type="slidenum">
              <a:rPr lang="en-US" smtClean="0"/>
              <a:t>‹#›</a:t>
            </a:fld>
            <a:endParaRPr lang="en-US"/>
          </a:p>
        </p:txBody>
      </p:sp>
    </p:spTree>
    <p:extLst>
      <p:ext uri="{BB962C8B-B14F-4D97-AF65-F5344CB8AC3E}">
        <p14:creationId xmlns:p14="http://schemas.microsoft.com/office/powerpoint/2010/main" val="387920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dirty="0"/>
              <a:t>Click to enter Slide Show(s) name From </a:t>
            </a:r>
            <a:r>
              <a:rPr lang="en-US" noProof="0" dirty="0" err="1"/>
              <a:t>MeF</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41" r:id="rId1"/>
    <p:sldLayoutId id="2147483937" r:id="rId2"/>
    <p:sldLayoutId id="2147483938" r:id="rId3"/>
    <p:sldLayoutId id="2147483939" r:id="rId4"/>
    <p:sldLayoutId id="2147483934" r:id="rId5"/>
    <p:sldLayoutId id="2147483942" r:id="rId6"/>
    <p:sldLayoutId id="2147483943" r:id="rId7"/>
    <p:sldLayoutId id="2147483936" r:id="rId8"/>
    <p:sldLayoutId id="2147483944" r:id="rId9"/>
    <p:sldLayoutId id="2147483945" r:id="rId10"/>
    <p:sldLayoutId id="2147483946" r:id="rId11"/>
    <p:sldLayoutId id="2147483947" r:id="rId12"/>
    <p:sldLayoutId id="2147483948" r:id="rId13"/>
    <p:sldLayoutId id="2147483949" r:id="rId14"/>
    <p:sldLayoutId id="2147483935" r:id="rId1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a:xfrm>
            <a:off x="650366" y="2166824"/>
            <a:ext cx="8366634" cy="1080000"/>
          </a:xfrm>
        </p:spPr>
        <p:txBody>
          <a:bodyPr/>
          <a:lstStyle/>
          <a:p>
            <a:r>
              <a:rPr lang="en-US" dirty="0"/>
              <a:t>Evaluate Network Security Capabilities</a:t>
            </a:r>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9</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99560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Network Security Baselines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9A</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9</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015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Benchmarks and Secure Configuration Guides</a:t>
            </a:r>
          </a:p>
        </p:txBody>
      </p:sp>
      <p:sp>
        <p:nvSpPr>
          <p:cNvPr id="7" name="Content Placeholder 6">
            <a:extLst>
              <a:ext uri="{FF2B5EF4-FFF2-40B4-BE49-F238E27FC236}">
                <a16:creationId xmlns:a16="http://schemas.microsoft.com/office/drawing/2014/main" id="{6663D9D6-3064-5F4F-B1E7-4D4C8B869A65}"/>
              </a:ext>
            </a:extLst>
          </p:cNvPr>
          <p:cNvSpPr>
            <a:spLocks noGrp="1"/>
          </p:cNvSpPr>
          <p:nvPr>
            <p:ph idx="1"/>
          </p:nvPr>
        </p:nvSpPr>
        <p:spPr/>
        <p:txBody>
          <a:bodyPr/>
          <a:lstStyle/>
          <a:p>
            <a:r>
              <a:rPr lang="en-US" dirty="0"/>
              <a:t>Secure baseline</a:t>
            </a:r>
          </a:p>
          <a:p>
            <a:pPr lvl="1"/>
            <a:r>
              <a:rPr lang="en-US" dirty="0"/>
              <a:t>Collection of standard configurations and settings for operating systems, network devices, software, cloud instances, patching and updates, access controls, logging, monitoring, password policies, encryption, endpoint protection, and many others</a:t>
            </a:r>
          </a:p>
          <a:p>
            <a:pPr marL="285750" indent="-285750">
              <a:buFont typeface="Arial" panose="020B0604020202020204" pitchFamily="34" charset="0"/>
              <a:buChar char="•"/>
            </a:pPr>
            <a:r>
              <a:rPr lang="en-US" dirty="0"/>
              <a:t>Center for Internet Security (CIS)</a:t>
            </a:r>
          </a:p>
          <a:p>
            <a:pPr marL="285750" indent="-285750">
              <a:buFont typeface="Arial" panose="020B0604020202020204" pitchFamily="34" charset="0"/>
              <a:buChar char="•"/>
            </a:pPr>
            <a:r>
              <a:rPr lang="en-US" dirty="0"/>
              <a:t>Security Technical Implementation Guides (STIGs)</a:t>
            </a:r>
          </a:p>
          <a:p>
            <a:pPr marL="285750" indent="-285750">
              <a:buFont typeface="Arial" panose="020B0604020202020204" pitchFamily="34" charset="0"/>
              <a:buChar char="•"/>
            </a:pPr>
            <a:r>
              <a:rPr lang="en-US" dirty="0"/>
              <a:t>Vendor provided guidance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2830825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Benchmarks and Secure Configuration Guides</a:t>
            </a:r>
          </a:p>
        </p:txBody>
      </p:sp>
      <p:sp>
        <p:nvSpPr>
          <p:cNvPr id="7" name="Content Placeholder 6">
            <a:extLst>
              <a:ext uri="{FF2B5EF4-FFF2-40B4-BE49-F238E27FC236}">
                <a16:creationId xmlns:a16="http://schemas.microsoft.com/office/drawing/2014/main" id="{D7318F77-3B11-3027-4B7E-98AEF7DF9956}"/>
              </a:ext>
            </a:extLst>
          </p:cNvPr>
          <p:cNvSpPr>
            <a:spLocks noGrp="1"/>
          </p:cNvSpPr>
          <p:nvPr>
            <p:ph idx="1"/>
          </p:nvPr>
        </p:nvSpPr>
        <p:spPr/>
        <p:txBody>
          <a:bodyPr>
            <a:normAutofit fontScale="85000" lnSpcReduction="10000"/>
          </a:bodyPr>
          <a:lstStyle/>
          <a:p>
            <a:r>
              <a:rPr lang="en-US" dirty="0">
                <a:latin typeface="Calibri" panose="020F0502020204030204" pitchFamily="34" charset="0"/>
                <a:cs typeface="Calibri" panose="020F0502020204030204" pitchFamily="34" charset="0"/>
              </a:rPr>
              <a:t>Configuration management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Help manage, deploy, and measure compliance with established secure baselines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Puppet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Chef</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Ansible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Security Content Automation Protocol (SCAP)</a:t>
            </a:r>
          </a:p>
          <a:p>
            <a:pPr marL="742950" lvl="1" indent="-285750">
              <a:buFont typeface="Arial" panose="020B0604020202020204" pitchFamily="34" charset="0"/>
              <a:buChar char="•"/>
            </a:pPr>
            <a:r>
              <a:rPr lang="en-US" dirty="0" err="1">
                <a:latin typeface="Calibri" panose="020F0502020204030204" pitchFamily="34" charset="0"/>
                <a:cs typeface="Calibri" panose="020F0502020204030204" pitchFamily="34" charset="0"/>
              </a:rPr>
              <a:t>OpenSCAP</a:t>
            </a: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CIS-CAT Pro</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SCAP Compliance Checker (SCC)</a:t>
            </a:r>
          </a:p>
          <a:p>
            <a:endParaRPr lang="en-US"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714791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Switches and Routers</a:t>
            </a:r>
          </a:p>
        </p:txBody>
      </p:sp>
      <p:sp>
        <p:nvSpPr>
          <p:cNvPr id="7" name="Content Placeholder 6">
            <a:extLst>
              <a:ext uri="{FF2B5EF4-FFF2-40B4-BE49-F238E27FC236}">
                <a16:creationId xmlns:a16="http://schemas.microsoft.com/office/drawing/2014/main" id="{7E42CC1A-5405-9B8B-279C-4A67A9ACE4B6}"/>
              </a:ext>
            </a:extLst>
          </p:cNvPr>
          <p:cNvSpPr>
            <a:spLocks noGrp="1"/>
          </p:cNvSpPr>
          <p:nvPr>
            <p:ph idx="1"/>
          </p:nvPr>
        </p:nvSpPr>
        <p:spPr/>
        <p:txBody>
          <a:bodyPr>
            <a:normAutofit fontScale="85000" lnSpcReduction="20000"/>
          </a:bodyPr>
          <a:lstStyle/>
          <a:p>
            <a:r>
              <a:rPr lang="en-US" dirty="0">
                <a:latin typeface="Calibri" panose="020F0502020204030204" pitchFamily="34" charset="0"/>
                <a:cs typeface="Calibri" panose="020F0502020204030204" pitchFamily="34" charset="0"/>
              </a:rPr>
              <a:t>Examples of changes designed to improve security: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Change Default Credentials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Disable Unnecessary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Use Secure Management Protocols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Implement Access Control Lists (ACLs)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Enable Logging and Monitoring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Configure Port Security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Strong Password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Physically Secure Equipment</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2256633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Server Hardware and Operating Systems</a:t>
            </a:r>
          </a:p>
        </p:txBody>
      </p:sp>
      <p:sp>
        <p:nvSpPr>
          <p:cNvPr id="7" name="Content Placeholder 6">
            <a:extLst>
              <a:ext uri="{FF2B5EF4-FFF2-40B4-BE49-F238E27FC236}">
                <a16:creationId xmlns:a16="http://schemas.microsoft.com/office/drawing/2014/main" id="{81D0D39A-11A0-8D30-66AC-639F06789677}"/>
              </a:ext>
            </a:extLst>
          </p:cNvPr>
          <p:cNvSpPr>
            <a:spLocks noGrp="1"/>
          </p:cNvSpPr>
          <p:nvPr>
            <p:ph idx="1"/>
          </p:nvPr>
        </p:nvSpPr>
        <p:spPr/>
        <p:txBody>
          <a:bodyPr>
            <a:normAutofit fontScale="70000" lnSpcReduction="20000"/>
          </a:bodyPr>
          <a:lstStyle/>
          <a:p>
            <a:r>
              <a:rPr lang="en-US" dirty="0">
                <a:latin typeface="Calibri" panose="020F0502020204030204" pitchFamily="34" charset="0"/>
                <a:cs typeface="Calibri" panose="020F0502020204030204" pitchFamily="34" charset="0"/>
              </a:rPr>
              <a:t>Examples of changes designed to improve security:</a:t>
            </a:r>
          </a:p>
          <a:p>
            <a:pPr marL="885825" lvl="2" indent="-285750"/>
            <a:r>
              <a:rPr lang="en-US" dirty="0">
                <a:latin typeface="Calibri" panose="020F0502020204030204" pitchFamily="34" charset="0"/>
                <a:cs typeface="Calibri" panose="020F0502020204030204" pitchFamily="34" charset="0"/>
              </a:rPr>
              <a:t>Change Default Credentials</a:t>
            </a:r>
          </a:p>
          <a:p>
            <a:pPr marL="885825" lvl="2" indent="-285750"/>
            <a:r>
              <a:rPr lang="en-US" dirty="0">
                <a:latin typeface="Calibri" panose="020F0502020204030204" pitchFamily="34" charset="0"/>
                <a:cs typeface="Calibri" panose="020F0502020204030204" pitchFamily="34" charset="0"/>
              </a:rPr>
              <a:t>Disable Unnecessary Services</a:t>
            </a:r>
          </a:p>
          <a:p>
            <a:pPr marL="885825" lvl="2" indent="-285750"/>
            <a:r>
              <a:rPr lang="en-US" dirty="0">
                <a:latin typeface="Calibri" panose="020F0502020204030204" pitchFamily="34" charset="0"/>
                <a:cs typeface="Calibri" panose="020F0502020204030204" pitchFamily="34" charset="0"/>
              </a:rPr>
              <a:t>Apply Software Security Patches and Updates Regularly</a:t>
            </a:r>
          </a:p>
          <a:p>
            <a:pPr marL="885825" lvl="2" indent="-285750"/>
            <a:r>
              <a:rPr lang="en-US" dirty="0">
                <a:latin typeface="Calibri" panose="020F0502020204030204" pitchFamily="34" charset="0"/>
                <a:cs typeface="Calibri" panose="020F0502020204030204" pitchFamily="34" charset="0"/>
              </a:rPr>
              <a:t>Least Privilege Principle</a:t>
            </a:r>
          </a:p>
          <a:p>
            <a:pPr marL="885825" lvl="2" indent="-285750"/>
            <a:r>
              <a:rPr lang="en-US" dirty="0">
                <a:latin typeface="Calibri" panose="020F0502020204030204" pitchFamily="34" charset="0"/>
                <a:cs typeface="Calibri" panose="020F0502020204030204" pitchFamily="34" charset="0"/>
              </a:rPr>
              <a:t>Use Firewalls and Intrusion Detection Systems (IDS)</a:t>
            </a:r>
          </a:p>
          <a:p>
            <a:pPr marL="885825" lvl="2" indent="-285750"/>
            <a:r>
              <a:rPr lang="en-US" dirty="0">
                <a:latin typeface="Calibri" panose="020F0502020204030204" pitchFamily="34" charset="0"/>
                <a:cs typeface="Calibri" panose="020F0502020204030204" pitchFamily="34" charset="0"/>
              </a:rPr>
              <a:t>Secure Configuration using CIS or STIG baselines</a:t>
            </a:r>
          </a:p>
          <a:p>
            <a:pPr marL="885825" lvl="2" indent="-285750"/>
            <a:r>
              <a:rPr lang="en-US" dirty="0">
                <a:latin typeface="Calibri" panose="020F0502020204030204" pitchFamily="34" charset="0"/>
                <a:cs typeface="Calibri" panose="020F0502020204030204" pitchFamily="34" charset="0"/>
              </a:rPr>
              <a:t>Strong Access Controls</a:t>
            </a:r>
          </a:p>
          <a:p>
            <a:pPr marL="885825" lvl="2" indent="-285750"/>
            <a:r>
              <a:rPr lang="en-US" dirty="0">
                <a:latin typeface="Calibri" panose="020F0502020204030204" pitchFamily="34" charset="0"/>
                <a:cs typeface="Calibri" panose="020F0502020204030204" pitchFamily="34" charset="0"/>
              </a:rPr>
              <a:t>Enable Logging and Monitoring </a:t>
            </a:r>
          </a:p>
          <a:p>
            <a:pPr marL="885825" lvl="2" indent="-285750"/>
            <a:r>
              <a:rPr lang="en-US" dirty="0">
                <a:latin typeface="Calibri" panose="020F0502020204030204" pitchFamily="34" charset="0"/>
                <a:cs typeface="Calibri" panose="020F0502020204030204" pitchFamily="34" charset="0"/>
              </a:rPr>
              <a:t>Use Antivirus and Antimalware Solutions</a:t>
            </a:r>
          </a:p>
          <a:p>
            <a:pPr marL="885825" lvl="2" indent="-285750"/>
            <a:r>
              <a:rPr lang="en-US" dirty="0">
                <a:latin typeface="Calibri" panose="020F0502020204030204" pitchFamily="34" charset="0"/>
                <a:cs typeface="Calibri" panose="020F0502020204030204" pitchFamily="34" charset="0"/>
              </a:rPr>
              <a:t>Physical Security of server equipment racks, server rooms, and datacenters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3161879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Wireless Network Installation Considerations</a:t>
            </a:r>
          </a:p>
        </p:txBody>
      </p:sp>
      <p:pic>
        <p:nvPicPr>
          <p:cNvPr id="8" name="Content Placeholder 7" descr="A Screengrab of a window titled, Wi-Fi Scanner.">
            <a:extLst>
              <a:ext uri="{FF2B5EF4-FFF2-40B4-BE49-F238E27FC236}">
                <a16:creationId xmlns:a16="http://schemas.microsoft.com/office/drawing/2014/main" id="{B9AF57BD-F116-5704-0CC0-B98B0D583817}"/>
              </a:ext>
            </a:extLst>
          </p:cNvPr>
          <p:cNvPicPr>
            <a:picLocks noGrp="1" noChangeAspect="1"/>
          </p:cNvPicPr>
          <p:nvPr>
            <p:ph idx="1"/>
          </p:nvPr>
        </p:nvPicPr>
        <p:blipFill>
          <a:blip r:embed="rId3"/>
          <a:stretch>
            <a:fillRect/>
          </a:stretch>
        </p:blipFill>
        <p:spPr>
          <a:xfrm>
            <a:off x="146050" y="1136452"/>
            <a:ext cx="4354513" cy="3265884"/>
          </a:xfrm>
        </p:spPr>
      </p:pic>
      <p:sp>
        <p:nvSpPr>
          <p:cNvPr id="3" name="Content Placeholder 2">
            <a:extLst>
              <a:ext uri="{FF2B5EF4-FFF2-40B4-BE49-F238E27FC236}">
                <a16:creationId xmlns:a16="http://schemas.microsoft.com/office/drawing/2014/main" id="{5458BA2D-7090-2AE0-DCD3-714F89308165}"/>
              </a:ext>
            </a:extLst>
          </p:cNvPr>
          <p:cNvSpPr>
            <a:spLocks noGrp="1"/>
          </p:cNvSpPr>
          <p:nvPr>
            <p:ph idx="12"/>
          </p:nvPr>
        </p:nvSpPr>
        <p:spPr/>
        <p:txBody>
          <a:bodyPr/>
          <a:lstStyle/>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Wireless Access Point (WAP) Placement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Site Surveys and Heat Maps</a:t>
            </a:r>
          </a:p>
          <a:p>
            <a:pPr marL="285750" indent="-285750">
              <a:buFont typeface="Arial" panose="020B0604020202020204" pitchFamily="34" charset="0"/>
              <a:buChar char="•"/>
            </a:pPr>
            <a:endParaRPr lang="en-US" dirty="0"/>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7</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64383" y="4423648"/>
            <a:ext cx="4572000" cy="369332"/>
          </a:xfrm>
          <a:prstGeom prst="rect">
            <a:avLst/>
          </a:prstGeom>
        </p:spPr>
        <p:txBody>
          <a:bodyPr>
            <a:spAutoFit/>
          </a:bodyPr>
          <a:lstStyle/>
          <a:p>
            <a:pPr algn="ctr"/>
            <a:r>
              <a:rPr lang="en-US" sz="900" i="1" dirty="0">
                <a:solidFill>
                  <a:srgbClr val="45545F"/>
                </a:solidFill>
              </a:rPr>
              <a:t>Example output from Lizard System's Wi-Fi Scanner tool. (Screenshot courtesy of Lizard Systems.)</a:t>
            </a:r>
          </a:p>
        </p:txBody>
      </p:sp>
    </p:spTree>
    <p:extLst>
      <p:ext uri="{BB962C8B-B14F-4D97-AF65-F5344CB8AC3E}">
        <p14:creationId xmlns:p14="http://schemas.microsoft.com/office/powerpoint/2010/main" val="2099058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Wireless Encryption</a:t>
            </a:r>
          </a:p>
        </p:txBody>
      </p:sp>
      <p:sp>
        <p:nvSpPr>
          <p:cNvPr id="10" name="Content Placeholder 9">
            <a:extLst>
              <a:ext uri="{FF2B5EF4-FFF2-40B4-BE49-F238E27FC236}">
                <a16:creationId xmlns:a16="http://schemas.microsoft.com/office/drawing/2014/main" id="{8E650218-2DD7-BD1F-1B54-463C514D7C1B}"/>
              </a:ext>
            </a:extLst>
          </p:cNvPr>
          <p:cNvSpPr>
            <a:spLocks noGrp="1"/>
          </p:cNvSpPr>
          <p:nvPr>
            <p:ph idx="1"/>
          </p:nvPr>
        </p:nvSpPr>
        <p:spPr/>
        <p:txBody>
          <a:bodyPr>
            <a:normAutofit fontScale="85000" lnSpcReduction="2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Open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WEP</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WPS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WPA &amp; WPA2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WPA3</a:t>
            </a:r>
            <a:endParaRPr lang="en-US" noProof="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Device Provisioning Protocol (DPP) a.k.a. “Easy Connect” to replace WPS</a:t>
            </a:r>
          </a:p>
          <a:p>
            <a:pPr marL="742950" lvl="1"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Simultaneous Authentication of Equals (SAE)</a:t>
            </a: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Enhanced Open</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8</a:t>
            </a:fld>
            <a:endParaRPr lang="en-US"/>
          </a:p>
        </p:txBody>
      </p:sp>
      <p:pic>
        <p:nvPicPr>
          <p:cNvPr id="12" name="Content Placeholder 7" descr="A Screengrab of a section to personalize settings for each brand or enable Smart Connect to configure the same settings for all bands.">
            <a:extLst>
              <a:ext uri="{FF2B5EF4-FFF2-40B4-BE49-F238E27FC236}">
                <a16:creationId xmlns:a16="http://schemas.microsoft.com/office/drawing/2014/main" id="{FF40AA72-B8F9-0647-7116-C3474C7198F0}"/>
              </a:ext>
            </a:extLst>
          </p:cNvPr>
          <p:cNvPicPr>
            <a:picLocks noGrp="1" noChangeAspect="1"/>
          </p:cNvPicPr>
          <p:nvPr>
            <p:ph idx="12"/>
          </p:nvPr>
        </p:nvPicPr>
        <p:blipFill>
          <a:blip r:embed="rId3"/>
          <a:stretch>
            <a:fillRect/>
          </a:stretch>
        </p:blipFill>
        <p:spPr>
          <a:xfrm>
            <a:off x="4644004" y="746760"/>
            <a:ext cx="2995204" cy="4046538"/>
          </a:xfrm>
          <a:prstGeom prst="rect">
            <a:avLst/>
          </a:prstGeom>
        </p:spPr>
      </p:pic>
      <p:sp>
        <p:nvSpPr>
          <p:cNvPr id="6" name="Rectangle 5">
            <a:extLst>
              <a:ext uri="{FF2B5EF4-FFF2-40B4-BE49-F238E27FC236}">
                <a16:creationId xmlns:a16="http://schemas.microsoft.com/office/drawing/2014/main" id="{6C97A144-0634-4203-BEE3-57B7B2ADD04C}"/>
              </a:ext>
            </a:extLst>
          </p:cNvPr>
          <p:cNvSpPr/>
          <p:nvPr/>
        </p:nvSpPr>
        <p:spPr>
          <a:xfrm>
            <a:off x="6962400" y="3607037"/>
            <a:ext cx="2246400" cy="1477328"/>
          </a:xfrm>
          <a:prstGeom prst="rect">
            <a:avLst/>
          </a:prstGeom>
        </p:spPr>
        <p:txBody>
          <a:bodyPr wrap="square">
            <a:spAutoFit/>
          </a:bodyPr>
          <a:lstStyle/>
          <a:p>
            <a:pPr algn="ctr"/>
            <a:r>
              <a:rPr lang="en-US" sz="900" i="1" dirty="0">
                <a:solidFill>
                  <a:srgbClr val="45545F"/>
                </a:solidFill>
              </a:rPr>
              <a:t>Configuring a TP-LINK SOHO access point with wireless encryption and authentication settings. In this example, the 2.4 GHz band allows legacy connections with WPA2-Personal security, while the 5 GHz network is for 802.11ax (Wi-Fi 6) capable devices using WPA3-SAE authentication. (Screenshot used with permission from TP-Link Technologies.)</a:t>
            </a:r>
          </a:p>
        </p:txBody>
      </p:sp>
    </p:spTree>
    <p:extLst>
      <p:ext uri="{BB962C8B-B14F-4D97-AF65-F5344CB8AC3E}">
        <p14:creationId xmlns:p14="http://schemas.microsoft.com/office/powerpoint/2010/main" val="1368180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Wi-Fi Authentication Methods</a:t>
            </a:r>
          </a:p>
        </p:txBody>
      </p:sp>
      <p:sp>
        <p:nvSpPr>
          <p:cNvPr id="7" name="Content Placeholder 6">
            <a:extLst>
              <a:ext uri="{FF2B5EF4-FFF2-40B4-BE49-F238E27FC236}">
                <a16:creationId xmlns:a16="http://schemas.microsoft.com/office/drawing/2014/main" id="{15355A0B-C6FF-C33C-00B3-F8A411E53836}"/>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WPA2 Pre-Shared Key Authentication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WPA3 Personal Authentication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WPA2/WPA3-Enterprise</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RADIUS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EAP</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1040162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Network Access Control</a:t>
            </a:r>
          </a:p>
        </p:txBody>
      </p:sp>
      <p:pic>
        <p:nvPicPr>
          <p:cNvPr id="8" name="Content Placeholder 7" descr="A Screengrab of the Administrator page of Packet Fence represents the scan engines.">
            <a:extLst>
              <a:ext uri="{FF2B5EF4-FFF2-40B4-BE49-F238E27FC236}">
                <a16:creationId xmlns:a16="http://schemas.microsoft.com/office/drawing/2014/main" id="{3A9F9251-1FB9-EF25-B579-1728699E7CC2}"/>
              </a:ext>
            </a:extLst>
          </p:cNvPr>
          <p:cNvPicPr>
            <a:picLocks noGrp="1" noChangeAspect="1"/>
          </p:cNvPicPr>
          <p:nvPr>
            <p:ph idx="1"/>
          </p:nvPr>
        </p:nvPicPr>
        <p:blipFill>
          <a:blip r:embed="rId3"/>
          <a:stretch>
            <a:fillRect/>
          </a:stretch>
        </p:blipFill>
        <p:spPr>
          <a:xfrm>
            <a:off x="146050" y="1312943"/>
            <a:ext cx="4354513" cy="2912902"/>
          </a:xfrm>
        </p:spPr>
      </p:pic>
      <p:sp>
        <p:nvSpPr>
          <p:cNvPr id="3" name="Content Placeholder 2">
            <a:extLst>
              <a:ext uri="{FF2B5EF4-FFF2-40B4-BE49-F238E27FC236}">
                <a16:creationId xmlns:a16="http://schemas.microsoft.com/office/drawing/2014/main" id="{F3C589FA-9D32-B8A8-D107-2A7C160CDAD9}"/>
              </a:ext>
            </a:extLst>
          </p:cNvPr>
          <p:cNvSpPr>
            <a:spLocks noGrp="1"/>
          </p:cNvSpPr>
          <p:nvPr>
            <p:ph idx="12"/>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Authenticates users/devices before allowing them access to the network</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Agent versus agentless</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10</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64383" y="4285149"/>
            <a:ext cx="4572000" cy="507831"/>
          </a:xfrm>
          <a:prstGeom prst="rect">
            <a:avLst/>
          </a:prstGeom>
        </p:spPr>
        <p:txBody>
          <a:bodyPr>
            <a:spAutoFit/>
          </a:bodyPr>
          <a:lstStyle/>
          <a:p>
            <a:pPr algn="ctr"/>
            <a:r>
              <a:rPr lang="en-US" sz="900" i="1" dirty="0" err="1">
                <a:solidFill>
                  <a:srgbClr val="45545F"/>
                </a:solidFill>
              </a:rPr>
              <a:t>PacketFence</a:t>
            </a:r>
            <a:r>
              <a:rPr lang="en-US" sz="900" i="1" dirty="0">
                <a:solidFill>
                  <a:srgbClr val="45545F"/>
                </a:solidFill>
              </a:rPr>
              <a:t> supports the use of several scanning techniques, including vulnerability scanners, such as Nessus and OpenVAS, Windows Management Instrumentation (WMI) queries, and log parsers. (Screenshot used with permission from packetfence.org.)</a:t>
            </a:r>
          </a:p>
        </p:txBody>
      </p:sp>
    </p:spTree>
    <p:extLst>
      <p:ext uri="{BB962C8B-B14F-4D97-AF65-F5344CB8AC3E}">
        <p14:creationId xmlns:p14="http://schemas.microsoft.com/office/powerpoint/2010/main" val="3430947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Benchmarks and Secure Configuration Guides</a:t>
            </a:r>
          </a:p>
          <a:p>
            <a:r>
              <a:rPr lang="en-US" dirty="0"/>
              <a:t>Wireless Network Installation Considerations</a:t>
            </a:r>
          </a:p>
          <a:p>
            <a:r>
              <a:rPr lang="en-US" dirty="0"/>
              <a:t>Wireless Encryption</a:t>
            </a:r>
          </a:p>
          <a:p>
            <a:r>
              <a:rPr lang="en-US" dirty="0"/>
              <a:t>Wi-Fi Authentication Methods</a:t>
            </a:r>
          </a:p>
          <a:p>
            <a:r>
              <a:rPr lang="en-US" dirty="0"/>
              <a:t>Network Access Control</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Network Security Baselines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2631819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12</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Understanding Security Baselines</a:t>
            </a:r>
          </a:p>
        </p:txBody>
      </p:sp>
    </p:spTree>
    <p:extLst>
      <p:ext uri="{BB962C8B-B14F-4D97-AF65-F5344CB8AC3E}">
        <p14:creationId xmlns:p14="http://schemas.microsoft.com/office/powerpoint/2010/main" val="3051765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a:xfrm>
            <a:off x="650365" y="2148385"/>
            <a:ext cx="8317527" cy="1080000"/>
          </a:xfrm>
        </p:spPr>
        <p:txBody>
          <a:bodyPr/>
          <a:lstStyle/>
          <a:p>
            <a:r>
              <a:rPr lang="en-US" dirty="0"/>
              <a:t>Network Security Capability Enhancement</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9B</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9</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674909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Access Control Lists</a:t>
            </a:r>
          </a:p>
        </p:txBody>
      </p:sp>
      <p:sp>
        <p:nvSpPr>
          <p:cNvPr id="8" name="Content Placeholder 7">
            <a:extLst>
              <a:ext uri="{FF2B5EF4-FFF2-40B4-BE49-F238E27FC236}">
                <a16:creationId xmlns:a16="http://schemas.microsoft.com/office/drawing/2014/main" id="{B6E1DB6D-19F1-C378-F1E7-28CF1F6744F4}"/>
              </a:ext>
            </a:extLst>
          </p:cNvPr>
          <p:cNvSpPr>
            <a:spLocks noGrp="1"/>
          </p:cNvSpPr>
          <p:nvPr>
            <p:ph idx="1"/>
          </p:nvPr>
        </p:nvSpPr>
        <p:spPr/>
        <p:txBody>
          <a:bodyPr>
            <a:normAutofit fontScale="77500" lnSpcReduction="20000"/>
          </a:bodyPr>
          <a:lstStyle/>
          <a:p>
            <a:r>
              <a:rPr lang="en-US" dirty="0"/>
              <a:t>ACL</a:t>
            </a:r>
          </a:p>
          <a:p>
            <a:pPr marL="714375" lvl="1" indent="-285750"/>
            <a:r>
              <a:rPr lang="en-US" dirty="0"/>
              <a:t>List of permissions associated with a network device, such as a router or a switch, that controls traffic at a network interface level</a:t>
            </a:r>
          </a:p>
          <a:p>
            <a:r>
              <a:rPr lang="en-US" dirty="0"/>
              <a:t>Firewall Rule </a:t>
            </a:r>
          </a:p>
          <a:p>
            <a:pPr marL="714375" lvl="1" indent="-285750"/>
            <a:r>
              <a:rPr lang="en-US" dirty="0"/>
              <a:t>Dictates how inbound or outbound network traffic for specific IP addresses, IP ranges, or network interfaces</a:t>
            </a:r>
          </a:p>
          <a:p>
            <a:r>
              <a:rPr lang="en-US" dirty="0"/>
              <a:t>Screened Subnet</a:t>
            </a:r>
          </a:p>
          <a:p>
            <a:pPr marL="714375" lvl="1" indent="-285750"/>
            <a:r>
              <a:rPr lang="en-US" dirty="0"/>
              <a:t>A neutral zone, separating public-facing servers from sensitive internal network resources</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14</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275394" y="3696194"/>
            <a:ext cx="4682613" cy="369332"/>
          </a:xfrm>
          <a:prstGeom prst="rect">
            <a:avLst/>
          </a:prstGeom>
        </p:spPr>
        <p:txBody>
          <a:bodyPr wrap="square">
            <a:spAutoFit/>
          </a:bodyPr>
          <a:lstStyle/>
          <a:p>
            <a:pPr algn="ctr"/>
            <a:r>
              <a:rPr lang="en-US" sz="900" i="1" dirty="0">
                <a:solidFill>
                  <a:srgbClr val="45545F"/>
                </a:solidFill>
              </a:rPr>
              <a:t>Sample firewall rules configured on </a:t>
            </a:r>
            <a:r>
              <a:rPr lang="en-US" sz="900" i="1" dirty="0" err="1">
                <a:solidFill>
                  <a:srgbClr val="45545F"/>
                </a:solidFill>
              </a:rPr>
              <a:t>IPFire</a:t>
            </a:r>
            <a:r>
              <a:rPr lang="en-US" sz="900" i="1" dirty="0">
                <a:solidFill>
                  <a:srgbClr val="45545F"/>
                </a:solidFill>
              </a:rPr>
              <a:t>. This ruleset  allows any HTTP, HTTPS, or SMTP traffic to specific internal addresses. (Screenshot used with permission from </a:t>
            </a:r>
            <a:r>
              <a:rPr lang="en-US" sz="900" i="1" dirty="0" err="1">
                <a:solidFill>
                  <a:srgbClr val="45545F"/>
                </a:solidFill>
              </a:rPr>
              <a:t>IPFire</a:t>
            </a:r>
            <a:r>
              <a:rPr lang="en-US" sz="900" i="1" dirty="0">
                <a:solidFill>
                  <a:srgbClr val="45545F"/>
                </a:solidFill>
              </a:rPr>
              <a:t>)</a:t>
            </a:r>
          </a:p>
        </p:txBody>
      </p:sp>
      <p:pic>
        <p:nvPicPr>
          <p:cNvPr id="10" name="Content Placeholder 9" descr="A Screengrab of Firewall Rules in IPFire local domain.">
            <a:extLst>
              <a:ext uri="{FF2B5EF4-FFF2-40B4-BE49-F238E27FC236}">
                <a16:creationId xmlns:a16="http://schemas.microsoft.com/office/drawing/2014/main" id="{F4771DD3-64B4-551F-F97D-B2F7EA516825}"/>
              </a:ext>
            </a:extLst>
          </p:cNvPr>
          <p:cNvPicPr>
            <a:picLocks noGrp="1" noChangeAspect="1" noChangeArrowheads="1"/>
          </p:cNvPicPr>
          <p:nvPr>
            <p:ph idx="12"/>
          </p:nvPr>
        </p:nvPicPr>
        <p:blipFill>
          <a:blip r:embed="rId2">
            <a:extLst>
              <a:ext uri="{28A0092B-C50C-407E-A947-70E740481C1C}">
                <a14:useLocalDpi xmlns:a14="http://schemas.microsoft.com/office/drawing/2010/main" val="0"/>
              </a:ext>
            </a:extLst>
          </a:blip>
          <a:srcRect/>
          <a:stretch>
            <a:fillRect/>
          </a:stretch>
        </p:blipFill>
        <p:spPr bwMode="auto">
          <a:xfrm>
            <a:off x="4578095" y="1438126"/>
            <a:ext cx="4379912" cy="2267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421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A Screengrab of Security Onion Alerts dashboard.">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Intrusion Detection and Prevention Systems</a:t>
            </a:r>
          </a:p>
        </p:txBody>
      </p:sp>
      <p:pic>
        <p:nvPicPr>
          <p:cNvPr id="8" name="Content Placeholder 7" descr="A Screengrab of Security Onion Alerts dashboard.">
            <a:extLst>
              <a:ext uri="{FF2B5EF4-FFF2-40B4-BE49-F238E27FC236}">
                <a16:creationId xmlns:a16="http://schemas.microsoft.com/office/drawing/2014/main" id="{8C7B1B9C-D34A-8EA4-BBDE-BEDAEE670D8D}"/>
              </a:ext>
            </a:extLst>
          </p:cNvPr>
          <p:cNvPicPr>
            <a:picLocks noGrp="1" noChangeAspect="1"/>
          </p:cNvPicPr>
          <p:nvPr>
            <p:ph idx="1"/>
          </p:nvPr>
        </p:nvPicPr>
        <p:blipFill>
          <a:blip r:embed="rId3"/>
          <a:stretch>
            <a:fillRect/>
          </a:stretch>
        </p:blipFill>
        <p:spPr>
          <a:xfrm>
            <a:off x="146050" y="1408609"/>
            <a:ext cx="4354513" cy="2721570"/>
          </a:xfrm>
        </p:spPr>
      </p:pic>
      <p:sp>
        <p:nvSpPr>
          <p:cNvPr id="3" name="Content Placeholder 2">
            <a:extLst>
              <a:ext uri="{FF2B5EF4-FFF2-40B4-BE49-F238E27FC236}">
                <a16:creationId xmlns:a16="http://schemas.microsoft.com/office/drawing/2014/main" id="{9D0EE6A2-D5E2-2F5E-49BC-10671AAB002F}"/>
              </a:ext>
            </a:extLst>
          </p:cNvPr>
          <p:cNvSpPr>
            <a:spLocks noGrp="1"/>
          </p:cNvSpPr>
          <p:nvPr>
            <p:ph idx="12"/>
          </p:nvPr>
        </p:nvSpPr>
        <p:spPr/>
        <p:txBody>
          <a:bodyPr>
            <a:normAutofit fontScale="85000" lnSpcReduction="2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Host-based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Network-based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Both look for suspicious patterns or activities that could indicate a network or system intrusion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They differ in their responses to perceived threats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Snort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Suricata</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OSSEC</a:t>
            </a:r>
          </a:p>
          <a:p>
            <a:endParaRPr lang="en-US" dirty="0"/>
          </a:p>
        </p:txBody>
      </p:sp>
      <p:sp>
        <p:nvSpPr>
          <p:cNvPr id="4" name="Slide Number Placeholder 3" descr="A Screengrab of Security Onion Alerts dashboard.">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15</a:t>
            </a:fld>
            <a:endParaRPr lang="en-US"/>
          </a:p>
        </p:txBody>
      </p:sp>
      <p:sp>
        <p:nvSpPr>
          <p:cNvPr id="6" name="Rectangle 5" descr="A Screengrab of Security Onion Alerts dashboard.">
            <a:extLst>
              <a:ext uri="{FF2B5EF4-FFF2-40B4-BE49-F238E27FC236}">
                <a16:creationId xmlns:a16="http://schemas.microsoft.com/office/drawing/2014/main" id="{6C97A144-0634-4203-BEE3-57B7B2ADD04C}"/>
              </a:ext>
            </a:extLst>
          </p:cNvPr>
          <p:cNvSpPr/>
          <p:nvPr/>
        </p:nvSpPr>
        <p:spPr>
          <a:xfrm>
            <a:off x="0" y="4130179"/>
            <a:ext cx="4815348" cy="369332"/>
          </a:xfrm>
          <a:prstGeom prst="rect">
            <a:avLst/>
          </a:prstGeom>
        </p:spPr>
        <p:txBody>
          <a:bodyPr wrap="square">
            <a:spAutoFit/>
          </a:bodyPr>
          <a:lstStyle/>
          <a:p>
            <a:pPr algn="ctr"/>
            <a:r>
              <a:rPr lang="en-US" sz="900" i="1" dirty="0">
                <a:solidFill>
                  <a:srgbClr val="45545F"/>
                </a:solidFill>
              </a:rPr>
              <a:t>The Security Onion Alerts dashboard displaying several alerts captured using the Emerging Threats (ET) ruleset and Suricata. (Screenshot used with permission from Security Onion.)</a:t>
            </a:r>
          </a:p>
        </p:txBody>
      </p:sp>
    </p:spTree>
    <p:extLst>
      <p:ext uri="{BB962C8B-B14F-4D97-AF65-F5344CB8AC3E}">
        <p14:creationId xmlns:p14="http://schemas.microsoft.com/office/powerpoint/2010/main" val="2399993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IDS and IPS Detection Methods</a:t>
            </a:r>
          </a:p>
        </p:txBody>
      </p:sp>
      <p:sp>
        <p:nvSpPr>
          <p:cNvPr id="10" name="Content Placeholder 9">
            <a:extLst>
              <a:ext uri="{FF2B5EF4-FFF2-40B4-BE49-F238E27FC236}">
                <a16:creationId xmlns:a16="http://schemas.microsoft.com/office/drawing/2014/main" id="{03EDB94F-D822-C7A0-EC0D-C070A8E2B3C9}"/>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Signature-Based Detection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Anomaly-based detection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Trend Analysis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Behavioral-based detection</a:t>
            </a:r>
          </a:p>
          <a:p>
            <a:pPr marL="742950" lvl="1"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Network Behavior and Anomaly Detection (NBAD)</a:t>
            </a:r>
          </a:p>
          <a:p>
            <a:pPr marL="742950" lvl="1"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User and Entity Behavior Analytics (UEBA)</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16</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644004" y="4080757"/>
            <a:ext cx="4572000" cy="230832"/>
          </a:xfrm>
          <a:prstGeom prst="rect">
            <a:avLst/>
          </a:prstGeom>
        </p:spPr>
        <p:txBody>
          <a:bodyPr>
            <a:spAutoFit/>
          </a:bodyPr>
          <a:lstStyle/>
          <a:p>
            <a:pPr algn="ctr"/>
            <a:r>
              <a:rPr lang="en-US" sz="900" i="1" dirty="0">
                <a:solidFill>
                  <a:srgbClr val="45545F"/>
                </a:solidFill>
              </a:rPr>
              <a:t>Snort rules file supplied by the open-source Emerging Threats community feed.</a:t>
            </a:r>
          </a:p>
        </p:txBody>
      </p:sp>
      <p:pic>
        <p:nvPicPr>
          <p:cNvPr id="12" name="Content Placeholder 7" descr="A Screengrab of a window with titled, File: downloaded dot rules.">
            <a:extLst>
              <a:ext uri="{FF2B5EF4-FFF2-40B4-BE49-F238E27FC236}">
                <a16:creationId xmlns:a16="http://schemas.microsoft.com/office/drawing/2014/main" id="{7E507EBF-7127-5C47-19F7-D08D411ED5C5}"/>
              </a:ext>
            </a:extLst>
          </p:cNvPr>
          <p:cNvPicPr>
            <a:picLocks noGrp="1" noChangeAspect="1"/>
          </p:cNvPicPr>
          <p:nvPr>
            <p:ph idx="12"/>
          </p:nvPr>
        </p:nvPicPr>
        <p:blipFill>
          <a:blip r:embed="rId3"/>
          <a:stretch>
            <a:fillRect/>
          </a:stretch>
        </p:blipFill>
        <p:spPr>
          <a:xfrm>
            <a:off x="4637088" y="1458030"/>
            <a:ext cx="4379912" cy="2622727"/>
          </a:xfrm>
          <a:prstGeom prst="rect">
            <a:avLst/>
          </a:prstGeom>
        </p:spPr>
      </p:pic>
    </p:spTree>
    <p:extLst>
      <p:ext uri="{BB962C8B-B14F-4D97-AF65-F5344CB8AC3E}">
        <p14:creationId xmlns:p14="http://schemas.microsoft.com/office/powerpoint/2010/main" val="2210425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Web Filtering</a:t>
            </a:r>
          </a:p>
        </p:txBody>
      </p:sp>
      <p:pic>
        <p:nvPicPr>
          <p:cNvPr id="8" name="Content Placeholder 7" descr="A Screengrab titled, U R L filter configuration.">
            <a:extLst>
              <a:ext uri="{FF2B5EF4-FFF2-40B4-BE49-F238E27FC236}">
                <a16:creationId xmlns:a16="http://schemas.microsoft.com/office/drawing/2014/main" id="{57C3FCF2-6C1E-31AD-8A75-3BAB80B7D781}"/>
              </a:ext>
            </a:extLst>
          </p:cNvPr>
          <p:cNvPicPr>
            <a:picLocks noGrp="1" noChangeAspect="1"/>
          </p:cNvPicPr>
          <p:nvPr>
            <p:ph idx="1"/>
          </p:nvPr>
        </p:nvPicPr>
        <p:blipFill>
          <a:blip r:embed="rId3"/>
          <a:stretch>
            <a:fillRect/>
          </a:stretch>
        </p:blipFill>
        <p:spPr>
          <a:xfrm>
            <a:off x="146050" y="1457402"/>
            <a:ext cx="4354513" cy="2623984"/>
          </a:xfrm>
        </p:spPr>
      </p:pic>
      <p:sp>
        <p:nvSpPr>
          <p:cNvPr id="3" name="Content Placeholder 2">
            <a:extLst>
              <a:ext uri="{FF2B5EF4-FFF2-40B4-BE49-F238E27FC236}">
                <a16:creationId xmlns:a16="http://schemas.microsoft.com/office/drawing/2014/main" id="{9958D494-70DA-D912-862E-E0B73304A0E2}"/>
              </a:ext>
            </a:extLst>
          </p:cNvPr>
          <p:cNvSpPr>
            <a:spLocks noGrp="1"/>
          </p:cNvSpPr>
          <p:nvPr>
            <p:ph idx="12"/>
          </p:nvPr>
        </p:nvSpPr>
        <p:spPr/>
        <p:txBody>
          <a:bodyPr>
            <a:normAutofit fontScale="55000" lnSpcReduction="20000"/>
          </a:bodyPr>
          <a:lstStyle/>
          <a:p>
            <a:r>
              <a:rPr lang="en-US" dirty="0">
                <a:latin typeface="Calibri" panose="020F0502020204030204" pitchFamily="34" charset="0"/>
                <a:cs typeface="Calibri" panose="020F0502020204030204" pitchFamily="34" charset="0"/>
              </a:rPr>
              <a:t>Block users from accessing malicious or inappropriate websites</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Enforce compliance with acceptable use</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Block malware</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Protection from phishing attacks</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Agent-Based Filtering</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Centralized Web Filtering</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URL Scanning</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Content Categorization</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Block Rules</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Reputation-Based Filtering</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Decrypting and inspecting </a:t>
            </a:r>
            <a:r>
              <a:rPr lang="en-US" sz="2400">
                <a:latin typeface="Calibri" panose="020F0502020204030204" pitchFamily="34" charset="0"/>
                <a:cs typeface="Calibri" panose="020F0502020204030204" pitchFamily="34" charset="0"/>
              </a:rPr>
              <a:t>HTTPS traffic</a:t>
            </a:r>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17</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14400" y="4224896"/>
            <a:ext cx="4697881" cy="369332"/>
          </a:xfrm>
          <a:prstGeom prst="rect">
            <a:avLst/>
          </a:prstGeom>
        </p:spPr>
        <p:txBody>
          <a:bodyPr wrap="square">
            <a:spAutoFit/>
          </a:bodyPr>
          <a:lstStyle/>
          <a:p>
            <a:pPr algn="ctr"/>
            <a:r>
              <a:rPr lang="en-US" sz="900" i="1" dirty="0">
                <a:solidFill>
                  <a:srgbClr val="45545F"/>
                </a:solidFill>
              </a:rPr>
              <a:t>Web filter content categories using the </a:t>
            </a:r>
            <a:r>
              <a:rPr lang="en-US" sz="900" i="1" dirty="0" err="1">
                <a:solidFill>
                  <a:srgbClr val="45545F"/>
                </a:solidFill>
              </a:rPr>
              <a:t>IPFire</a:t>
            </a:r>
            <a:r>
              <a:rPr lang="en-US" sz="900" i="1" dirty="0">
                <a:solidFill>
                  <a:srgbClr val="45545F"/>
                </a:solidFill>
              </a:rPr>
              <a:t> open-source firewall. (Screenshot used with permission from </a:t>
            </a:r>
            <a:r>
              <a:rPr lang="en-US" sz="900" i="1" dirty="0" err="1">
                <a:solidFill>
                  <a:srgbClr val="45545F"/>
                </a:solidFill>
              </a:rPr>
              <a:t>IPFire</a:t>
            </a:r>
            <a:r>
              <a:rPr lang="en-US" sz="900" i="1" dirty="0">
                <a:solidFill>
                  <a:srgbClr val="45545F"/>
                </a:solidFill>
              </a:rPr>
              <a:t>.)</a:t>
            </a:r>
          </a:p>
        </p:txBody>
      </p:sp>
    </p:spTree>
    <p:extLst>
      <p:ext uri="{BB962C8B-B14F-4D97-AF65-F5344CB8AC3E}">
        <p14:creationId xmlns:p14="http://schemas.microsoft.com/office/powerpoint/2010/main" val="4161542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Access Control Lists</a:t>
            </a:r>
          </a:p>
          <a:p>
            <a:r>
              <a:rPr lang="en-US" dirty="0"/>
              <a:t>Intrusion Detection and Prevention Systems</a:t>
            </a:r>
          </a:p>
          <a:p>
            <a:r>
              <a:rPr lang="en-US" dirty="0"/>
              <a:t>IDS and IPS Detection Methods</a:t>
            </a:r>
          </a:p>
          <a:p>
            <a:r>
              <a:rPr lang="en-US" dirty="0"/>
              <a:t>Web Filtering</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sz="2700" dirty="0"/>
              <a:t>Network Security Capability Enhancement</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979114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19</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Applied Lab: Implementing a Firewall</a:t>
            </a:r>
          </a:p>
        </p:txBody>
      </p:sp>
    </p:spTree>
    <p:extLst>
      <p:ext uri="{BB962C8B-B14F-4D97-AF65-F5344CB8AC3E}">
        <p14:creationId xmlns:p14="http://schemas.microsoft.com/office/powerpoint/2010/main" val="429438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9</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425B4D6D-FE18-4A70-A53C-AE6E21460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921</Words>
  <Application>Microsoft Office PowerPoint</Application>
  <PresentationFormat>On-screen Show (16:9)</PresentationFormat>
  <Paragraphs>158</Paragraphs>
  <Slides>20</Slides>
  <Notes>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20</vt:i4>
      </vt:variant>
    </vt:vector>
  </HeadingPairs>
  <TitlesOfParts>
    <vt:vector size="25" baseType="lpstr">
      <vt:lpstr>Calibri</vt:lpstr>
      <vt:lpstr>Arial</vt:lpstr>
      <vt:lpstr>Open Sans</vt:lpstr>
      <vt:lpstr>comptia_ov</vt:lpstr>
      <vt:lpstr>comptia_ov</vt:lpstr>
      <vt:lpstr>Evaluate Network Security Capabilities</vt:lpstr>
      <vt:lpstr>Network Security Baselines</vt:lpstr>
      <vt:lpstr>Benchmarks and Secure Configuration Guides</vt:lpstr>
      <vt:lpstr>Benchmarks and Secure Configuration Guides</vt:lpstr>
      <vt:lpstr>Switches and Routers</vt:lpstr>
      <vt:lpstr>Server Hardware and Operating Systems</vt:lpstr>
      <vt:lpstr>Wireless Network Installation Considerations</vt:lpstr>
      <vt:lpstr>Wireless Encryption</vt:lpstr>
      <vt:lpstr>Wi-Fi Authentication Methods</vt:lpstr>
      <vt:lpstr>Network Access Control</vt:lpstr>
      <vt:lpstr>Network Security Baselines</vt:lpstr>
      <vt:lpstr>PowerPoint Presentation</vt:lpstr>
      <vt:lpstr>Network Security Capability Enhancement</vt:lpstr>
      <vt:lpstr>Access Control Lists</vt:lpstr>
      <vt:lpstr>Intrusion Detection and Prevention Systems</vt:lpstr>
      <vt:lpstr>IDS and IPS Detection Methods</vt:lpstr>
      <vt:lpstr>Web Filtering</vt:lpstr>
      <vt:lpstr>Network Security Capability Enhancement</vt:lpstr>
      <vt:lpstr>PowerPoint Presentation</vt:lpstr>
      <vt:lpstr>Summary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James Pengelly</cp:lastModifiedBy>
  <cp:revision>17</cp:revision>
  <dcterms:created xsi:type="dcterms:W3CDTF">2021-09-20T08:36:44Z</dcterms:created>
  <dcterms:modified xsi:type="dcterms:W3CDTF">2023-09-19T10:48:47Z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