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 id="2147483940" r:id="rId5"/>
  </p:sldMasterIdLst>
  <p:notesMasterIdLst>
    <p:notesMasterId r:id="rId24"/>
  </p:notesMasterIdLst>
  <p:handoutMasterIdLst>
    <p:handoutMasterId r:id="rId25"/>
  </p:handoutMasterIdLst>
  <p:sldIdLst>
    <p:sldId id="257" r:id="rId6"/>
    <p:sldId id="258" r:id="rId7"/>
    <p:sldId id="261" r:id="rId8"/>
    <p:sldId id="273" r:id="rId9"/>
    <p:sldId id="268" r:id="rId10"/>
    <p:sldId id="275" r:id="rId11"/>
    <p:sldId id="277" r:id="rId12"/>
    <p:sldId id="278" r:id="rId13"/>
    <p:sldId id="263" r:id="rId14"/>
    <p:sldId id="264" r:id="rId15"/>
    <p:sldId id="267" r:id="rId16"/>
    <p:sldId id="274" r:id="rId17"/>
    <p:sldId id="281" r:id="rId18"/>
    <p:sldId id="269" r:id="rId19"/>
    <p:sldId id="279" r:id="rId20"/>
    <p:sldId id="280" r:id="rId21"/>
    <p:sldId id="271" r:id="rId22"/>
    <p:sldId id="266" r:id="rId23"/>
  </p:sldIdLst>
  <p:sldSz cx="9144000" cy="5143500" type="screen16x9"/>
  <p:notesSz cx="6858000" cy="9144000"/>
  <p:embeddedFontLst>
    <p:embeddedFont>
      <p:font typeface="Calibri" panose="020F0502020204030204" pitchFamily="34" charset="0"/>
      <p:regular r:id="rId26"/>
      <p:bold r:id="rId27"/>
      <p:italic r:id="rId28"/>
      <p:boldItalic r:id="rId29"/>
    </p:embeddedFont>
    <p:embeddedFont>
      <p:font typeface="Open Sans" panose="020B0606030504020204" pitchFamily="34" charset="0"/>
      <p:regular r:id="rId30"/>
      <p:bold r:id="rId31"/>
      <p:italic r:id="rId32"/>
      <p:boldItalic r:id="rId3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9FDE"/>
    <a:srgbClr val="FEAE62"/>
    <a:srgbClr val="7FC8DD"/>
    <a:srgbClr val="ED6D00"/>
    <a:srgbClr val="44545F"/>
    <a:srgbClr val="B1B7BC"/>
    <a:srgbClr val="0A7DA0"/>
    <a:srgbClr val="007C9E"/>
    <a:srgbClr val="004D72"/>
    <a:srgbClr val="004D7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27A356-C7D9-4139-A7CE-BB312D723A3A}" v="3" dt="2023-09-19T10:51:14.1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5291" autoAdjust="0"/>
  </p:normalViewPr>
  <p:slideViewPr>
    <p:cSldViewPr snapToGrid="0">
      <p:cViewPr varScale="1">
        <p:scale>
          <a:sx n="128" d="100"/>
          <a:sy n="128" d="100"/>
        </p:scale>
        <p:origin x="1116" y="120"/>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varScale="1">
        <p:scale>
          <a:sx n="87" d="100"/>
          <a:sy n="87" d="100"/>
        </p:scale>
        <p:origin x="3840"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font" Target="fonts/font1.fntdata"/><Relationship Id="rId39" Type="http://schemas.microsoft.com/office/2016/11/relationships/changesInfo" Target="changesInfos/changesInfo1.xml"/><Relationship Id="rId21" Type="http://schemas.openxmlformats.org/officeDocument/2006/relationships/slide" Target="slides/slide16.xml"/><Relationship Id="rId34" Type="http://schemas.openxmlformats.org/officeDocument/2006/relationships/commentAuthors" Target="commen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handoutMaster" Target="handoutMasters/handoutMaster1.xml"/><Relationship Id="rId33" Type="http://schemas.openxmlformats.org/officeDocument/2006/relationships/font" Target="fonts/font8.fntdata"/><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notesMaster" Target="notesMasters/notesMaster1.xml"/><Relationship Id="rId32" Type="http://schemas.openxmlformats.org/officeDocument/2006/relationships/font" Target="fonts/font7.fntdata"/><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font" Target="fonts/font3.fntdata"/><Relationship Id="rId36"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presProps" Target="presProps.xml"/><Relationship Id="rId8" Type="http://schemas.openxmlformats.org/officeDocument/2006/relationships/slide" Target="slides/slide3.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le Andries" userId="93d179e4-3c18-40f7-920e-ae80b202540d" providerId="ADAL" clId="{13BF6352-B6F6-40B3-8DA0-0D92CDFBDE4A}"/>
    <pc:docChg chg="undo custSel addSld delSld modSld">
      <pc:chgData name="Danielle Andries" userId="93d179e4-3c18-40f7-920e-ae80b202540d" providerId="ADAL" clId="{13BF6352-B6F6-40B3-8DA0-0D92CDFBDE4A}" dt="2023-09-13T15:34:26.924" v="833" actId="2696"/>
      <pc:docMkLst>
        <pc:docMk/>
      </pc:docMkLst>
      <pc:sldChg chg="modSp mod">
        <pc:chgData name="Danielle Andries" userId="93d179e4-3c18-40f7-920e-ae80b202540d" providerId="ADAL" clId="{13BF6352-B6F6-40B3-8DA0-0D92CDFBDE4A}" dt="2023-08-15T15:40:11.043" v="2"/>
        <pc:sldMkLst>
          <pc:docMk/>
          <pc:sldMk cId="3995608643" sldId="257"/>
        </pc:sldMkLst>
        <pc:spChg chg="mod">
          <ac:chgData name="Danielle Andries" userId="93d179e4-3c18-40f7-920e-ae80b202540d" providerId="ADAL" clId="{13BF6352-B6F6-40B3-8DA0-0D92CDFBDE4A}" dt="2023-08-15T15:40:11.043" v="2"/>
          <ac:spMkLst>
            <pc:docMk/>
            <pc:sldMk cId="3995608643" sldId="257"/>
            <ac:spMk id="2" creationId="{B8F195E7-CEB7-44B4-8D15-A6FE845CE6B2}"/>
          </ac:spMkLst>
        </pc:spChg>
        <pc:spChg chg="mod">
          <ac:chgData name="Danielle Andries" userId="93d179e4-3c18-40f7-920e-ae80b202540d" providerId="ADAL" clId="{13BF6352-B6F6-40B3-8DA0-0D92CDFBDE4A}" dt="2023-08-15T15:40:03.689" v="1" actId="20577"/>
          <ac:spMkLst>
            <pc:docMk/>
            <pc:sldMk cId="3995608643" sldId="257"/>
            <ac:spMk id="3" creationId="{3CFC5BFA-DF53-4407-9187-19E2D701E00B}"/>
          </ac:spMkLst>
        </pc:spChg>
      </pc:sldChg>
      <pc:sldChg chg="modSp mod">
        <pc:chgData name="Danielle Andries" userId="93d179e4-3c18-40f7-920e-ae80b202540d" providerId="ADAL" clId="{13BF6352-B6F6-40B3-8DA0-0D92CDFBDE4A}" dt="2023-08-15T15:40:26.686" v="7"/>
        <pc:sldMkLst>
          <pc:docMk/>
          <pc:sldMk cId="2170154808" sldId="258"/>
        </pc:sldMkLst>
        <pc:spChg chg="mod">
          <ac:chgData name="Danielle Andries" userId="93d179e4-3c18-40f7-920e-ae80b202540d" providerId="ADAL" clId="{13BF6352-B6F6-40B3-8DA0-0D92CDFBDE4A}" dt="2023-08-15T15:40:26.686" v="7"/>
          <ac:spMkLst>
            <pc:docMk/>
            <pc:sldMk cId="2170154808" sldId="258"/>
            <ac:spMk id="2" creationId="{3B584BAD-EC4F-4728-93AF-D36C5D808653}"/>
          </ac:spMkLst>
        </pc:spChg>
        <pc:spChg chg="mod">
          <ac:chgData name="Danielle Andries" userId="93d179e4-3c18-40f7-920e-ae80b202540d" providerId="ADAL" clId="{13BF6352-B6F6-40B3-8DA0-0D92CDFBDE4A}" dt="2023-08-15T15:40:16.800" v="6" actId="20577"/>
          <ac:spMkLst>
            <pc:docMk/>
            <pc:sldMk cId="2170154808" sldId="258"/>
            <ac:spMk id="3" creationId="{64FA1437-B024-4A30-A4F5-99BD676DEE0E}"/>
          </ac:spMkLst>
        </pc:spChg>
        <pc:spChg chg="mod">
          <ac:chgData name="Danielle Andries" userId="93d179e4-3c18-40f7-920e-ae80b202540d" providerId="ADAL" clId="{13BF6352-B6F6-40B3-8DA0-0D92CDFBDE4A}" dt="2023-08-15T15:40:14.417" v="4" actId="20577"/>
          <ac:spMkLst>
            <pc:docMk/>
            <pc:sldMk cId="2170154808" sldId="258"/>
            <ac:spMk id="4" creationId="{EB4C854E-2009-4A48-BF5C-7AC043B72217}"/>
          </ac:spMkLst>
        </pc:spChg>
      </pc:sldChg>
      <pc:sldChg chg="addSp delSp modSp mod modNotesTx">
        <pc:chgData name="Danielle Andries" userId="93d179e4-3c18-40f7-920e-ae80b202540d" providerId="ADAL" clId="{13BF6352-B6F6-40B3-8DA0-0D92CDFBDE4A}" dt="2023-09-13T15:01:27.972" v="29" actId="1035"/>
        <pc:sldMkLst>
          <pc:docMk/>
          <pc:sldMk cId="1821724871" sldId="261"/>
        </pc:sldMkLst>
        <pc:spChg chg="del">
          <ac:chgData name="Danielle Andries" userId="93d179e4-3c18-40f7-920e-ae80b202540d" providerId="ADAL" clId="{13BF6352-B6F6-40B3-8DA0-0D92CDFBDE4A}" dt="2023-09-13T15:01:05.612" v="17"/>
          <ac:spMkLst>
            <pc:docMk/>
            <pc:sldMk cId="1821724871" sldId="261"/>
            <ac:spMk id="3" creationId="{579B07B8-7B27-45F1-B0BB-6162AE3855D4}"/>
          </ac:spMkLst>
        </pc:spChg>
        <pc:spChg chg="mod">
          <ac:chgData name="Danielle Andries" userId="93d179e4-3c18-40f7-920e-ae80b202540d" providerId="ADAL" clId="{13BF6352-B6F6-40B3-8DA0-0D92CDFBDE4A}" dt="2023-09-13T15:01:27.972" v="29" actId="1035"/>
          <ac:spMkLst>
            <pc:docMk/>
            <pc:sldMk cId="1821724871" sldId="261"/>
            <ac:spMk id="6" creationId="{6C97A144-0634-4203-BEE3-57B7B2ADD04C}"/>
          </ac:spMkLst>
        </pc:spChg>
        <pc:picChg chg="add mod">
          <ac:chgData name="Danielle Andries" userId="93d179e4-3c18-40f7-920e-ae80b202540d" providerId="ADAL" clId="{13BF6352-B6F6-40B3-8DA0-0D92CDFBDE4A}" dt="2023-09-13T15:01:22.170" v="23" actId="1076"/>
          <ac:picMkLst>
            <pc:docMk/>
            <pc:sldMk cId="1821724871" sldId="261"/>
            <ac:picMk id="8" creationId="{5F9736B1-66BB-0DC1-3C05-C66EC027E6D5}"/>
          </ac:picMkLst>
        </pc:picChg>
      </pc:sldChg>
      <pc:sldChg chg="modSp mod">
        <pc:chgData name="Danielle Andries" userId="93d179e4-3c18-40f7-920e-ae80b202540d" providerId="ADAL" clId="{13BF6352-B6F6-40B3-8DA0-0D92CDFBDE4A}" dt="2023-09-13T15:12:49.773" v="210" actId="20577"/>
        <pc:sldMkLst>
          <pc:docMk/>
          <pc:sldMk cId="2631819795" sldId="263"/>
        </pc:sldMkLst>
        <pc:spChg chg="mod">
          <ac:chgData name="Danielle Andries" userId="93d179e4-3c18-40f7-920e-ae80b202540d" providerId="ADAL" clId="{13BF6352-B6F6-40B3-8DA0-0D92CDFBDE4A}" dt="2023-09-13T15:12:49.773" v="210" actId="20577"/>
          <ac:spMkLst>
            <pc:docMk/>
            <pc:sldMk cId="2631819795" sldId="263"/>
            <ac:spMk id="2" creationId="{8CCA571E-DEB7-46F2-8F35-C75EA28B441B}"/>
          </ac:spMkLst>
        </pc:spChg>
        <pc:spChg chg="mod">
          <ac:chgData name="Danielle Andries" userId="93d179e4-3c18-40f7-920e-ae80b202540d" providerId="ADAL" clId="{13BF6352-B6F6-40B3-8DA0-0D92CDFBDE4A}" dt="2023-09-13T15:11:58.477" v="67" actId="20577"/>
          <ac:spMkLst>
            <pc:docMk/>
            <pc:sldMk cId="2631819795" sldId="263"/>
            <ac:spMk id="3" creationId="{FC69CAD3-34EC-4D3B-A788-E05EF101E8B6}"/>
          </ac:spMkLst>
        </pc:spChg>
      </pc:sldChg>
      <pc:sldChg chg="modSp mod">
        <pc:chgData name="Danielle Andries" userId="93d179e4-3c18-40f7-920e-ae80b202540d" providerId="ADAL" clId="{13BF6352-B6F6-40B3-8DA0-0D92CDFBDE4A}" dt="2023-09-13T15:13:21.014" v="269" actId="20577"/>
        <pc:sldMkLst>
          <pc:docMk/>
          <pc:sldMk cId="3051765853" sldId="264"/>
        </pc:sldMkLst>
        <pc:spChg chg="mod">
          <ac:chgData name="Danielle Andries" userId="93d179e4-3c18-40f7-920e-ae80b202540d" providerId="ADAL" clId="{13BF6352-B6F6-40B3-8DA0-0D92CDFBDE4A}" dt="2023-09-13T15:13:21.014" v="269" actId="20577"/>
          <ac:spMkLst>
            <pc:docMk/>
            <pc:sldMk cId="3051765853" sldId="264"/>
            <ac:spMk id="3" creationId="{89316A7B-EF56-4540-A124-0ACC23724F87}"/>
          </ac:spMkLst>
        </pc:spChg>
      </pc:sldChg>
      <pc:sldChg chg="modSp mod">
        <pc:chgData name="Danielle Andries" userId="93d179e4-3c18-40f7-920e-ae80b202540d" providerId="ADAL" clId="{13BF6352-B6F6-40B3-8DA0-0D92CDFBDE4A}" dt="2023-08-15T15:40:55.169" v="15" actId="20577"/>
        <pc:sldMkLst>
          <pc:docMk/>
          <pc:sldMk cId="997338478" sldId="266"/>
        </pc:sldMkLst>
        <pc:spChg chg="mod">
          <ac:chgData name="Danielle Andries" userId="93d179e4-3c18-40f7-920e-ae80b202540d" providerId="ADAL" clId="{13BF6352-B6F6-40B3-8DA0-0D92CDFBDE4A}" dt="2023-08-15T15:40:55.169" v="15" actId="20577"/>
          <ac:spMkLst>
            <pc:docMk/>
            <pc:sldMk cId="997338478" sldId="266"/>
            <ac:spMk id="3" creationId="{3CFC5BFA-DF53-4407-9187-19E2D701E00B}"/>
          </ac:spMkLst>
        </pc:spChg>
      </pc:sldChg>
      <pc:sldChg chg="modSp mod modNotesTx">
        <pc:chgData name="Danielle Andries" userId="93d179e4-3c18-40f7-920e-ae80b202540d" providerId="ADAL" clId="{13BF6352-B6F6-40B3-8DA0-0D92CDFBDE4A}" dt="2023-09-13T15:13:53.137" v="270"/>
        <pc:sldMkLst>
          <pc:docMk/>
          <pc:sldMk cId="674909909" sldId="267"/>
        </pc:sldMkLst>
        <pc:spChg chg="mod">
          <ac:chgData name="Danielle Andries" userId="93d179e4-3c18-40f7-920e-ae80b202540d" providerId="ADAL" clId="{13BF6352-B6F6-40B3-8DA0-0D92CDFBDE4A}" dt="2023-08-15T15:40:46.991" v="12"/>
          <ac:spMkLst>
            <pc:docMk/>
            <pc:sldMk cId="674909909" sldId="267"/>
            <ac:spMk id="2" creationId="{3B584BAD-EC4F-4728-93AF-D36C5D808653}"/>
          </ac:spMkLst>
        </pc:spChg>
        <pc:spChg chg="mod">
          <ac:chgData name="Danielle Andries" userId="93d179e4-3c18-40f7-920e-ae80b202540d" providerId="ADAL" clId="{13BF6352-B6F6-40B3-8DA0-0D92CDFBDE4A}" dt="2023-08-15T15:40:39.073" v="11" actId="20577"/>
          <ac:spMkLst>
            <pc:docMk/>
            <pc:sldMk cId="674909909" sldId="267"/>
            <ac:spMk id="3" creationId="{64FA1437-B024-4A30-A4F5-99BD676DEE0E}"/>
          </ac:spMkLst>
        </pc:spChg>
        <pc:spChg chg="mod">
          <ac:chgData name="Danielle Andries" userId="93d179e4-3c18-40f7-920e-ae80b202540d" providerId="ADAL" clId="{13BF6352-B6F6-40B3-8DA0-0D92CDFBDE4A}" dt="2023-08-15T15:40:37.073" v="9" actId="20577"/>
          <ac:spMkLst>
            <pc:docMk/>
            <pc:sldMk cId="674909909" sldId="267"/>
            <ac:spMk id="4" creationId="{EB4C854E-2009-4A48-BF5C-7AC043B72217}"/>
          </ac:spMkLst>
        </pc:spChg>
      </pc:sldChg>
      <pc:sldChg chg="modNotesTx">
        <pc:chgData name="Danielle Andries" userId="93d179e4-3c18-40f7-920e-ae80b202540d" providerId="ADAL" clId="{13BF6352-B6F6-40B3-8DA0-0D92CDFBDE4A}" dt="2023-09-13T15:02:49.019" v="40"/>
        <pc:sldMkLst>
          <pc:docMk/>
          <pc:sldMk cId="226307224" sldId="268"/>
        </pc:sldMkLst>
      </pc:sldChg>
      <pc:sldChg chg="del">
        <pc:chgData name="Danielle Andries" userId="93d179e4-3c18-40f7-920e-ae80b202540d" providerId="ADAL" clId="{13BF6352-B6F6-40B3-8DA0-0D92CDFBDE4A}" dt="2023-08-15T15:40:52.061" v="13" actId="2696"/>
        <pc:sldMkLst>
          <pc:docMk/>
          <pc:sldMk cId="925647113" sldId="268"/>
        </pc:sldMkLst>
      </pc:sldChg>
      <pc:sldChg chg="addSp delSp modSp mod modNotesTx">
        <pc:chgData name="Danielle Andries" userId="93d179e4-3c18-40f7-920e-ae80b202540d" providerId="ADAL" clId="{13BF6352-B6F6-40B3-8DA0-0D92CDFBDE4A}" dt="2023-09-13T15:31:37.961" v="559" actId="1076"/>
        <pc:sldMkLst>
          <pc:docMk/>
          <pc:sldMk cId="2499634060" sldId="269"/>
        </pc:sldMkLst>
        <pc:spChg chg="del">
          <ac:chgData name="Danielle Andries" userId="93d179e4-3c18-40f7-920e-ae80b202540d" providerId="ADAL" clId="{13BF6352-B6F6-40B3-8DA0-0D92CDFBDE4A}" dt="2023-09-13T15:31:20.377" v="551"/>
          <ac:spMkLst>
            <pc:docMk/>
            <pc:sldMk cId="2499634060" sldId="269"/>
            <ac:spMk id="3" creationId="{579B07B8-7B27-45F1-B0BB-6162AE3855D4}"/>
          </ac:spMkLst>
        </pc:spChg>
        <pc:spChg chg="mod">
          <ac:chgData name="Danielle Andries" userId="93d179e4-3c18-40f7-920e-ae80b202540d" providerId="ADAL" clId="{13BF6352-B6F6-40B3-8DA0-0D92CDFBDE4A}" dt="2023-09-13T15:31:29.724" v="556" actId="1076"/>
          <ac:spMkLst>
            <pc:docMk/>
            <pc:sldMk cId="2499634060" sldId="269"/>
            <ac:spMk id="5" creationId="{372FA240-3863-4D01-94C7-5E89B539BF0B}"/>
          </ac:spMkLst>
        </pc:spChg>
        <pc:spChg chg="mod">
          <ac:chgData name="Danielle Andries" userId="93d179e4-3c18-40f7-920e-ae80b202540d" providerId="ADAL" clId="{13BF6352-B6F6-40B3-8DA0-0D92CDFBDE4A}" dt="2023-09-13T15:31:37.961" v="559" actId="1076"/>
          <ac:spMkLst>
            <pc:docMk/>
            <pc:sldMk cId="2499634060" sldId="269"/>
            <ac:spMk id="6" creationId="{6C97A144-0634-4203-BEE3-57B7B2ADD04C}"/>
          </ac:spMkLst>
        </pc:spChg>
        <pc:picChg chg="add mod">
          <ac:chgData name="Danielle Andries" userId="93d179e4-3c18-40f7-920e-ae80b202540d" providerId="ADAL" clId="{13BF6352-B6F6-40B3-8DA0-0D92CDFBDE4A}" dt="2023-09-13T15:31:23.446" v="554" actId="14100"/>
          <ac:picMkLst>
            <pc:docMk/>
            <pc:sldMk cId="2499634060" sldId="269"/>
            <ac:picMk id="8" creationId="{75965EE6-7390-2384-79E2-DDDEF61BACCE}"/>
          </ac:picMkLst>
        </pc:picChg>
      </pc:sldChg>
      <pc:sldChg chg="modSp mod">
        <pc:chgData name="Danielle Andries" userId="93d179e4-3c18-40f7-920e-ae80b202540d" providerId="ADAL" clId="{13BF6352-B6F6-40B3-8DA0-0D92CDFBDE4A}" dt="2023-09-13T15:34:08.129" v="832" actId="20577"/>
        <pc:sldMkLst>
          <pc:docMk/>
          <pc:sldMk cId="3766715234" sldId="271"/>
        </pc:sldMkLst>
        <pc:spChg chg="mod">
          <ac:chgData name="Danielle Andries" userId="93d179e4-3c18-40f7-920e-ae80b202540d" providerId="ADAL" clId="{13BF6352-B6F6-40B3-8DA0-0D92CDFBDE4A}" dt="2023-09-13T15:34:08.129" v="832" actId="20577"/>
          <ac:spMkLst>
            <pc:docMk/>
            <pc:sldMk cId="3766715234" sldId="271"/>
            <ac:spMk id="2" creationId="{8CCA571E-DEB7-46F2-8F35-C75EA28B441B}"/>
          </ac:spMkLst>
        </pc:spChg>
      </pc:sldChg>
      <pc:sldChg chg="del">
        <pc:chgData name="Danielle Andries" userId="93d179e4-3c18-40f7-920e-ae80b202540d" providerId="ADAL" clId="{13BF6352-B6F6-40B3-8DA0-0D92CDFBDE4A}" dt="2023-09-13T15:34:26.924" v="833" actId="2696"/>
        <pc:sldMkLst>
          <pc:docMk/>
          <pc:sldMk cId="2277783920" sldId="272"/>
        </pc:sldMkLst>
      </pc:sldChg>
      <pc:sldChg chg="addSp delSp modSp mod modNotesTx">
        <pc:chgData name="Danielle Andries" userId="93d179e4-3c18-40f7-920e-ae80b202540d" providerId="ADAL" clId="{13BF6352-B6F6-40B3-8DA0-0D92CDFBDE4A}" dt="2023-09-13T15:02:25.534" v="39" actId="1076"/>
        <pc:sldMkLst>
          <pc:docMk/>
          <pc:sldMk cId="4099977342" sldId="273"/>
        </pc:sldMkLst>
        <pc:spChg chg="del">
          <ac:chgData name="Danielle Andries" userId="93d179e4-3c18-40f7-920e-ae80b202540d" providerId="ADAL" clId="{13BF6352-B6F6-40B3-8DA0-0D92CDFBDE4A}" dt="2023-09-13T15:02:06.119" v="31"/>
          <ac:spMkLst>
            <pc:docMk/>
            <pc:sldMk cId="4099977342" sldId="273"/>
            <ac:spMk id="3" creationId="{579B07B8-7B27-45F1-B0BB-6162AE3855D4}"/>
          </ac:spMkLst>
        </pc:spChg>
        <pc:spChg chg="mod">
          <ac:chgData name="Danielle Andries" userId="93d179e4-3c18-40f7-920e-ae80b202540d" providerId="ADAL" clId="{13BF6352-B6F6-40B3-8DA0-0D92CDFBDE4A}" dt="2023-09-13T15:02:25.534" v="39" actId="1076"/>
          <ac:spMkLst>
            <pc:docMk/>
            <pc:sldMk cId="4099977342" sldId="273"/>
            <ac:spMk id="6" creationId="{6C97A144-0634-4203-BEE3-57B7B2ADD04C}"/>
          </ac:spMkLst>
        </pc:spChg>
        <pc:picChg chg="add mod">
          <ac:chgData name="Danielle Andries" userId="93d179e4-3c18-40f7-920e-ae80b202540d" providerId="ADAL" clId="{13BF6352-B6F6-40B3-8DA0-0D92CDFBDE4A}" dt="2023-09-13T15:02:16.840" v="36" actId="962"/>
          <ac:picMkLst>
            <pc:docMk/>
            <pc:sldMk cId="4099977342" sldId="273"/>
            <ac:picMk id="8" creationId="{3E705E5F-A5BB-8D32-944D-D0C173066DC6}"/>
          </ac:picMkLst>
        </pc:picChg>
      </pc:sldChg>
      <pc:sldChg chg="addSp delSp modSp mod">
        <pc:chgData name="Danielle Andries" userId="93d179e4-3c18-40f7-920e-ae80b202540d" providerId="ADAL" clId="{13BF6352-B6F6-40B3-8DA0-0D92CDFBDE4A}" dt="2023-09-13T15:04:28.889" v="50" actId="14100"/>
        <pc:sldMkLst>
          <pc:docMk/>
          <pc:sldMk cId="107198165" sldId="275"/>
        </pc:sldMkLst>
        <pc:spChg chg="del">
          <ac:chgData name="Danielle Andries" userId="93d179e4-3c18-40f7-920e-ae80b202540d" providerId="ADAL" clId="{13BF6352-B6F6-40B3-8DA0-0D92CDFBDE4A}" dt="2023-09-13T15:03:53.861" v="41"/>
          <ac:spMkLst>
            <pc:docMk/>
            <pc:sldMk cId="107198165" sldId="275"/>
            <ac:spMk id="3" creationId="{579B07B8-7B27-45F1-B0BB-6162AE3855D4}"/>
          </ac:spMkLst>
        </pc:spChg>
        <pc:spChg chg="mod">
          <ac:chgData name="Danielle Andries" userId="93d179e4-3c18-40f7-920e-ae80b202540d" providerId="ADAL" clId="{13BF6352-B6F6-40B3-8DA0-0D92CDFBDE4A}" dt="2023-09-13T15:04:28.889" v="50" actId="14100"/>
          <ac:spMkLst>
            <pc:docMk/>
            <pc:sldMk cId="107198165" sldId="275"/>
            <ac:spMk id="6" creationId="{6C97A144-0634-4203-BEE3-57B7B2ADD04C}"/>
          </ac:spMkLst>
        </pc:spChg>
        <pc:picChg chg="add mod">
          <ac:chgData name="Danielle Andries" userId="93d179e4-3c18-40f7-920e-ae80b202540d" providerId="ADAL" clId="{13BF6352-B6F6-40B3-8DA0-0D92CDFBDE4A}" dt="2023-09-13T15:04:16.718" v="46" actId="14100"/>
          <ac:picMkLst>
            <pc:docMk/>
            <pc:sldMk cId="107198165" sldId="275"/>
            <ac:picMk id="8" creationId="{159FF7BF-E1D7-6FFC-06B6-774CE4DC560D}"/>
          </ac:picMkLst>
        </pc:picChg>
      </pc:sldChg>
      <pc:sldChg chg="addSp delSp modSp mod">
        <pc:chgData name="Danielle Andries" userId="93d179e4-3c18-40f7-920e-ae80b202540d" providerId="ADAL" clId="{13BF6352-B6F6-40B3-8DA0-0D92CDFBDE4A}" dt="2023-09-13T15:32:52.230" v="568" actId="1076"/>
        <pc:sldMkLst>
          <pc:docMk/>
          <pc:sldMk cId="494668616" sldId="279"/>
        </pc:sldMkLst>
        <pc:spChg chg="del">
          <ac:chgData name="Danielle Andries" userId="93d179e4-3c18-40f7-920e-ae80b202540d" providerId="ADAL" clId="{13BF6352-B6F6-40B3-8DA0-0D92CDFBDE4A}" dt="2023-09-13T15:32:25.351" v="560"/>
          <ac:spMkLst>
            <pc:docMk/>
            <pc:sldMk cId="494668616" sldId="279"/>
            <ac:spMk id="3" creationId="{579B07B8-7B27-45F1-B0BB-6162AE3855D4}"/>
          </ac:spMkLst>
        </pc:spChg>
        <pc:spChg chg="mod">
          <ac:chgData name="Danielle Andries" userId="93d179e4-3c18-40f7-920e-ae80b202540d" providerId="ADAL" clId="{13BF6352-B6F6-40B3-8DA0-0D92CDFBDE4A}" dt="2023-09-13T15:32:52.230" v="568" actId="1076"/>
          <ac:spMkLst>
            <pc:docMk/>
            <pc:sldMk cId="494668616" sldId="279"/>
            <ac:spMk id="6" creationId="{6C97A144-0634-4203-BEE3-57B7B2ADD04C}"/>
          </ac:spMkLst>
        </pc:spChg>
        <pc:picChg chg="add mod">
          <ac:chgData name="Danielle Andries" userId="93d179e4-3c18-40f7-920e-ae80b202540d" providerId="ADAL" clId="{13BF6352-B6F6-40B3-8DA0-0D92CDFBDE4A}" dt="2023-09-13T15:32:40.871" v="565" actId="14100"/>
          <ac:picMkLst>
            <pc:docMk/>
            <pc:sldMk cId="494668616" sldId="279"/>
            <ac:picMk id="8" creationId="{C1E1B94E-A136-D56F-6D7E-3D040481C7E1}"/>
          </ac:picMkLst>
        </pc:picChg>
      </pc:sldChg>
      <pc:sldChg chg="delSp modSp new mod modNotesTx">
        <pc:chgData name="Danielle Andries" userId="93d179e4-3c18-40f7-920e-ae80b202540d" providerId="ADAL" clId="{13BF6352-B6F6-40B3-8DA0-0D92CDFBDE4A}" dt="2023-09-13T15:19:43.369" v="549" actId="404"/>
        <pc:sldMkLst>
          <pc:docMk/>
          <pc:sldMk cId="4245095945" sldId="281"/>
        </pc:sldMkLst>
        <pc:spChg chg="mod">
          <ac:chgData name="Danielle Andries" userId="93d179e4-3c18-40f7-920e-ae80b202540d" providerId="ADAL" clId="{13BF6352-B6F6-40B3-8DA0-0D92CDFBDE4A}" dt="2023-09-13T15:14:28.053" v="314" actId="20577"/>
          <ac:spMkLst>
            <pc:docMk/>
            <pc:sldMk cId="4245095945" sldId="281"/>
            <ac:spMk id="2" creationId="{A3C2687A-3026-3467-72BA-290C38B31A2A}"/>
          </ac:spMkLst>
        </pc:spChg>
        <pc:spChg chg="mod">
          <ac:chgData name="Danielle Andries" userId="93d179e4-3c18-40f7-920e-ae80b202540d" providerId="ADAL" clId="{13BF6352-B6F6-40B3-8DA0-0D92CDFBDE4A}" dt="2023-09-13T15:19:43.369" v="549" actId="404"/>
          <ac:spMkLst>
            <pc:docMk/>
            <pc:sldMk cId="4245095945" sldId="281"/>
            <ac:spMk id="3" creationId="{BCC35889-4020-EE2C-E1D0-513A613BDF03}"/>
          </ac:spMkLst>
        </pc:spChg>
        <pc:spChg chg="del">
          <ac:chgData name="Danielle Andries" userId="93d179e4-3c18-40f7-920e-ae80b202540d" providerId="ADAL" clId="{13BF6352-B6F6-40B3-8DA0-0D92CDFBDE4A}" dt="2023-09-13T15:14:47.883" v="316" actId="478"/>
          <ac:spMkLst>
            <pc:docMk/>
            <pc:sldMk cId="4245095945" sldId="281"/>
            <ac:spMk id="4" creationId="{1B21E6BA-9A09-3BCF-210E-153BC30CA9B1}"/>
          </ac:spMkLst>
        </pc:spChg>
      </pc:sldChg>
    </pc:docChg>
  </pc:docChgLst>
  <pc:docChgLst>
    <pc:chgData name="Danielle Andries" userId="93d179e4-3c18-40f7-920e-ae80b202540d" providerId="ADAL" clId="{3E3BE2CF-8130-442B-9D1D-02B0E6C65866}"/>
    <pc:docChg chg="undo custSel addSld delSld modSld sldOrd modMainMaster">
      <pc:chgData name="Danielle Andries" userId="93d179e4-3c18-40f7-920e-ae80b202540d" providerId="ADAL" clId="{3E3BE2CF-8130-442B-9D1D-02B0E6C65866}" dt="2023-08-15T15:18:04.311" v="64" actId="20577"/>
      <pc:docMkLst>
        <pc:docMk/>
      </pc:docMkLst>
      <pc:sldChg chg="modSp mod">
        <pc:chgData name="Danielle Andries" userId="93d179e4-3c18-40f7-920e-ae80b202540d" providerId="ADAL" clId="{3E3BE2CF-8130-442B-9D1D-02B0E6C65866}" dt="2023-08-15T15:16:32.321" v="34" actId="14100"/>
        <pc:sldMkLst>
          <pc:docMk/>
          <pc:sldMk cId="3995608643" sldId="257"/>
        </pc:sldMkLst>
        <pc:spChg chg="mod">
          <ac:chgData name="Danielle Andries" userId="93d179e4-3c18-40f7-920e-ae80b202540d" providerId="ADAL" clId="{3E3BE2CF-8130-442B-9D1D-02B0E6C65866}" dt="2023-08-15T15:16:32.321" v="34" actId="14100"/>
          <ac:spMkLst>
            <pc:docMk/>
            <pc:sldMk cId="3995608643" sldId="257"/>
            <ac:spMk id="2" creationId="{B8F195E7-CEB7-44B4-8D15-A6FE845CE6B2}"/>
          </ac:spMkLst>
        </pc:spChg>
        <pc:spChg chg="mod">
          <ac:chgData name="Danielle Andries" userId="93d179e4-3c18-40f7-920e-ae80b202540d" providerId="ADAL" clId="{3E3BE2CF-8130-442B-9D1D-02B0E6C65866}" dt="2023-08-15T15:10:26.064" v="9" actId="20577"/>
          <ac:spMkLst>
            <pc:docMk/>
            <pc:sldMk cId="3995608643" sldId="257"/>
            <ac:spMk id="3" creationId="{3CFC5BFA-DF53-4407-9187-19E2D701E00B}"/>
          </ac:spMkLst>
        </pc:spChg>
        <pc:spChg chg="mod">
          <ac:chgData name="Danielle Andries" userId="93d179e4-3c18-40f7-920e-ae80b202540d" providerId="ADAL" clId="{3E3BE2CF-8130-442B-9D1D-02B0E6C65866}" dt="2023-08-15T15:10:06.212" v="1" actId="27636"/>
          <ac:spMkLst>
            <pc:docMk/>
            <pc:sldMk cId="3995608643" sldId="257"/>
            <ac:spMk id="4" creationId="{10E64DD8-93CF-45E0-BBB1-D21C74EEE754}"/>
          </ac:spMkLst>
        </pc:spChg>
      </pc:sldChg>
      <pc:sldChg chg="modSp mod ord">
        <pc:chgData name="Danielle Andries" userId="93d179e4-3c18-40f7-920e-ae80b202540d" providerId="ADAL" clId="{3E3BE2CF-8130-442B-9D1D-02B0E6C65866}" dt="2023-08-15T15:16:39.617" v="35"/>
        <pc:sldMkLst>
          <pc:docMk/>
          <pc:sldMk cId="2170154808" sldId="258"/>
        </pc:sldMkLst>
        <pc:spChg chg="mod">
          <ac:chgData name="Danielle Andries" userId="93d179e4-3c18-40f7-920e-ae80b202540d" providerId="ADAL" clId="{3E3BE2CF-8130-442B-9D1D-02B0E6C65866}" dt="2023-08-15T15:16:39.617" v="35"/>
          <ac:spMkLst>
            <pc:docMk/>
            <pc:sldMk cId="2170154808" sldId="258"/>
            <ac:spMk id="2" creationId="{3B584BAD-EC4F-4728-93AF-D36C5D808653}"/>
          </ac:spMkLst>
        </pc:spChg>
        <pc:spChg chg="mod">
          <ac:chgData name="Danielle Andries" userId="93d179e4-3c18-40f7-920e-ae80b202540d" providerId="ADAL" clId="{3E3BE2CF-8130-442B-9D1D-02B0E6C65866}" dt="2023-08-15T15:11:31.192" v="27" actId="20577"/>
          <ac:spMkLst>
            <pc:docMk/>
            <pc:sldMk cId="2170154808" sldId="258"/>
            <ac:spMk id="3" creationId="{64FA1437-B024-4A30-A4F5-99BD676DEE0E}"/>
          </ac:spMkLst>
        </pc:spChg>
        <pc:spChg chg="mod">
          <ac:chgData name="Danielle Andries" userId="93d179e4-3c18-40f7-920e-ae80b202540d" providerId="ADAL" clId="{3E3BE2CF-8130-442B-9D1D-02B0E6C65866}" dt="2023-08-15T15:11:26.688" v="19" actId="20577"/>
          <ac:spMkLst>
            <pc:docMk/>
            <pc:sldMk cId="2170154808" sldId="258"/>
            <ac:spMk id="4" creationId="{EB4C854E-2009-4A48-BF5C-7AC043B72217}"/>
          </ac:spMkLst>
        </pc:spChg>
      </pc:sldChg>
      <pc:sldChg chg="del">
        <pc:chgData name="Danielle Andries" userId="93d179e4-3c18-40f7-920e-ae80b202540d" providerId="ADAL" clId="{3E3BE2CF-8130-442B-9D1D-02B0E6C65866}" dt="2023-08-15T15:11:44.388" v="28" actId="2696"/>
        <pc:sldMkLst>
          <pc:docMk/>
          <pc:sldMk cId="3549381897" sldId="259"/>
        </pc:sldMkLst>
      </pc:sldChg>
      <pc:sldChg chg="addSp delSp modSp mod">
        <pc:chgData name="Danielle Andries" userId="93d179e4-3c18-40f7-920e-ae80b202540d" providerId="ADAL" clId="{3E3BE2CF-8130-442B-9D1D-02B0E6C65866}" dt="2023-08-15T15:15:59.700" v="30" actId="478"/>
        <pc:sldMkLst>
          <pc:docMk/>
          <pc:sldMk cId="2298346470" sldId="262"/>
        </pc:sldMkLst>
        <pc:spChg chg="add mod">
          <ac:chgData name="Danielle Andries" userId="93d179e4-3c18-40f7-920e-ae80b202540d" providerId="ADAL" clId="{3E3BE2CF-8130-442B-9D1D-02B0E6C65866}" dt="2023-08-15T15:15:59.700" v="30" actId="478"/>
          <ac:spMkLst>
            <pc:docMk/>
            <pc:sldMk cId="2298346470" sldId="262"/>
            <ac:spMk id="7" creationId="{59CC715D-C4EE-14E0-5433-1C951F4038D9}"/>
          </ac:spMkLst>
        </pc:spChg>
        <pc:picChg chg="del">
          <ac:chgData name="Danielle Andries" userId="93d179e4-3c18-40f7-920e-ae80b202540d" providerId="ADAL" clId="{3E3BE2CF-8130-442B-9D1D-02B0E6C65866}" dt="2023-08-15T15:15:59.700" v="30" actId="478"/>
          <ac:picMkLst>
            <pc:docMk/>
            <pc:sldMk cId="2298346470" sldId="262"/>
            <ac:picMk id="5" creationId="{9940E4FA-497F-4350-827F-482C52E199A5}"/>
          </ac:picMkLst>
        </pc:picChg>
        <pc:picChg chg="del">
          <ac:chgData name="Danielle Andries" userId="93d179e4-3c18-40f7-920e-ae80b202540d" providerId="ADAL" clId="{3E3BE2CF-8130-442B-9D1D-02B0E6C65866}" dt="2023-08-15T15:15:58.927" v="29" actId="478"/>
          <ac:picMkLst>
            <pc:docMk/>
            <pc:sldMk cId="2298346470" sldId="262"/>
            <ac:picMk id="6" creationId="{7C4AADDE-9AD8-4263-9B5E-D5BADF4D69FD}"/>
          </ac:picMkLst>
        </pc:picChg>
      </pc:sldChg>
      <pc:sldChg chg="modSp mod">
        <pc:chgData name="Danielle Andries" userId="93d179e4-3c18-40f7-920e-ae80b202540d" providerId="ADAL" clId="{3E3BE2CF-8130-442B-9D1D-02B0E6C65866}" dt="2023-08-15T15:18:04.311" v="64" actId="20577"/>
        <pc:sldMkLst>
          <pc:docMk/>
          <pc:sldMk cId="997338478" sldId="266"/>
        </pc:sldMkLst>
        <pc:spChg chg="mod">
          <ac:chgData name="Danielle Andries" userId="93d179e4-3c18-40f7-920e-ae80b202540d" providerId="ADAL" clId="{3E3BE2CF-8130-442B-9D1D-02B0E6C65866}" dt="2023-08-15T15:18:04.311" v="64" actId="20577"/>
          <ac:spMkLst>
            <pc:docMk/>
            <pc:sldMk cId="997338478" sldId="266"/>
            <ac:spMk id="3" creationId="{3CFC5BFA-DF53-4407-9187-19E2D701E00B}"/>
          </ac:spMkLst>
        </pc:spChg>
        <pc:spChg chg="mod">
          <ac:chgData name="Danielle Andries" userId="93d179e4-3c18-40f7-920e-ae80b202540d" providerId="ADAL" clId="{3E3BE2CF-8130-442B-9D1D-02B0E6C65866}" dt="2023-08-15T15:18:00.789" v="56" actId="27636"/>
          <ac:spMkLst>
            <pc:docMk/>
            <pc:sldMk cId="997338478" sldId="266"/>
            <ac:spMk id="4" creationId="{10E64DD8-93CF-45E0-BBB1-D21C74EEE754}"/>
          </ac:spMkLst>
        </pc:spChg>
      </pc:sldChg>
      <pc:sldChg chg="modSp add mod ord">
        <pc:chgData name="Danielle Andries" userId="93d179e4-3c18-40f7-920e-ae80b202540d" providerId="ADAL" clId="{3E3BE2CF-8130-442B-9D1D-02B0E6C65866}" dt="2023-08-15T15:17:02.581" v="45"/>
        <pc:sldMkLst>
          <pc:docMk/>
          <pc:sldMk cId="674909909" sldId="267"/>
        </pc:sldMkLst>
        <pc:spChg chg="mod">
          <ac:chgData name="Danielle Andries" userId="93d179e4-3c18-40f7-920e-ae80b202540d" providerId="ADAL" clId="{3E3BE2CF-8130-442B-9D1D-02B0E6C65866}" dt="2023-08-15T15:17:02.581" v="45"/>
          <ac:spMkLst>
            <pc:docMk/>
            <pc:sldMk cId="674909909" sldId="267"/>
            <ac:spMk id="2" creationId="{3B584BAD-EC4F-4728-93AF-D36C5D808653}"/>
          </ac:spMkLst>
        </pc:spChg>
        <pc:spChg chg="mod">
          <ac:chgData name="Danielle Andries" userId="93d179e4-3c18-40f7-920e-ae80b202540d" providerId="ADAL" clId="{3E3BE2CF-8130-442B-9D1D-02B0E6C65866}" dt="2023-08-15T15:16:54.313" v="42" actId="20577"/>
          <ac:spMkLst>
            <pc:docMk/>
            <pc:sldMk cId="674909909" sldId="267"/>
            <ac:spMk id="3" creationId="{64FA1437-B024-4A30-A4F5-99BD676DEE0E}"/>
          </ac:spMkLst>
        </pc:spChg>
      </pc:sldChg>
      <pc:sldChg chg="modSp add mod">
        <pc:chgData name="Danielle Andries" userId="93d179e4-3c18-40f7-920e-ae80b202540d" providerId="ADAL" clId="{3E3BE2CF-8130-442B-9D1D-02B0E6C65866}" dt="2023-08-15T15:17:50.240" v="54"/>
        <pc:sldMkLst>
          <pc:docMk/>
          <pc:sldMk cId="925647113" sldId="268"/>
        </pc:sldMkLst>
        <pc:spChg chg="mod">
          <ac:chgData name="Danielle Andries" userId="93d179e4-3c18-40f7-920e-ae80b202540d" providerId="ADAL" clId="{3E3BE2CF-8130-442B-9D1D-02B0E6C65866}" dt="2023-08-15T15:17:50.240" v="54"/>
          <ac:spMkLst>
            <pc:docMk/>
            <pc:sldMk cId="925647113" sldId="268"/>
            <ac:spMk id="2" creationId="{3B584BAD-EC4F-4728-93AF-D36C5D808653}"/>
          </ac:spMkLst>
        </pc:spChg>
        <pc:spChg chg="mod">
          <ac:chgData name="Danielle Andries" userId="93d179e4-3c18-40f7-920e-ae80b202540d" providerId="ADAL" clId="{3E3BE2CF-8130-442B-9D1D-02B0E6C65866}" dt="2023-08-15T15:17:46.482" v="53" actId="20577"/>
          <ac:spMkLst>
            <pc:docMk/>
            <pc:sldMk cId="925647113" sldId="268"/>
            <ac:spMk id="3" creationId="{64FA1437-B024-4A30-A4F5-99BD676DEE0E}"/>
          </ac:spMkLst>
        </pc:spChg>
      </pc:sldChg>
      <pc:sldMasterChg chg="modSldLayout">
        <pc:chgData name="Danielle Andries" userId="93d179e4-3c18-40f7-920e-ae80b202540d" providerId="ADAL" clId="{3E3BE2CF-8130-442B-9D1D-02B0E6C65866}" dt="2023-08-15T15:17:31.403" v="49" actId="20577"/>
        <pc:sldMasterMkLst>
          <pc:docMk/>
          <pc:sldMasterMk cId="58932730" sldId="2147483910"/>
        </pc:sldMasterMkLst>
        <pc:sldLayoutChg chg="modSp mod">
          <pc:chgData name="Danielle Andries" userId="93d179e4-3c18-40f7-920e-ae80b202540d" providerId="ADAL" clId="{3E3BE2CF-8130-442B-9D1D-02B0E6C65866}" dt="2023-08-15T15:17:27.736" v="48" actId="20577"/>
          <pc:sldLayoutMkLst>
            <pc:docMk/>
            <pc:sldMasterMk cId="58932730" sldId="2147483910"/>
            <pc:sldLayoutMk cId="4084809213" sldId="2147483911"/>
          </pc:sldLayoutMkLst>
          <pc:spChg chg="mod">
            <ac:chgData name="Danielle Andries" userId="93d179e4-3c18-40f7-920e-ae80b202540d" providerId="ADAL" clId="{3E3BE2CF-8130-442B-9D1D-02B0E6C65866}" dt="2023-08-15T15:17:27.736" v="48" actId="20577"/>
            <ac:spMkLst>
              <pc:docMk/>
              <pc:sldMasterMk cId="58932730" sldId="2147483910"/>
              <pc:sldLayoutMk cId="4084809213" sldId="2147483911"/>
              <ac:spMk id="8" creationId="{85CB60B9-005C-47AF-9FB6-D41274CD49DC}"/>
            </ac:spMkLst>
          </pc:spChg>
        </pc:sldLayoutChg>
        <pc:sldLayoutChg chg="modSp mod">
          <pc:chgData name="Danielle Andries" userId="93d179e4-3c18-40f7-920e-ae80b202540d" providerId="ADAL" clId="{3E3BE2CF-8130-442B-9D1D-02B0E6C65866}" dt="2023-08-15T15:17:23.888" v="47" actId="20577"/>
          <pc:sldLayoutMkLst>
            <pc:docMk/>
            <pc:sldMasterMk cId="58932730" sldId="2147483910"/>
            <pc:sldLayoutMk cId="1974321300" sldId="2147483912"/>
          </pc:sldLayoutMkLst>
          <pc:spChg chg="mod">
            <ac:chgData name="Danielle Andries" userId="93d179e4-3c18-40f7-920e-ae80b202540d" providerId="ADAL" clId="{3E3BE2CF-8130-442B-9D1D-02B0E6C65866}" dt="2023-08-15T15:17:23.888" v="47" actId="20577"/>
            <ac:spMkLst>
              <pc:docMk/>
              <pc:sldMasterMk cId="58932730" sldId="2147483910"/>
              <pc:sldLayoutMk cId="1974321300" sldId="2147483912"/>
              <ac:spMk id="14" creationId="{DC95779D-C23F-4838-A4E9-42CBBB5D9F56}"/>
            </ac:spMkLst>
          </pc:spChg>
        </pc:sldLayoutChg>
        <pc:sldLayoutChg chg="modSp mod">
          <pc:chgData name="Danielle Andries" userId="93d179e4-3c18-40f7-920e-ae80b202540d" providerId="ADAL" clId="{3E3BE2CF-8130-442B-9D1D-02B0E6C65866}" dt="2023-08-15T15:17:31.403" v="49" actId="20577"/>
          <pc:sldLayoutMkLst>
            <pc:docMk/>
            <pc:sldMasterMk cId="58932730" sldId="2147483910"/>
            <pc:sldLayoutMk cId="4111725238" sldId="2147483926"/>
          </pc:sldLayoutMkLst>
          <pc:spChg chg="mod">
            <ac:chgData name="Danielle Andries" userId="93d179e4-3c18-40f7-920e-ae80b202540d" providerId="ADAL" clId="{3E3BE2CF-8130-442B-9D1D-02B0E6C65866}" dt="2023-08-15T15:17:31.403" v="49" actId="20577"/>
            <ac:spMkLst>
              <pc:docMk/>
              <pc:sldMasterMk cId="58932730" sldId="2147483910"/>
              <pc:sldLayoutMk cId="4111725238" sldId="2147483926"/>
              <ac:spMk id="14" creationId="{A81A1DFC-41A7-4E3E-A038-1E4DC1D675D6}"/>
            </ac:spMkLst>
          </pc:spChg>
        </pc:sldLayoutChg>
        <pc:sldLayoutChg chg="modSp mod">
          <pc:chgData name="Danielle Andries" userId="93d179e4-3c18-40f7-920e-ae80b202540d" providerId="ADAL" clId="{3E3BE2CF-8130-442B-9D1D-02B0E6C65866}" dt="2023-08-15T15:17:20.368" v="46" actId="20577"/>
          <pc:sldLayoutMkLst>
            <pc:docMk/>
            <pc:sldMasterMk cId="58932730" sldId="2147483910"/>
            <pc:sldLayoutMk cId="2001968655" sldId="2147483932"/>
          </pc:sldLayoutMkLst>
          <pc:spChg chg="mod">
            <ac:chgData name="Danielle Andries" userId="93d179e4-3c18-40f7-920e-ae80b202540d" providerId="ADAL" clId="{3E3BE2CF-8130-442B-9D1D-02B0E6C65866}" dt="2023-08-15T15:17:20.368" v="46" actId="20577"/>
            <ac:spMkLst>
              <pc:docMk/>
              <pc:sldMasterMk cId="58932730" sldId="2147483910"/>
              <pc:sldLayoutMk cId="2001968655" sldId="2147483932"/>
              <ac:spMk id="14" creationId="{DC95779D-C23F-4838-A4E9-42CBBB5D9F56}"/>
            </ac:spMkLst>
          </pc:spChg>
        </pc:sldLayoutChg>
      </pc:sldMasterChg>
    </pc:docChg>
  </pc:docChgLst>
  <pc:docChgLst>
    <pc:chgData name="James Pengelly" userId="d269fecd-a8a2-4e5a-93ae-88bdaab21f51" providerId="ADAL" clId="{3527A356-C7D9-4139-A7CE-BB312D723A3A}"/>
    <pc:docChg chg="custSel modSld">
      <pc:chgData name="James Pengelly" userId="d269fecd-a8a2-4e5a-93ae-88bdaab21f51" providerId="ADAL" clId="{3527A356-C7D9-4139-A7CE-BB312D723A3A}" dt="2023-09-19T10:51:52.804" v="113" actId="20577"/>
      <pc:docMkLst>
        <pc:docMk/>
      </pc:docMkLst>
      <pc:sldChg chg="addSp delSp modSp mod modClrScheme chgLayout">
        <pc:chgData name="James Pengelly" userId="d269fecd-a8a2-4e5a-93ae-88bdaab21f51" providerId="ADAL" clId="{3527A356-C7D9-4139-A7CE-BB312D723A3A}" dt="2023-09-19T10:49:09.204" v="17" actId="1076"/>
        <pc:sldMkLst>
          <pc:docMk/>
          <pc:sldMk cId="1821724871" sldId="261"/>
        </pc:sldMkLst>
        <pc:spChg chg="mod ord">
          <ac:chgData name="James Pengelly" userId="d269fecd-a8a2-4e5a-93ae-88bdaab21f51" providerId="ADAL" clId="{3527A356-C7D9-4139-A7CE-BB312D723A3A}" dt="2023-09-19T10:49:01.261" v="10" actId="700"/>
          <ac:spMkLst>
            <pc:docMk/>
            <pc:sldMk cId="1821724871" sldId="261"/>
            <ac:spMk id="2" creationId="{EBE9F564-251E-4378-B4D0-692726090772}"/>
          </ac:spMkLst>
        </pc:spChg>
        <pc:spChg chg="add mod ord">
          <ac:chgData name="James Pengelly" userId="d269fecd-a8a2-4e5a-93ae-88bdaab21f51" providerId="ADAL" clId="{3527A356-C7D9-4139-A7CE-BB312D723A3A}" dt="2023-09-19T10:49:06.112" v="16" actId="20577"/>
          <ac:spMkLst>
            <pc:docMk/>
            <pc:sldMk cId="1821724871" sldId="261"/>
            <ac:spMk id="3" creationId="{09C98065-0F26-352B-C2D8-233ADC115DB4}"/>
          </ac:spMkLst>
        </pc:spChg>
        <pc:spChg chg="mod ord">
          <ac:chgData name="James Pengelly" userId="d269fecd-a8a2-4e5a-93ae-88bdaab21f51" providerId="ADAL" clId="{3527A356-C7D9-4139-A7CE-BB312D723A3A}" dt="2023-09-19T10:49:01.261" v="10" actId="700"/>
          <ac:spMkLst>
            <pc:docMk/>
            <pc:sldMk cId="1821724871" sldId="261"/>
            <ac:spMk id="4" creationId="{80C4C0A8-03F5-4F2B-9EB9-918B55C258A2}"/>
          </ac:spMkLst>
        </pc:spChg>
        <pc:spChg chg="del mod">
          <ac:chgData name="James Pengelly" userId="d269fecd-a8a2-4e5a-93ae-88bdaab21f51" providerId="ADAL" clId="{3527A356-C7D9-4139-A7CE-BB312D723A3A}" dt="2023-09-19T10:48:59.533" v="9" actId="478"/>
          <ac:spMkLst>
            <pc:docMk/>
            <pc:sldMk cId="1821724871" sldId="261"/>
            <ac:spMk id="5" creationId="{372FA240-3863-4D01-94C7-5E89B539BF0B}"/>
          </ac:spMkLst>
        </pc:spChg>
        <pc:spChg chg="mod">
          <ac:chgData name="James Pengelly" userId="d269fecd-a8a2-4e5a-93ae-88bdaab21f51" providerId="ADAL" clId="{3527A356-C7D9-4139-A7CE-BB312D723A3A}" dt="2023-09-19T10:49:09.204" v="17" actId="1076"/>
          <ac:spMkLst>
            <pc:docMk/>
            <pc:sldMk cId="1821724871" sldId="261"/>
            <ac:spMk id="6" creationId="{6C97A144-0634-4203-BEE3-57B7B2ADD04C}"/>
          </ac:spMkLst>
        </pc:spChg>
        <pc:picChg chg="mod ord">
          <ac:chgData name="James Pengelly" userId="d269fecd-a8a2-4e5a-93ae-88bdaab21f51" providerId="ADAL" clId="{3527A356-C7D9-4139-A7CE-BB312D723A3A}" dt="2023-09-19T10:49:01.261" v="10" actId="700"/>
          <ac:picMkLst>
            <pc:docMk/>
            <pc:sldMk cId="1821724871" sldId="261"/>
            <ac:picMk id="8" creationId="{5F9736B1-66BB-0DC1-3C05-C66EC027E6D5}"/>
          </ac:picMkLst>
        </pc:picChg>
      </pc:sldChg>
      <pc:sldChg chg="addSp delSp modSp mod chgLayout">
        <pc:chgData name="James Pengelly" userId="d269fecd-a8a2-4e5a-93ae-88bdaab21f51" providerId="ADAL" clId="{3527A356-C7D9-4139-A7CE-BB312D723A3A}" dt="2023-09-19T10:49:34.927" v="31"/>
        <pc:sldMkLst>
          <pc:docMk/>
          <pc:sldMk cId="226307224" sldId="268"/>
        </pc:sldMkLst>
        <pc:spChg chg="mod ord">
          <ac:chgData name="James Pengelly" userId="d269fecd-a8a2-4e5a-93ae-88bdaab21f51" providerId="ADAL" clId="{3527A356-C7D9-4139-A7CE-BB312D723A3A}" dt="2023-09-19T10:49:34.274" v="30" actId="6264"/>
          <ac:spMkLst>
            <pc:docMk/>
            <pc:sldMk cId="226307224" sldId="268"/>
            <ac:spMk id="2" creationId="{5A78B9D2-75C6-4E31-8D20-2472152AE3E2}"/>
          </ac:spMkLst>
        </pc:spChg>
        <pc:spChg chg="add del mod">
          <ac:chgData name="James Pengelly" userId="d269fecd-a8a2-4e5a-93ae-88bdaab21f51" providerId="ADAL" clId="{3527A356-C7D9-4139-A7CE-BB312D723A3A}" dt="2023-09-19T10:49:34.274" v="30" actId="6264"/>
          <ac:spMkLst>
            <pc:docMk/>
            <pc:sldMk cId="226307224" sldId="268"/>
            <ac:spMk id="3" creationId="{A5368FFD-3381-238B-6C39-EB311032A4FA}"/>
          </ac:spMkLst>
        </pc:spChg>
        <pc:spChg chg="mod ord">
          <ac:chgData name="James Pengelly" userId="d269fecd-a8a2-4e5a-93ae-88bdaab21f51" providerId="ADAL" clId="{3527A356-C7D9-4139-A7CE-BB312D723A3A}" dt="2023-09-19T10:49:34.274" v="30" actId="6264"/>
          <ac:spMkLst>
            <pc:docMk/>
            <pc:sldMk cId="226307224" sldId="268"/>
            <ac:spMk id="4" creationId="{81D661B8-EEC6-4B47-84B5-8687AB7DEF59}"/>
          </ac:spMkLst>
        </pc:spChg>
        <pc:spChg chg="del mod">
          <ac:chgData name="James Pengelly" userId="d269fecd-a8a2-4e5a-93ae-88bdaab21f51" providerId="ADAL" clId="{3527A356-C7D9-4139-A7CE-BB312D723A3A}" dt="2023-09-19T10:49:33.366" v="29" actId="478"/>
          <ac:spMkLst>
            <pc:docMk/>
            <pc:sldMk cId="226307224" sldId="268"/>
            <ac:spMk id="5" creationId="{137E005E-A66D-4D0E-9B1A-24F6766E1709}"/>
          </ac:spMkLst>
        </pc:spChg>
        <pc:spChg chg="add del mod">
          <ac:chgData name="James Pengelly" userId="d269fecd-a8a2-4e5a-93ae-88bdaab21f51" providerId="ADAL" clId="{3527A356-C7D9-4139-A7CE-BB312D723A3A}" dt="2023-09-19T10:49:34.274" v="30" actId="6264"/>
          <ac:spMkLst>
            <pc:docMk/>
            <pc:sldMk cId="226307224" sldId="268"/>
            <ac:spMk id="6" creationId="{5E1C79C5-C192-DE8E-DA73-AE3BA6314C4F}"/>
          </ac:spMkLst>
        </pc:spChg>
        <pc:spChg chg="add mod ord">
          <ac:chgData name="James Pengelly" userId="d269fecd-a8a2-4e5a-93ae-88bdaab21f51" providerId="ADAL" clId="{3527A356-C7D9-4139-A7CE-BB312D723A3A}" dt="2023-09-19T10:49:34.927" v="31"/>
          <ac:spMkLst>
            <pc:docMk/>
            <pc:sldMk cId="226307224" sldId="268"/>
            <ac:spMk id="7" creationId="{70F84822-C31E-001A-87BC-B4E76F3D700C}"/>
          </ac:spMkLst>
        </pc:spChg>
      </pc:sldChg>
      <pc:sldChg chg="addSp delSp modSp mod modClrScheme chgLayout">
        <pc:chgData name="James Pengelly" userId="d269fecd-a8a2-4e5a-93ae-88bdaab21f51" providerId="ADAL" clId="{3527A356-C7D9-4139-A7CE-BB312D723A3A}" dt="2023-09-19T10:51:06.924" v="89" actId="1076"/>
        <pc:sldMkLst>
          <pc:docMk/>
          <pc:sldMk cId="2499634060" sldId="269"/>
        </pc:sldMkLst>
        <pc:spChg chg="mod ord">
          <ac:chgData name="James Pengelly" userId="d269fecd-a8a2-4e5a-93ae-88bdaab21f51" providerId="ADAL" clId="{3527A356-C7D9-4139-A7CE-BB312D723A3A}" dt="2023-09-19T10:50:43.311" v="75" actId="700"/>
          <ac:spMkLst>
            <pc:docMk/>
            <pc:sldMk cId="2499634060" sldId="269"/>
            <ac:spMk id="2" creationId="{EBE9F564-251E-4378-B4D0-692726090772}"/>
          </ac:spMkLst>
        </pc:spChg>
        <pc:spChg chg="add del mod">
          <ac:chgData name="James Pengelly" userId="d269fecd-a8a2-4e5a-93ae-88bdaab21f51" providerId="ADAL" clId="{3527A356-C7D9-4139-A7CE-BB312D723A3A}" dt="2023-09-19T09:49:50.896" v="0" actId="6264"/>
          <ac:spMkLst>
            <pc:docMk/>
            <pc:sldMk cId="2499634060" sldId="269"/>
            <ac:spMk id="3" creationId="{2E07244A-B58C-4625-0A53-7400E0EF94C4}"/>
          </ac:spMkLst>
        </pc:spChg>
        <pc:spChg chg="add mod ord">
          <ac:chgData name="James Pengelly" userId="d269fecd-a8a2-4e5a-93ae-88bdaab21f51" providerId="ADAL" clId="{3527A356-C7D9-4139-A7CE-BB312D723A3A}" dt="2023-09-19T10:50:59.801" v="87" actId="27636"/>
          <ac:spMkLst>
            <pc:docMk/>
            <pc:sldMk cId="2499634060" sldId="269"/>
            <ac:spMk id="3" creationId="{87DF1EA5-BC9F-6F8E-8DC8-0D55EB90697C}"/>
          </ac:spMkLst>
        </pc:spChg>
        <pc:spChg chg="mod ord">
          <ac:chgData name="James Pengelly" userId="d269fecd-a8a2-4e5a-93ae-88bdaab21f51" providerId="ADAL" clId="{3527A356-C7D9-4139-A7CE-BB312D723A3A}" dt="2023-09-19T10:50:43.311" v="75" actId="700"/>
          <ac:spMkLst>
            <pc:docMk/>
            <pc:sldMk cId="2499634060" sldId="269"/>
            <ac:spMk id="4" creationId="{80C4C0A8-03F5-4F2B-9EB9-918B55C258A2}"/>
          </ac:spMkLst>
        </pc:spChg>
        <pc:spChg chg="del mod">
          <ac:chgData name="James Pengelly" userId="d269fecd-a8a2-4e5a-93ae-88bdaab21f51" providerId="ADAL" clId="{3527A356-C7D9-4139-A7CE-BB312D723A3A}" dt="2023-09-19T10:50:41.515" v="74" actId="478"/>
          <ac:spMkLst>
            <pc:docMk/>
            <pc:sldMk cId="2499634060" sldId="269"/>
            <ac:spMk id="5" creationId="{372FA240-3863-4D01-94C7-5E89B539BF0B}"/>
          </ac:spMkLst>
        </pc:spChg>
        <pc:spChg chg="mod">
          <ac:chgData name="James Pengelly" userId="d269fecd-a8a2-4e5a-93ae-88bdaab21f51" providerId="ADAL" clId="{3527A356-C7D9-4139-A7CE-BB312D723A3A}" dt="2023-09-19T10:51:06.924" v="89" actId="1076"/>
          <ac:spMkLst>
            <pc:docMk/>
            <pc:sldMk cId="2499634060" sldId="269"/>
            <ac:spMk id="6" creationId="{6C97A144-0634-4203-BEE3-57B7B2ADD04C}"/>
          </ac:spMkLst>
        </pc:spChg>
        <pc:spChg chg="add del mod">
          <ac:chgData name="James Pengelly" userId="d269fecd-a8a2-4e5a-93ae-88bdaab21f51" providerId="ADAL" clId="{3527A356-C7D9-4139-A7CE-BB312D723A3A}" dt="2023-09-19T09:49:50.896" v="0" actId="6264"/>
          <ac:spMkLst>
            <pc:docMk/>
            <pc:sldMk cId="2499634060" sldId="269"/>
            <ac:spMk id="7" creationId="{015550A4-C643-AFAF-716C-A5B7BBA39CF7}"/>
          </ac:spMkLst>
        </pc:spChg>
        <pc:spChg chg="add del mod">
          <ac:chgData name="James Pengelly" userId="d269fecd-a8a2-4e5a-93ae-88bdaab21f51" providerId="ADAL" clId="{3527A356-C7D9-4139-A7CE-BB312D723A3A}" dt="2023-09-19T09:49:50.896" v="0" actId="6264"/>
          <ac:spMkLst>
            <pc:docMk/>
            <pc:sldMk cId="2499634060" sldId="269"/>
            <ac:spMk id="9" creationId="{A931EA11-BB04-C54F-6250-4C7F96E97C5E}"/>
          </ac:spMkLst>
        </pc:spChg>
        <pc:picChg chg="mod ord">
          <ac:chgData name="James Pengelly" userId="d269fecd-a8a2-4e5a-93ae-88bdaab21f51" providerId="ADAL" clId="{3527A356-C7D9-4139-A7CE-BB312D723A3A}" dt="2023-09-19T10:51:03.252" v="88" actId="14100"/>
          <ac:picMkLst>
            <pc:docMk/>
            <pc:sldMk cId="2499634060" sldId="269"/>
            <ac:picMk id="8" creationId="{75965EE6-7390-2384-79E2-DDDEF61BACCE}"/>
          </ac:picMkLst>
        </pc:picChg>
      </pc:sldChg>
      <pc:sldChg chg="addSp delSp modSp mod modClrScheme chgLayout">
        <pc:chgData name="James Pengelly" userId="d269fecd-a8a2-4e5a-93ae-88bdaab21f51" providerId="ADAL" clId="{3527A356-C7D9-4139-A7CE-BB312D723A3A}" dt="2023-09-19T10:49:29.433" v="27" actId="1076"/>
        <pc:sldMkLst>
          <pc:docMk/>
          <pc:sldMk cId="4099977342" sldId="273"/>
        </pc:sldMkLst>
        <pc:spChg chg="mod ord">
          <ac:chgData name="James Pengelly" userId="d269fecd-a8a2-4e5a-93ae-88bdaab21f51" providerId="ADAL" clId="{3527A356-C7D9-4139-A7CE-BB312D723A3A}" dt="2023-09-19T10:49:15.566" v="21" actId="700"/>
          <ac:spMkLst>
            <pc:docMk/>
            <pc:sldMk cId="4099977342" sldId="273"/>
            <ac:spMk id="2" creationId="{EBE9F564-251E-4378-B4D0-692726090772}"/>
          </ac:spMkLst>
        </pc:spChg>
        <pc:spChg chg="mod ord">
          <ac:chgData name="James Pengelly" userId="d269fecd-a8a2-4e5a-93ae-88bdaab21f51" providerId="ADAL" clId="{3527A356-C7D9-4139-A7CE-BB312D723A3A}" dt="2023-09-19T10:49:15.566" v="21" actId="700"/>
          <ac:spMkLst>
            <pc:docMk/>
            <pc:sldMk cId="4099977342" sldId="273"/>
            <ac:spMk id="4" creationId="{80C4C0A8-03F5-4F2B-9EB9-918B55C258A2}"/>
          </ac:spMkLst>
        </pc:spChg>
        <pc:spChg chg="del mod">
          <ac:chgData name="James Pengelly" userId="d269fecd-a8a2-4e5a-93ae-88bdaab21f51" providerId="ADAL" clId="{3527A356-C7D9-4139-A7CE-BB312D723A3A}" dt="2023-09-19T10:49:20.265" v="23" actId="478"/>
          <ac:spMkLst>
            <pc:docMk/>
            <pc:sldMk cId="4099977342" sldId="273"/>
            <ac:spMk id="5" creationId="{372FA240-3863-4D01-94C7-5E89B539BF0B}"/>
          </ac:spMkLst>
        </pc:spChg>
        <pc:spChg chg="mod">
          <ac:chgData name="James Pengelly" userId="d269fecd-a8a2-4e5a-93ae-88bdaab21f51" providerId="ADAL" clId="{3527A356-C7D9-4139-A7CE-BB312D723A3A}" dt="2023-09-19T10:49:29.433" v="27" actId="1076"/>
          <ac:spMkLst>
            <pc:docMk/>
            <pc:sldMk cId="4099977342" sldId="273"/>
            <ac:spMk id="6" creationId="{6C97A144-0634-4203-BEE3-57B7B2ADD04C}"/>
          </ac:spMkLst>
        </pc:spChg>
        <pc:spChg chg="add del mod ord">
          <ac:chgData name="James Pengelly" userId="d269fecd-a8a2-4e5a-93ae-88bdaab21f51" providerId="ADAL" clId="{3527A356-C7D9-4139-A7CE-BB312D723A3A}" dt="2023-09-19T10:49:15.566" v="21" actId="700"/>
          <ac:spMkLst>
            <pc:docMk/>
            <pc:sldMk cId="4099977342" sldId="273"/>
            <ac:spMk id="7" creationId="{FF2317BC-9D63-14A4-EA85-4279C131ADC3}"/>
          </ac:spMkLst>
        </pc:spChg>
        <pc:spChg chg="add mod ord">
          <ac:chgData name="James Pengelly" userId="d269fecd-a8a2-4e5a-93ae-88bdaab21f51" providerId="ADAL" clId="{3527A356-C7D9-4139-A7CE-BB312D723A3A}" dt="2023-09-19T10:49:21.271" v="24"/>
          <ac:spMkLst>
            <pc:docMk/>
            <pc:sldMk cId="4099977342" sldId="273"/>
            <ac:spMk id="10" creationId="{064ABB07-1989-0158-0A45-14EF0BA40905}"/>
          </ac:spMkLst>
        </pc:spChg>
        <pc:spChg chg="add del mod ord">
          <ac:chgData name="James Pengelly" userId="d269fecd-a8a2-4e5a-93ae-88bdaab21f51" providerId="ADAL" clId="{3527A356-C7D9-4139-A7CE-BB312D723A3A}" dt="2023-09-19T10:49:23.720" v="26"/>
          <ac:spMkLst>
            <pc:docMk/>
            <pc:sldMk cId="4099977342" sldId="273"/>
            <ac:spMk id="11" creationId="{3798E926-6F23-FA71-E63C-B1281BBE19A6}"/>
          </ac:spMkLst>
        </pc:spChg>
        <pc:picChg chg="del">
          <ac:chgData name="James Pengelly" userId="d269fecd-a8a2-4e5a-93ae-88bdaab21f51" providerId="ADAL" clId="{3527A356-C7D9-4139-A7CE-BB312D723A3A}" dt="2023-09-19T10:49:11.111" v="18" actId="21"/>
          <ac:picMkLst>
            <pc:docMk/>
            <pc:sldMk cId="4099977342" sldId="273"/>
            <ac:picMk id="8" creationId="{3E705E5F-A5BB-8D32-944D-D0C173066DC6}"/>
          </ac:picMkLst>
        </pc:picChg>
        <pc:picChg chg="add del mod">
          <ac:chgData name="James Pengelly" userId="d269fecd-a8a2-4e5a-93ae-88bdaab21f51" providerId="ADAL" clId="{3527A356-C7D9-4139-A7CE-BB312D723A3A}" dt="2023-09-19T10:49:22.971" v="25" actId="21"/>
          <ac:picMkLst>
            <pc:docMk/>
            <pc:sldMk cId="4099977342" sldId="273"/>
            <ac:picMk id="9" creationId="{B186CB22-AEC0-B4FD-E16F-4B99009B9E1A}"/>
          </ac:picMkLst>
        </pc:picChg>
        <pc:picChg chg="add mod">
          <ac:chgData name="James Pengelly" userId="d269fecd-a8a2-4e5a-93ae-88bdaab21f51" providerId="ADAL" clId="{3527A356-C7D9-4139-A7CE-BB312D723A3A}" dt="2023-09-19T10:49:23.720" v="26"/>
          <ac:picMkLst>
            <pc:docMk/>
            <pc:sldMk cId="4099977342" sldId="273"/>
            <ac:picMk id="12" creationId="{38F0B5EE-BFB8-ABF8-5071-DB452A5B2ED9}"/>
          </ac:picMkLst>
        </pc:picChg>
      </pc:sldChg>
      <pc:sldChg chg="addSp delSp modSp mod chgLayout">
        <pc:chgData name="James Pengelly" userId="d269fecd-a8a2-4e5a-93ae-88bdaab21f51" providerId="ADAL" clId="{3527A356-C7D9-4139-A7CE-BB312D723A3A}" dt="2023-09-19T09:49:57.701" v="7" actId="27636"/>
        <pc:sldMkLst>
          <pc:docMk/>
          <pc:sldMk cId="1628741884" sldId="274"/>
        </pc:sldMkLst>
        <pc:spChg chg="mod ord">
          <ac:chgData name="James Pengelly" userId="d269fecd-a8a2-4e5a-93ae-88bdaab21f51" providerId="ADAL" clId="{3527A356-C7D9-4139-A7CE-BB312D723A3A}" dt="2023-09-19T09:49:50.896" v="0" actId="6264"/>
          <ac:spMkLst>
            <pc:docMk/>
            <pc:sldMk cId="1628741884" sldId="274"/>
            <ac:spMk id="2" creationId="{5A78B9D2-75C6-4E31-8D20-2472152AE3E2}"/>
          </ac:spMkLst>
        </pc:spChg>
        <pc:spChg chg="add del mod">
          <ac:chgData name="James Pengelly" userId="d269fecd-a8a2-4e5a-93ae-88bdaab21f51" providerId="ADAL" clId="{3527A356-C7D9-4139-A7CE-BB312D723A3A}" dt="2023-09-19T09:49:50.896" v="0" actId="6264"/>
          <ac:spMkLst>
            <pc:docMk/>
            <pc:sldMk cId="1628741884" sldId="274"/>
            <ac:spMk id="3" creationId="{3BFB79A9-BA52-B8EA-1C4C-B3B733FC6125}"/>
          </ac:spMkLst>
        </pc:spChg>
        <pc:spChg chg="mod ord">
          <ac:chgData name="James Pengelly" userId="d269fecd-a8a2-4e5a-93ae-88bdaab21f51" providerId="ADAL" clId="{3527A356-C7D9-4139-A7CE-BB312D723A3A}" dt="2023-09-19T09:49:50.896" v="0" actId="6264"/>
          <ac:spMkLst>
            <pc:docMk/>
            <pc:sldMk cId="1628741884" sldId="274"/>
            <ac:spMk id="4" creationId="{81D661B8-EEC6-4B47-84B5-8687AB7DEF59}"/>
          </ac:spMkLst>
        </pc:spChg>
        <pc:spChg chg="mod">
          <ac:chgData name="James Pengelly" userId="d269fecd-a8a2-4e5a-93ae-88bdaab21f51" providerId="ADAL" clId="{3527A356-C7D9-4139-A7CE-BB312D723A3A}" dt="2023-09-19T09:49:54.003" v="2" actId="21"/>
          <ac:spMkLst>
            <pc:docMk/>
            <pc:sldMk cId="1628741884" sldId="274"/>
            <ac:spMk id="5" creationId="{137E005E-A66D-4D0E-9B1A-24F6766E1709}"/>
          </ac:spMkLst>
        </pc:spChg>
        <pc:spChg chg="add del mod">
          <ac:chgData name="James Pengelly" userId="d269fecd-a8a2-4e5a-93ae-88bdaab21f51" providerId="ADAL" clId="{3527A356-C7D9-4139-A7CE-BB312D723A3A}" dt="2023-09-19T09:49:50.896" v="0" actId="6264"/>
          <ac:spMkLst>
            <pc:docMk/>
            <pc:sldMk cId="1628741884" sldId="274"/>
            <ac:spMk id="6" creationId="{121B4594-C05F-DE8B-2968-8D6164C544A4}"/>
          </ac:spMkLst>
        </pc:spChg>
        <pc:spChg chg="add mod ord">
          <ac:chgData name="James Pengelly" userId="d269fecd-a8a2-4e5a-93ae-88bdaab21f51" providerId="ADAL" clId="{3527A356-C7D9-4139-A7CE-BB312D723A3A}" dt="2023-09-19T09:49:57.701" v="7" actId="27636"/>
          <ac:spMkLst>
            <pc:docMk/>
            <pc:sldMk cId="1628741884" sldId="274"/>
            <ac:spMk id="7" creationId="{BE9BD3A5-1472-A3DB-97FE-0FF0B49DDC68}"/>
          </ac:spMkLst>
        </pc:spChg>
      </pc:sldChg>
      <pc:sldChg chg="addSp delSp modSp mod modClrScheme chgLayout">
        <pc:chgData name="James Pengelly" userId="d269fecd-a8a2-4e5a-93ae-88bdaab21f51" providerId="ADAL" clId="{3527A356-C7D9-4139-A7CE-BB312D723A3A}" dt="2023-09-19T10:49:48.877" v="38"/>
        <pc:sldMkLst>
          <pc:docMk/>
          <pc:sldMk cId="107198165" sldId="275"/>
        </pc:sldMkLst>
        <pc:spChg chg="mod ord">
          <ac:chgData name="James Pengelly" userId="d269fecd-a8a2-4e5a-93ae-88bdaab21f51" providerId="ADAL" clId="{3527A356-C7D9-4139-A7CE-BB312D723A3A}" dt="2023-09-19T10:49:42.427" v="33" actId="700"/>
          <ac:spMkLst>
            <pc:docMk/>
            <pc:sldMk cId="107198165" sldId="275"/>
            <ac:spMk id="2" creationId="{EBE9F564-251E-4378-B4D0-692726090772}"/>
          </ac:spMkLst>
        </pc:spChg>
        <pc:spChg chg="add mod ord">
          <ac:chgData name="James Pengelly" userId="d269fecd-a8a2-4e5a-93ae-88bdaab21f51" providerId="ADAL" clId="{3527A356-C7D9-4139-A7CE-BB312D723A3A}" dt="2023-09-19T10:49:43.540" v="35" actId="27636"/>
          <ac:spMkLst>
            <pc:docMk/>
            <pc:sldMk cId="107198165" sldId="275"/>
            <ac:spMk id="3" creationId="{32AC1662-3F2F-4157-A986-627D5BE0E7C5}"/>
          </ac:spMkLst>
        </pc:spChg>
        <pc:spChg chg="mod ord">
          <ac:chgData name="James Pengelly" userId="d269fecd-a8a2-4e5a-93ae-88bdaab21f51" providerId="ADAL" clId="{3527A356-C7D9-4139-A7CE-BB312D723A3A}" dt="2023-09-19T10:49:42.427" v="33" actId="700"/>
          <ac:spMkLst>
            <pc:docMk/>
            <pc:sldMk cId="107198165" sldId="275"/>
            <ac:spMk id="4" creationId="{80C4C0A8-03F5-4F2B-9EB9-918B55C258A2}"/>
          </ac:spMkLst>
        </pc:spChg>
        <pc:spChg chg="del mod">
          <ac:chgData name="James Pengelly" userId="d269fecd-a8a2-4e5a-93ae-88bdaab21f51" providerId="ADAL" clId="{3527A356-C7D9-4139-A7CE-BB312D723A3A}" dt="2023-09-19T10:49:48.877" v="38"/>
          <ac:spMkLst>
            <pc:docMk/>
            <pc:sldMk cId="107198165" sldId="275"/>
            <ac:spMk id="5" creationId="{372FA240-3863-4D01-94C7-5E89B539BF0B}"/>
          </ac:spMkLst>
        </pc:spChg>
        <pc:spChg chg="mod">
          <ac:chgData name="James Pengelly" userId="d269fecd-a8a2-4e5a-93ae-88bdaab21f51" providerId="ADAL" clId="{3527A356-C7D9-4139-A7CE-BB312D723A3A}" dt="2023-09-19T10:49:47.920" v="36" actId="1076"/>
          <ac:spMkLst>
            <pc:docMk/>
            <pc:sldMk cId="107198165" sldId="275"/>
            <ac:spMk id="6" creationId="{6C97A144-0634-4203-BEE3-57B7B2ADD04C}"/>
          </ac:spMkLst>
        </pc:spChg>
        <pc:picChg chg="mod ord">
          <ac:chgData name="James Pengelly" userId="d269fecd-a8a2-4e5a-93ae-88bdaab21f51" providerId="ADAL" clId="{3527A356-C7D9-4139-A7CE-BB312D723A3A}" dt="2023-09-19T10:49:42.427" v="33" actId="700"/>
          <ac:picMkLst>
            <pc:docMk/>
            <pc:sldMk cId="107198165" sldId="275"/>
            <ac:picMk id="8" creationId="{159FF7BF-E1D7-6FFC-06B6-774CE4DC560D}"/>
          </ac:picMkLst>
        </pc:picChg>
      </pc:sldChg>
      <pc:sldChg chg="addSp delSp modSp mod chgLayout">
        <pc:chgData name="James Pengelly" userId="d269fecd-a8a2-4e5a-93ae-88bdaab21f51" providerId="ADAL" clId="{3527A356-C7D9-4139-A7CE-BB312D723A3A}" dt="2023-09-19T10:49:56.793" v="46" actId="20577"/>
        <pc:sldMkLst>
          <pc:docMk/>
          <pc:sldMk cId="2265872810" sldId="277"/>
        </pc:sldMkLst>
        <pc:spChg chg="mod ord">
          <ac:chgData name="James Pengelly" userId="d269fecd-a8a2-4e5a-93ae-88bdaab21f51" providerId="ADAL" clId="{3527A356-C7D9-4139-A7CE-BB312D723A3A}" dt="2023-09-19T10:49:54.132" v="42" actId="700"/>
          <ac:spMkLst>
            <pc:docMk/>
            <pc:sldMk cId="2265872810" sldId="277"/>
            <ac:spMk id="2" creationId="{5A78B9D2-75C6-4E31-8D20-2472152AE3E2}"/>
          </ac:spMkLst>
        </pc:spChg>
        <pc:spChg chg="add mod ord">
          <ac:chgData name="James Pengelly" userId="d269fecd-a8a2-4e5a-93ae-88bdaab21f51" providerId="ADAL" clId="{3527A356-C7D9-4139-A7CE-BB312D723A3A}" dt="2023-09-19T10:49:56.793" v="46" actId="20577"/>
          <ac:spMkLst>
            <pc:docMk/>
            <pc:sldMk cId="2265872810" sldId="277"/>
            <ac:spMk id="3" creationId="{E8AACC03-688E-BEB3-5DD5-CF1D7D6DEFEA}"/>
          </ac:spMkLst>
        </pc:spChg>
        <pc:spChg chg="mod ord">
          <ac:chgData name="James Pengelly" userId="d269fecd-a8a2-4e5a-93ae-88bdaab21f51" providerId="ADAL" clId="{3527A356-C7D9-4139-A7CE-BB312D723A3A}" dt="2023-09-19T10:49:54.132" v="42" actId="700"/>
          <ac:spMkLst>
            <pc:docMk/>
            <pc:sldMk cId="2265872810" sldId="277"/>
            <ac:spMk id="4" creationId="{81D661B8-EEC6-4B47-84B5-8687AB7DEF59}"/>
          </ac:spMkLst>
        </pc:spChg>
        <pc:spChg chg="del mod">
          <ac:chgData name="James Pengelly" userId="d269fecd-a8a2-4e5a-93ae-88bdaab21f51" providerId="ADAL" clId="{3527A356-C7D9-4139-A7CE-BB312D723A3A}" dt="2023-09-19T10:49:51.448" v="41"/>
          <ac:spMkLst>
            <pc:docMk/>
            <pc:sldMk cId="2265872810" sldId="277"/>
            <ac:spMk id="5" creationId="{137E005E-A66D-4D0E-9B1A-24F6766E1709}"/>
          </ac:spMkLst>
        </pc:spChg>
      </pc:sldChg>
      <pc:sldChg chg="addSp delSp modSp mod chgLayout">
        <pc:chgData name="James Pengelly" userId="d269fecd-a8a2-4e5a-93ae-88bdaab21f51" providerId="ADAL" clId="{3527A356-C7D9-4139-A7CE-BB312D723A3A}" dt="2023-09-19T10:50:08.962" v="54" actId="20577"/>
        <pc:sldMkLst>
          <pc:docMk/>
          <pc:sldMk cId="1425296205" sldId="278"/>
        </pc:sldMkLst>
        <pc:spChg chg="mod ord">
          <ac:chgData name="James Pengelly" userId="d269fecd-a8a2-4e5a-93ae-88bdaab21f51" providerId="ADAL" clId="{3527A356-C7D9-4139-A7CE-BB312D723A3A}" dt="2023-09-19T10:50:06.134" v="49" actId="6264"/>
          <ac:spMkLst>
            <pc:docMk/>
            <pc:sldMk cId="1425296205" sldId="278"/>
            <ac:spMk id="2" creationId="{5A78B9D2-75C6-4E31-8D20-2472152AE3E2}"/>
          </ac:spMkLst>
        </pc:spChg>
        <pc:spChg chg="add del mod">
          <ac:chgData name="James Pengelly" userId="d269fecd-a8a2-4e5a-93ae-88bdaab21f51" providerId="ADAL" clId="{3527A356-C7D9-4139-A7CE-BB312D723A3A}" dt="2023-09-19T10:50:06.134" v="49" actId="6264"/>
          <ac:spMkLst>
            <pc:docMk/>
            <pc:sldMk cId="1425296205" sldId="278"/>
            <ac:spMk id="3" creationId="{6A6FF0A7-8C9C-D1BB-02EF-D6AA3950CA65}"/>
          </ac:spMkLst>
        </pc:spChg>
        <pc:spChg chg="mod ord">
          <ac:chgData name="James Pengelly" userId="d269fecd-a8a2-4e5a-93ae-88bdaab21f51" providerId="ADAL" clId="{3527A356-C7D9-4139-A7CE-BB312D723A3A}" dt="2023-09-19T10:50:06.134" v="49" actId="6264"/>
          <ac:spMkLst>
            <pc:docMk/>
            <pc:sldMk cId="1425296205" sldId="278"/>
            <ac:spMk id="4" creationId="{81D661B8-EEC6-4B47-84B5-8687AB7DEF59}"/>
          </ac:spMkLst>
        </pc:spChg>
        <pc:spChg chg="del mod">
          <ac:chgData name="James Pengelly" userId="d269fecd-a8a2-4e5a-93ae-88bdaab21f51" providerId="ADAL" clId="{3527A356-C7D9-4139-A7CE-BB312D723A3A}" dt="2023-09-19T10:50:04.485" v="48" actId="478"/>
          <ac:spMkLst>
            <pc:docMk/>
            <pc:sldMk cId="1425296205" sldId="278"/>
            <ac:spMk id="5" creationId="{137E005E-A66D-4D0E-9B1A-24F6766E1709}"/>
          </ac:spMkLst>
        </pc:spChg>
        <pc:spChg chg="add del mod">
          <ac:chgData name="James Pengelly" userId="d269fecd-a8a2-4e5a-93ae-88bdaab21f51" providerId="ADAL" clId="{3527A356-C7D9-4139-A7CE-BB312D723A3A}" dt="2023-09-19T10:50:06.134" v="49" actId="6264"/>
          <ac:spMkLst>
            <pc:docMk/>
            <pc:sldMk cId="1425296205" sldId="278"/>
            <ac:spMk id="6" creationId="{C56FFFB0-0615-D2BF-165D-7928847ABFCD}"/>
          </ac:spMkLst>
        </pc:spChg>
        <pc:spChg chg="add mod ord">
          <ac:chgData name="James Pengelly" userId="d269fecd-a8a2-4e5a-93ae-88bdaab21f51" providerId="ADAL" clId="{3527A356-C7D9-4139-A7CE-BB312D723A3A}" dt="2023-09-19T10:50:08.962" v="54" actId="20577"/>
          <ac:spMkLst>
            <pc:docMk/>
            <pc:sldMk cId="1425296205" sldId="278"/>
            <ac:spMk id="7" creationId="{3C1BF659-84B1-D5BC-BB48-1A3F19EFFCB2}"/>
          </ac:spMkLst>
        </pc:spChg>
      </pc:sldChg>
      <pc:sldChg chg="addSp delSp modSp mod modClrScheme chgLayout">
        <pc:chgData name="James Pengelly" userId="d269fecd-a8a2-4e5a-93ae-88bdaab21f51" providerId="ADAL" clId="{3527A356-C7D9-4139-A7CE-BB312D723A3A}" dt="2023-09-19T10:51:44.503" v="107" actId="1076"/>
        <pc:sldMkLst>
          <pc:docMk/>
          <pc:sldMk cId="494668616" sldId="279"/>
        </pc:sldMkLst>
        <pc:spChg chg="mod ord">
          <ac:chgData name="James Pengelly" userId="d269fecd-a8a2-4e5a-93ae-88bdaab21f51" providerId="ADAL" clId="{3527A356-C7D9-4139-A7CE-BB312D723A3A}" dt="2023-09-19T10:51:21.066" v="97" actId="6264"/>
          <ac:spMkLst>
            <pc:docMk/>
            <pc:sldMk cId="494668616" sldId="279"/>
            <ac:spMk id="2" creationId="{EBE9F564-251E-4378-B4D0-692726090772}"/>
          </ac:spMkLst>
        </pc:spChg>
        <pc:spChg chg="add del mod">
          <ac:chgData name="James Pengelly" userId="d269fecd-a8a2-4e5a-93ae-88bdaab21f51" providerId="ADAL" clId="{3527A356-C7D9-4139-A7CE-BB312D723A3A}" dt="2023-09-19T09:49:50.896" v="0" actId="6264"/>
          <ac:spMkLst>
            <pc:docMk/>
            <pc:sldMk cId="494668616" sldId="279"/>
            <ac:spMk id="3" creationId="{50ABB434-7D90-A90D-AB37-57EC2D4BADF7}"/>
          </ac:spMkLst>
        </pc:spChg>
        <pc:spChg chg="add del mod ord">
          <ac:chgData name="James Pengelly" userId="d269fecd-a8a2-4e5a-93ae-88bdaab21f51" providerId="ADAL" clId="{3527A356-C7D9-4139-A7CE-BB312D723A3A}" dt="2023-09-19T10:51:14.116" v="92"/>
          <ac:spMkLst>
            <pc:docMk/>
            <pc:sldMk cId="494668616" sldId="279"/>
            <ac:spMk id="3" creationId="{E33F2BD8-3D35-BA07-7C52-5FF09C99EAA2}"/>
          </ac:spMkLst>
        </pc:spChg>
        <pc:spChg chg="mod ord">
          <ac:chgData name="James Pengelly" userId="d269fecd-a8a2-4e5a-93ae-88bdaab21f51" providerId="ADAL" clId="{3527A356-C7D9-4139-A7CE-BB312D723A3A}" dt="2023-09-19T10:51:21.066" v="97" actId="6264"/>
          <ac:spMkLst>
            <pc:docMk/>
            <pc:sldMk cId="494668616" sldId="279"/>
            <ac:spMk id="4" creationId="{80C4C0A8-03F5-4F2B-9EB9-918B55C258A2}"/>
          </ac:spMkLst>
        </pc:spChg>
        <pc:spChg chg="del mod">
          <ac:chgData name="James Pengelly" userId="d269fecd-a8a2-4e5a-93ae-88bdaab21f51" providerId="ADAL" clId="{3527A356-C7D9-4139-A7CE-BB312D723A3A}" dt="2023-09-19T10:51:19.835" v="96"/>
          <ac:spMkLst>
            <pc:docMk/>
            <pc:sldMk cId="494668616" sldId="279"/>
            <ac:spMk id="5" creationId="{372FA240-3863-4D01-94C7-5E89B539BF0B}"/>
          </ac:spMkLst>
        </pc:spChg>
        <pc:spChg chg="mod">
          <ac:chgData name="James Pengelly" userId="d269fecd-a8a2-4e5a-93ae-88bdaab21f51" providerId="ADAL" clId="{3527A356-C7D9-4139-A7CE-BB312D723A3A}" dt="2023-09-19T10:51:44.503" v="107" actId="1076"/>
          <ac:spMkLst>
            <pc:docMk/>
            <pc:sldMk cId="494668616" sldId="279"/>
            <ac:spMk id="6" creationId="{6C97A144-0634-4203-BEE3-57B7B2ADD04C}"/>
          </ac:spMkLst>
        </pc:spChg>
        <pc:spChg chg="add del mod">
          <ac:chgData name="James Pengelly" userId="d269fecd-a8a2-4e5a-93ae-88bdaab21f51" providerId="ADAL" clId="{3527A356-C7D9-4139-A7CE-BB312D723A3A}" dt="2023-09-19T09:49:50.896" v="0" actId="6264"/>
          <ac:spMkLst>
            <pc:docMk/>
            <pc:sldMk cId="494668616" sldId="279"/>
            <ac:spMk id="7" creationId="{CE472A64-7C25-0F30-F991-027631138D14}"/>
          </ac:spMkLst>
        </pc:spChg>
        <pc:spChg chg="add del mod">
          <ac:chgData name="James Pengelly" userId="d269fecd-a8a2-4e5a-93ae-88bdaab21f51" providerId="ADAL" clId="{3527A356-C7D9-4139-A7CE-BB312D723A3A}" dt="2023-09-19T09:49:50.896" v="0" actId="6264"/>
          <ac:spMkLst>
            <pc:docMk/>
            <pc:sldMk cId="494668616" sldId="279"/>
            <ac:spMk id="9" creationId="{145D39E6-8EBF-704A-1C4F-9F5D1A59237B}"/>
          </ac:spMkLst>
        </pc:spChg>
        <pc:spChg chg="add del mod">
          <ac:chgData name="James Pengelly" userId="d269fecd-a8a2-4e5a-93ae-88bdaab21f51" providerId="ADAL" clId="{3527A356-C7D9-4139-A7CE-BB312D723A3A}" dt="2023-09-19T10:51:17.406" v="93" actId="478"/>
          <ac:spMkLst>
            <pc:docMk/>
            <pc:sldMk cId="494668616" sldId="279"/>
            <ac:spMk id="9" creationId="{A0328252-94E1-EE67-CBE5-6C5956942DE2}"/>
          </ac:spMkLst>
        </pc:spChg>
        <pc:spChg chg="add del mod">
          <ac:chgData name="James Pengelly" userId="d269fecd-a8a2-4e5a-93ae-88bdaab21f51" providerId="ADAL" clId="{3527A356-C7D9-4139-A7CE-BB312D723A3A}" dt="2023-09-19T10:51:21.066" v="97" actId="6264"/>
          <ac:spMkLst>
            <pc:docMk/>
            <pc:sldMk cId="494668616" sldId="279"/>
            <ac:spMk id="11" creationId="{A63B992A-60F1-63FC-3804-696C63BD0052}"/>
          </ac:spMkLst>
        </pc:spChg>
        <pc:spChg chg="add del mod">
          <ac:chgData name="James Pengelly" userId="d269fecd-a8a2-4e5a-93ae-88bdaab21f51" providerId="ADAL" clId="{3527A356-C7D9-4139-A7CE-BB312D723A3A}" dt="2023-09-19T10:51:21.066" v="97" actId="6264"/>
          <ac:spMkLst>
            <pc:docMk/>
            <pc:sldMk cId="494668616" sldId="279"/>
            <ac:spMk id="12" creationId="{72F4593B-C37D-0FD4-EA3C-4996AD7853BB}"/>
          </ac:spMkLst>
        </pc:spChg>
        <pc:spChg chg="add del mod">
          <ac:chgData name="James Pengelly" userId="d269fecd-a8a2-4e5a-93ae-88bdaab21f51" providerId="ADAL" clId="{3527A356-C7D9-4139-A7CE-BB312D723A3A}" dt="2023-09-19T10:51:21.066" v="97" actId="6264"/>
          <ac:spMkLst>
            <pc:docMk/>
            <pc:sldMk cId="494668616" sldId="279"/>
            <ac:spMk id="13" creationId="{179A020B-4AC2-060C-CDD7-A251E7787CE6}"/>
          </ac:spMkLst>
        </pc:spChg>
        <pc:spChg chg="add mod ord">
          <ac:chgData name="James Pengelly" userId="d269fecd-a8a2-4e5a-93ae-88bdaab21f51" providerId="ADAL" clId="{3527A356-C7D9-4139-A7CE-BB312D723A3A}" dt="2023-09-19T10:51:32.370" v="104" actId="14100"/>
          <ac:spMkLst>
            <pc:docMk/>
            <pc:sldMk cId="494668616" sldId="279"/>
            <ac:spMk id="14" creationId="{5718061D-7615-4D72-DE08-42177156F1A4}"/>
          </ac:spMkLst>
        </pc:spChg>
        <pc:picChg chg="del mod ord">
          <ac:chgData name="James Pengelly" userId="d269fecd-a8a2-4e5a-93ae-88bdaab21f51" providerId="ADAL" clId="{3527A356-C7D9-4139-A7CE-BB312D723A3A}" dt="2023-09-19T10:51:13.223" v="91" actId="21"/>
          <ac:picMkLst>
            <pc:docMk/>
            <pc:sldMk cId="494668616" sldId="279"/>
            <ac:picMk id="8" creationId="{C1E1B94E-A136-D56F-6D7E-3D040481C7E1}"/>
          </ac:picMkLst>
        </pc:picChg>
        <pc:picChg chg="add mod ord">
          <ac:chgData name="James Pengelly" userId="d269fecd-a8a2-4e5a-93ae-88bdaab21f51" providerId="ADAL" clId="{3527A356-C7D9-4139-A7CE-BB312D723A3A}" dt="2023-09-19T10:51:40.699" v="106" actId="14100"/>
          <ac:picMkLst>
            <pc:docMk/>
            <pc:sldMk cId="494668616" sldId="279"/>
            <ac:picMk id="10" creationId="{9715DAD5-9744-01B7-6815-E8226F54E93C}"/>
          </ac:picMkLst>
        </pc:picChg>
      </pc:sldChg>
      <pc:sldChg chg="addSp delSp modSp mod chgLayout">
        <pc:chgData name="James Pengelly" userId="d269fecd-a8a2-4e5a-93ae-88bdaab21f51" providerId="ADAL" clId="{3527A356-C7D9-4139-A7CE-BB312D723A3A}" dt="2023-09-19T10:51:52.804" v="113" actId="20577"/>
        <pc:sldMkLst>
          <pc:docMk/>
          <pc:sldMk cId="4195449551" sldId="280"/>
        </pc:sldMkLst>
        <pc:spChg chg="mod ord">
          <ac:chgData name="James Pengelly" userId="d269fecd-a8a2-4e5a-93ae-88bdaab21f51" providerId="ADAL" clId="{3527A356-C7D9-4139-A7CE-BB312D723A3A}" dt="2023-09-19T09:49:50.896" v="0" actId="6264"/>
          <ac:spMkLst>
            <pc:docMk/>
            <pc:sldMk cId="4195449551" sldId="280"/>
            <ac:spMk id="2" creationId="{5A78B9D2-75C6-4E31-8D20-2472152AE3E2}"/>
          </ac:spMkLst>
        </pc:spChg>
        <pc:spChg chg="add del mod">
          <ac:chgData name="James Pengelly" userId="d269fecd-a8a2-4e5a-93ae-88bdaab21f51" providerId="ADAL" clId="{3527A356-C7D9-4139-A7CE-BB312D723A3A}" dt="2023-09-19T09:49:50.896" v="0" actId="6264"/>
          <ac:spMkLst>
            <pc:docMk/>
            <pc:sldMk cId="4195449551" sldId="280"/>
            <ac:spMk id="3" creationId="{8D55C55F-A9EC-3D21-0F21-829F63CFF4BF}"/>
          </ac:spMkLst>
        </pc:spChg>
        <pc:spChg chg="mod ord">
          <ac:chgData name="James Pengelly" userId="d269fecd-a8a2-4e5a-93ae-88bdaab21f51" providerId="ADAL" clId="{3527A356-C7D9-4139-A7CE-BB312D723A3A}" dt="2023-09-19T09:49:50.896" v="0" actId="6264"/>
          <ac:spMkLst>
            <pc:docMk/>
            <pc:sldMk cId="4195449551" sldId="280"/>
            <ac:spMk id="4" creationId="{81D661B8-EEC6-4B47-84B5-8687AB7DEF59}"/>
          </ac:spMkLst>
        </pc:spChg>
        <pc:spChg chg="del mod">
          <ac:chgData name="James Pengelly" userId="d269fecd-a8a2-4e5a-93ae-88bdaab21f51" providerId="ADAL" clId="{3527A356-C7D9-4139-A7CE-BB312D723A3A}" dt="2023-09-19T10:51:50.417" v="109" actId="478"/>
          <ac:spMkLst>
            <pc:docMk/>
            <pc:sldMk cId="4195449551" sldId="280"/>
            <ac:spMk id="5" creationId="{137E005E-A66D-4D0E-9B1A-24F6766E1709}"/>
          </ac:spMkLst>
        </pc:spChg>
        <pc:spChg chg="add del mod">
          <ac:chgData name="James Pengelly" userId="d269fecd-a8a2-4e5a-93ae-88bdaab21f51" providerId="ADAL" clId="{3527A356-C7D9-4139-A7CE-BB312D723A3A}" dt="2023-09-19T09:49:50.896" v="0" actId="6264"/>
          <ac:spMkLst>
            <pc:docMk/>
            <pc:sldMk cId="4195449551" sldId="280"/>
            <ac:spMk id="6" creationId="{FFEE8997-C6B4-81EF-FA8F-92B05376F600}"/>
          </ac:spMkLst>
        </pc:spChg>
        <pc:spChg chg="add mod ord">
          <ac:chgData name="James Pengelly" userId="d269fecd-a8a2-4e5a-93ae-88bdaab21f51" providerId="ADAL" clId="{3527A356-C7D9-4139-A7CE-BB312D723A3A}" dt="2023-09-19T10:51:52.804" v="113" actId="20577"/>
          <ac:spMkLst>
            <pc:docMk/>
            <pc:sldMk cId="4195449551" sldId="280"/>
            <ac:spMk id="7" creationId="{B3A35438-C3AD-ECAB-F93B-910304AA4417}"/>
          </ac:spMkLst>
        </pc:spChg>
      </pc:sldChg>
      <pc:sldChg chg="addSp delSp modSp mod modClrScheme chgLayout">
        <pc:chgData name="James Pengelly" userId="d269fecd-a8a2-4e5a-93ae-88bdaab21f51" providerId="ADAL" clId="{3527A356-C7D9-4139-A7CE-BB312D723A3A}" dt="2023-09-19T10:50:27.789" v="71" actId="20577"/>
        <pc:sldMkLst>
          <pc:docMk/>
          <pc:sldMk cId="4245095945" sldId="281"/>
        </pc:sldMkLst>
        <pc:spChg chg="mod ord">
          <ac:chgData name="James Pengelly" userId="d269fecd-a8a2-4e5a-93ae-88bdaab21f51" providerId="ADAL" clId="{3527A356-C7D9-4139-A7CE-BB312D723A3A}" dt="2023-09-19T10:50:17.809" v="58" actId="700"/>
          <ac:spMkLst>
            <pc:docMk/>
            <pc:sldMk cId="4245095945" sldId="281"/>
            <ac:spMk id="2" creationId="{A3C2687A-3026-3467-72BA-290C38B31A2A}"/>
          </ac:spMkLst>
        </pc:spChg>
        <pc:spChg chg="del mod ord">
          <ac:chgData name="James Pengelly" userId="d269fecd-a8a2-4e5a-93ae-88bdaab21f51" providerId="ADAL" clId="{3527A356-C7D9-4139-A7CE-BB312D723A3A}" dt="2023-09-19T10:50:16.207" v="57" actId="6264"/>
          <ac:spMkLst>
            <pc:docMk/>
            <pc:sldMk cId="4245095945" sldId="281"/>
            <ac:spMk id="3" creationId="{BCC35889-4020-EE2C-E1D0-513A613BDF03}"/>
          </ac:spMkLst>
        </pc:spChg>
        <pc:spChg chg="add del mod">
          <ac:chgData name="James Pengelly" userId="d269fecd-a8a2-4e5a-93ae-88bdaab21f51" providerId="ADAL" clId="{3527A356-C7D9-4139-A7CE-BB312D723A3A}" dt="2023-09-19T09:49:50.896" v="0" actId="6264"/>
          <ac:spMkLst>
            <pc:docMk/>
            <pc:sldMk cId="4245095945" sldId="281"/>
            <ac:spMk id="4" creationId="{87AAFB67-07D5-7B09-660A-9B3EEB0B1EA1}"/>
          </ac:spMkLst>
        </pc:spChg>
        <pc:spChg chg="add del mod">
          <ac:chgData name="James Pengelly" userId="d269fecd-a8a2-4e5a-93ae-88bdaab21f51" providerId="ADAL" clId="{3527A356-C7D9-4139-A7CE-BB312D723A3A}" dt="2023-09-19T10:50:16.207" v="57" actId="6264"/>
          <ac:spMkLst>
            <pc:docMk/>
            <pc:sldMk cId="4245095945" sldId="281"/>
            <ac:spMk id="4" creationId="{EF2AA33D-B38C-010B-5821-DFE60B56E839}"/>
          </ac:spMkLst>
        </pc:spChg>
        <pc:spChg chg="mod ord">
          <ac:chgData name="James Pengelly" userId="d269fecd-a8a2-4e5a-93ae-88bdaab21f51" providerId="ADAL" clId="{3527A356-C7D9-4139-A7CE-BB312D723A3A}" dt="2023-09-19T10:50:17.809" v="58" actId="700"/>
          <ac:spMkLst>
            <pc:docMk/>
            <pc:sldMk cId="4245095945" sldId="281"/>
            <ac:spMk id="5" creationId="{F4033A2F-56BF-9A07-42D6-E75B80D8C3B0}"/>
          </ac:spMkLst>
        </pc:spChg>
        <pc:spChg chg="add del mod">
          <ac:chgData name="James Pengelly" userId="d269fecd-a8a2-4e5a-93ae-88bdaab21f51" providerId="ADAL" clId="{3527A356-C7D9-4139-A7CE-BB312D723A3A}" dt="2023-09-19T09:49:50.896" v="0" actId="6264"/>
          <ac:spMkLst>
            <pc:docMk/>
            <pc:sldMk cId="4245095945" sldId="281"/>
            <ac:spMk id="6" creationId="{7138EFE4-FCB9-0635-2142-076C9E92AE5F}"/>
          </ac:spMkLst>
        </pc:spChg>
        <pc:spChg chg="add del mod">
          <ac:chgData name="James Pengelly" userId="d269fecd-a8a2-4e5a-93ae-88bdaab21f51" providerId="ADAL" clId="{3527A356-C7D9-4139-A7CE-BB312D723A3A}" dt="2023-09-19T10:50:16.207" v="57" actId="6264"/>
          <ac:spMkLst>
            <pc:docMk/>
            <pc:sldMk cId="4245095945" sldId="281"/>
            <ac:spMk id="6" creationId="{B41052BB-FC00-2030-0E7D-494D54D2B7D1}"/>
          </ac:spMkLst>
        </pc:spChg>
        <pc:spChg chg="add del mod">
          <ac:chgData name="James Pengelly" userId="d269fecd-a8a2-4e5a-93ae-88bdaab21f51" providerId="ADAL" clId="{3527A356-C7D9-4139-A7CE-BB312D723A3A}" dt="2023-09-19T09:49:50.896" v="0" actId="6264"/>
          <ac:spMkLst>
            <pc:docMk/>
            <pc:sldMk cId="4245095945" sldId="281"/>
            <ac:spMk id="7" creationId="{0D09BCF1-3508-8DFA-E328-E8468B6CBA56}"/>
          </ac:spMkLst>
        </pc:spChg>
        <pc:spChg chg="add del mod ord">
          <ac:chgData name="James Pengelly" userId="d269fecd-a8a2-4e5a-93ae-88bdaab21f51" providerId="ADAL" clId="{3527A356-C7D9-4139-A7CE-BB312D723A3A}" dt="2023-09-19T10:50:17.809" v="58" actId="700"/>
          <ac:spMkLst>
            <pc:docMk/>
            <pc:sldMk cId="4245095945" sldId="281"/>
            <ac:spMk id="7" creationId="{C0F80751-BF26-69BD-481E-5D0C99F85609}"/>
          </ac:spMkLst>
        </pc:spChg>
        <pc:spChg chg="add del mod ord">
          <ac:chgData name="James Pengelly" userId="d269fecd-a8a2-4e5a-93ae-88bdaab21f51" providerId="ADAL" clId="{3527A356-C7D9-4139-A7CE-BB312D723A3A}" dt="2023-09-19T10:50:16.207" v="57" actId="6264"/>
          <ac:spMkLst>
            <pc:docMk/>
            <pc:sldMk cId="4245095945" sldId="281"/>
            <ac:spMk id="8" creationId="{1EC55F63-09D3-35B2-9FFA-16A36C72D541}"/>
          </ac:spMkLst>
        </pc:spChg>
        <pc:spChg chg="add del mod ord">
          <ac:chgData name="James Pengelly" userId="d269fecd-a8a2-4e5a-93ae-88bdaab21f51" providerId="ADAL" clId="{3527A356-C7D9-4139-A7CE-BB312D723A3A}" dt="2023-09-19T10:50:17.809" v="58" actId="700"/>
          <ac:spMkLst>
            <pc:docMk/>
            <pc:sldMk cId="4245095945" sldId="281"/>
            <ac:spMk id="9" creationId="{DD4A0686-5580-265F-964F-44E99524300F}"/>
          </ac:spMkLst>
        </pc:spChg>
        <pc:spChg chg="add mod ord">
          <ac:chgData name="James Pengelly" userId="d269fecd-a8a2-4e5a-93ae-88bdaab21f51" providerId="ADAL" clId="{3527A356-C7D9-4139-A7CE-BB312D723A3A}" dt="2023-09-19T10:50:27.789" v="71" actId="20577"/>
          <ac:spMkLst>
            <pc:docMk/>
            <pc:sldMk cId="4245095945" sldId="281"/>
            <ac:spMk id="10" creationId="{CE793BA5-5FAE-EF5D-831B-35E7465AC5C6}"/>
          </ac:spMkLst>
        </pc:sp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access.redhat.com/documentation/en-us/red_hat_enterprise_linux/7/html/security_guide/configuration-compliance-scanning_scanning-the-system-for-configuration-compliance-and-vulnerabilities"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Note that Linux stores all configuration settings in text files. These can be scanned for baseline compliance (</a:t>
            </a:r>
            <a:r>
              <a:rPr lang="en-US" b="0" i="1" dirty="0">
                <a:solidFill>
                  <a:srgbClr val="007C9E"/>
                </a:solidFill>
                <a:effectLst/>
                <a:latin typeface="Open Sans" panose="020B0606030504020204" pitchFamily="34" charset="0"/>
                <a:hlinkClick r:id="rId3"/>
              </a:rPr>
              <a:t>access.redhat.com/documentation/</a:t>
            </a:r>
            <a:r>
              <a:rPr lang="en-US" b="0" i="1" dirty="0" err="1">
                <a:solidFill>
                  <a:srgbClr val="007C9E"/>
                </a:solidFill>
                <a:effectLst/>
                <a:latin typeface="Open Sans" panose="020B0606030504020204" pitchFamily="34" charset="0"/>
                <a:hlinkClick r:id="rId3"/>
              </a:rPr>
              <a:t>en</a:t>
            </a:r>
            <a:r>
              <a:rPr lang="en-US" b="0" i="1" dirty="0">
                <a:solidFill>
                  <a:srgbClr val="007C9E"/>
                </a:solidFill>
                <a:effectLst/>
                <a:latin typeface="Open Sans" panose="020B0606030504020204" pitchFamily="34" charset="0"/>
                <a:hlinkClick r:id="rId3"/>
              </a:rPr>
              <a:t>-us/</a:t>
            </a:r>
            <a:r>
              <a:rPr lang="en-US" b="0" i="1" dirty="0" err="1">
                <a:solidFill>
                  <a:srgbClr val="007C9E"/>
                </a:solidFill>
                <a:effectLst/>
                <a:latin typeface="Open Sans" panose="020B0606030504020204" pitchFamily="34" charset="0"/>
                <a:hlinkClick r:id="rId3"/>
              </a:rPr>
              <a:t>red_hat_enterprise_linux</a:t>
            </a:r>
            <a:r>
              <a:rPr lang="en-US" b="0" i="1" dirty="0">
                <a:solidFill>
                  <a:srgbClr val="007C9E"/>
                </a:solidFill>
                <a:effectLst/>
                <a:latin typeface="Open Sans" panose="020B0606030504020204" pitchFamily="34" charset="0"/>
                <a:hlinkClick r:id="rId3"/>
              </a:rPr>
              <a:t>/7/html/</a:t>
            </a:r>
            <a:r>
              <a:rPr lang="en-US" b="0" i="1" dirty="0" err="1">
                <a:solidFill>
                  <a:srgbClr val="007C9E"/>
                </a:solidFill>
                <a:effectLst/>
                <a:latin typeface="Open Sans" panose="020B0606030504020204" pitchFamily="34" charset="0"/>
                <a:hlinkClick r:id="rId3"/>
              </a:rPr>
              <a:t>security_guide</a:t>
            </a:r>
            <a:r>
              <a:rPr lang="en-US" b="0" i="1" dirty="0">
                <a:solidFill>
                  <a:srgbClr val="007C9E"/>
                </a:solidFill>
                <a:effectLst/>
                <a:latin typeface="Open Sans" panose="020B0606030504020204" pitchFamily="34" charset="0"/>
                <a:hlinkClick r:id="rId3"/>
              </a:rPr>
              <a:t>/configuration-compliance-scanning_scanning-the-system-for-configuration-compliance-and-vulnerabilities</a:t>
            </a:r>
            <a:r>
              <a:rPr lang="en-US" b="0" i="1" dirty="0">
                <a:solidFill>
                  <a:srgbClr val="45545F"/>
                </a:solidFill>
                <a:effectLst/>
                <a:latin typeface="Open Sans" panose="020B0606030504020204" pitchFamily="34" charset="0"/>
              </a:rPr>
              <a:t>).</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3</a:t>
            </a:fld>
            <a:endParaRPr lang="en-US"/>
          </a:p>
        </p:txBody>
      </p:sp>
    </p:spTree>
    <p:extLst>
      <p:ext uri="{BB962C8B-B14F-4D97-AF65-F5344CB8AC3E}">
        <p14:creationId xmlns:p14="http://schemas.microsoft.com/office/powerpoint/2010/main" val="5678261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algn="l"/>
            <a:r>
              <a:rPr lang="en-US" b="0" i="1" dirty="0">
                <a:solidFill>
                  <a:srgbClr val="45545F"/>
                </a:solidFill>
                <a:effectLst/>
                <a:latin typeface="Open Sans" panose="020B0606030504020204" pitchFamily="34" charset="0"/>
              </a:rPr>
              <a:t>Students should hopefully be comfortable with the features and operation of AV scanners, so focus on advanced malware detection techniques.</a:t>
            </a:r>
          </a:p>
          <a:p>
            <a:pPr algn="l"/>
            <a:r>
              <a:rPr lang="en-US" b="0" i="1" dirty="0">
                <a:solidFill>
                  <a:srgbClr val="45545F"/>
                </a:solidFill>
                <a:effectLst/>
                <a:latin typeface="Open Sans" panose="020B0606030504020204" pitchFamily="34" charset="0"/>
              </a:rPr>
              <a:t>Note that we'll cover DLP in more detail later in the course.</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4</a:t>
            </a:fld>
            <a:endParaRPr lang="en-US"/>
          </a:p>
        </p:txBody>
      </p:sp>
    </p:spTree>
    <p:extLst>
      <p:ext uri="{BB962C8B-B14F-4D97-AF65-F5344CB8AC3E}">
        <p14:creationId xmlns:p14="http://schemas.microsoft.com/office/powerpoint/2010/main" val="8906092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algn="l"/>
            <a:r>
              <a:rPr lang="en-US" b="0" i="1" dirty="0">
                <a:solidFill>
                  <a:srgbClr val="45545F"/>
                </a:solidFill>
                <a:effectLst/>
                <a:latin typeface="Open Sans" panose="020B0606030504020204" pitchFamily="34" charset="0"/>
              </a:rPr>
              <a:t>Students should hopefully be comfortable with the features and operation of AV scanners, so focus on advanced malware detection techniques.</a:t>
            </a:r>
          </a:p>
          <a:p>
            <a:pPr algn="l"/>
            <a:r>
              <a:rPr lang="en-US" b="0" i="1" dirty="0">
                <a:solidFill>
                  <a:srgbClr val="45545F"/>
                </a:solidFill>
                <a:effectLst/>
                <a:latin typeface="Open Sans" panose="020B0606030504020204" pitchFamily="34" charset="0"/>
              </a:rPr>
              <a:t>Note that we'll cover DLP in more detail later in the course.</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5</a:t>
            </a:fld>
            <a:endParaRPr lang="en-US"/>
          </a:p>
        </p:txBody>
      </p:sp>
    </p:spTree>
    <p:extLst>
      <p:ext uri="{BB962C8B-B14F-4D97-AF65-F5344CB8AC3E}">
        <p14:creationId xmlns:p14="http://schemas.microsoft.com/office/powerpoint/2010/main" val="8872880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Make sure students understand the risks from USB devices and how to identify indicators of attacks.</a:t>
            </a:r>
          </a:p>
        </p:txBody>
      </p:sp>
      <p:sp>
        <p:nvSpPr>
          <p:cNvPr id="4" name="Slide Number Placeholder 3"/>
          <p:cNvSpPr>
            <a:spLocks noGrp="1"/>
          </p:cNvSpPr>
          <p:nvPr>
            <p:ph type="sldNum" sz="quarter" idx="5"/>
          </p:nvPr>
        </p:nvSpPr>
        <p:spPr/>
        <p:txBody>
          <a:bodyPr/>
          <a:lstStyle/>
          <a:p>
            <a:fld id="{B7CF8A19-3A9E-4ABC-B336-2FDDE321C72D}" type="slidenum">
              <a:rPr lang="en-US" smtClean="0"/>
              <a:pPr/>
              <a:t>7</a:t>
            </a:fld>
            <a:endParaRPr lang="en-US"/>
          </a:p>
        </p:txBody>
      </p:sp>
    </p:spTree>
    <p:extLst>
      <p:ext uri="{BB962C8B-B14F-4D97-AF65-F5344CB8AC3E}">
        <p14:creationId xmlns:p14="http://schemas.microsoft.com/office/powerpoint/2010/main" val="2951145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Make sure students understand the risks from USB devices and how to identify indicators of attacks.</a:t>
            </a:r>
          </a:p>
        </p:txBody>
      </p:sp>
      <p:sp>
        <p:nvSpPr>
          <p:cNvPr id="4" name="Slide Number Placeholder 3"/>
          <p:cNvSpPr>
            <a:spLocks noGrp="1"/>
          </p:cNvSpPr>
          <p:nvPr>
            <p:ph type="sldNum" sz="quarter" idx="5"/>
          </p:nvPr>
        </p:nvSpPr>
        <p:spPr/>
        <p:txBody>
          <a:bodyPr/>
          <a:lstStyle/>
          <a:p>
            <a:fld id="{B7CF8A19-3A9E-4ABC-B336-2FDDE321C72D}" type="slidenum">
              <a:rPr lang="en-US" smtClean="0"/>
              <a:pPr/>
              <a:t>8</a:t>
            </a:fld>
            <a:endParaRPr lang="en-US"/>
          </a:p>
        </p:txBody>
      </p:sp>
    </p:spTree>
    <p:extLst>
      <p:ext uri="{BB962C8B-B14F-4D97-AF65-F5344CB8AC3E}">
        <p14:creationId xmlns:p14="http://schemas.microsoft.com/office/powerpoint/2010/main" val="28164576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review questions for discussion in class or set them for students to complete individually during or after class.</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9</a:t>
            </a:fld>
            <a:endParaRPr lang="en-US"/>
          </a:p>
        </p:txBody>
      </p:sp>
    </p:spTree>
    <p:extLst>
      <p:ext uri="{BB962C8B-B14F-4D97-AF65-F5344CB8AC3E}">
        <p14:creationId xmlns:p14="http://schemas.microsoft.com/office/powerpoint/2010/main" val="6702870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This is another topic where lab support is difficult. If you have a corporate MDM or EMM solution that you can show to the students as a demo, that would help. Otherwise, students should refer to vendor implementation guides.</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11</a:t>
            </a:fld>
            <a:endParaRPr lang="en-US"/>
          </a:p>
        </p:txBody>
      </p:sp>
    </p:spTree>
    <p:extLst>
      <p:ext uri="{BB962C8B-B14F-4D97-AF65-F5344CB8AC3E}">
        <p14:creationId xmlns:p14="http://schemas.microsoft.com/office/powerpoint/2010/main" val="18249338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Note that full disk encryption makes a handset less usable as a phone, so encryption is applied to user data areas rather than the whole device.</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13</a:t>
            </a:fld>
            <a:endParaRPr lang="en-US"/>
          </a:p>
        </p:txBody>
      </p:sp>
    </p:spTree>
    <p:extLst>
      <p:ext uri="{BB962C8B-B14F-4D97-AF65-F5344CB8AC3E}">
        <p14:creationId xmlns:p14="http://schemas.microsoft.com/office/powerpoint/2010/main" val="13658089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Make sure students can distinguish the various geo-something technologies.</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14</a:t>
            </a:fld>
            <a:endParaRPr lang="en-US"/>
          </a:p>
        </p:txBody>
      </p:sp>
    </p:spTree>
    <p:extLst>
      <p:ext uri="{BB962C8B-B14F-4D97-AF65-F5344CB8AC3E}">
        <p14:creationId xmlns:p14="http://schemas.microsoft.com/office/powerpoint/2010/main" val="41434856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review questions for discussion in class or set them for students to complete individually during or after class.</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17</a:t>
            </a:fld>
            <a:endParaRPr lang="en-US"/>
          </a:p>
        </p:txBody>
      </p:sp>
    </p:spTree>
    <p:extLst>
      <p:ext uri="{BB962C8B-B14F-4D97-AF65-F5344CB8AC3E}">
        <p14:creationId xmlns:p14="http://schemas.microsoft.com/office/powerpoint/2010/main" val="29356985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13.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p:nvPr>
        </p:nvSpPr>
        <p:spPr>
          <a:xfrm>
            <a:off x="0" y="0"/>
            <a:ext cx="9143999" cy="603250"/>
          </a:xfrm>
          <a:prstGeom prst="rect">
            <a:avLst/>
          </a:prstGeom>
        </p:spPr>
        <p:txBody>
          <a:bodyPr/>
          <a:lstStyle/>
          <a:p>
            <a:r>
              <a:rPr lang="en-US"/>
              <a:t>Click to edit Master title style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37773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853961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4103617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60141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dirty="0" err="1"/>
              <a:t>ActivityTitle</a:t>
            </a:r>
            <a:endParaRPr lang="en-GB" dirty="0"/>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Review Activity:</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198385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dirty="0">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5816" y="125902"/>
            <a:ext cx="288567" cy="324638"/>
          </a:xfrm>
          <a:prstGeom prst="rect">
            <a:avLst/>
          </a:prstGeom>
        </p:spPr>
      </p:pic>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p:nvPr>
        </p:nvSpPr>
        <p:spPr>
          <a:xfrm>
            <a:off x="146049" y="748621"/>
            <a:ext cx="8870950" cy="4044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41009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2"/>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53870" y="2156005"/>
            <a:ext cx="2657475" cy="715620"/>
          </a:xfrm>
          <a:prstGeom prst="rect">
            <a:avLst/>
          </a:prstGeom>
        </p:spPr>
      </p:pic>
    </p:spTree>
    <p:extLst>
      <p:ext uri="{BB962C8B-B14F-4D97-AF65-F5344CB8AC3E}">
        <p14:creationId xmlns:p14="http://schemas.microsoft.com/office/powerpoint/2010/main" val="2001968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Lesson">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Lesson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1974321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Topic">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Title </a:t>
            </a:r>
            <a:r>
              <a:rPr lang="en-US" dirty="0" err="1"/>
              <a:t>Title</a:t>
            </a:r>
            <a:endParaRPr lang="en-US" dirty="0"/>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Topic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7B711CB8-C942-4974-982E-45957883E0C7}"/>
              </a:ext>
            </a:extLst>
          </p:cNvPr>
          <p:cNvSpPr>
            <a:spLocks noGrp="1"/>
          </p:cNvSpPr>
          <p:nvPr>
            <p:ph type="body" sz="quarter" idx="12" hasCustomPrompt="1"/>
          </p:nvPr>
        </p:nvSpPr>
        <p:spPr>
          <a:xfrm>
            <a:off x="650366" y="554002"/>
            <a:ext cx="1813560" cy="489656"/>
          </a:xfrm>
          <a:prstGeom prst="rect">
            <a:avLst/>
          </a:prstGeom>
        </p:spPr>
        <p:txBody>
          <a:bodyPr lIns="0" rIns="0"/>
          <a:lstStyle>
            <a:lvl1pPr marL="0" indent="0">
              <a:buNone/>
              <a:defRPr/>
            </a:lvl1pPr>
            <a:lvl5pPr>
              <a:defRPr/>
            </a:lvl5pPr>
          </a:lstStyle>
          <a:p>
            <a:pPr lvl="0"/>
            <a:r>
              <a:rPr lang="en-US" dirty="0"/>
              <a:t>Lesson #</a:t>
            </a:r>
            <a:endParaRPr lang="en-GB" dirty="0"/>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pic>
        <p:nvPicPr>
          <p:cNvPr id="11" name="Graphic 10">
            <a:extLst>
              <a:ext uri="{FF2B5EF4-FFF2-40B4-BE49-F238E27FC236}">
                <a16:creationId xmlns:a16="http://schemas.microsoft.com/office/drawing/2014/main" id="{A18ADF54-DD1F-4BCB-BF1D-E42C267918B0}"/>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21421816">
            <a:off x="354347" y="454737"/>
            <a:ext cx="2225591" cy="575230"/>
          </a:xfrm>
          <a:prstGeom prst="rect">
            <a:avLst/>
          </a:prstGeom>
        </p:spPr>
      </p:pic>
    </p:spTree>
    <p:extLst>
      <p:ext uri="{BB962C8B-B14F-4D97-AF65-F5344CB8AC3E}">
        <p14:creationId xmlns:p14="http://schemas.microsoft.com/office/powerpoint/2010/main" val="4084809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4111725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01046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38294"/>
            <a:ext cx="8870950" cy="405468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377732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1316358"/>
            <a:ext cx="8870950" cy="361886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
        <p:nvSpPr>
          <p:cNvPr id="7" name="Text Placeholder 2">
            <a:extLst>
              <a:ext uri="{FF2B5EF4-FFF2-40B4-BE49-F238E27FC236}">
                <a16:creationId xmlns:a16="http://schemas.microsoft.com/office/drawing/2014/main" id="{66E5E767-ABBB-28F4-B396-B3E810584A84}"/>
              </a:ext>
            </a:extLst>
          </p:cNvPr>
          <p:cNvSpPr>
            <a:spLocks noGrp="1"/>
          </p:cNvSpPr>
          <p:nvPr>
            <p:ph type="body" idx="11"/>
          </p:nvPr>
        </p:nvSpPr>
        <p:spPr>
          <a:xfrm>
            <a:off x="146049" y="745483"/>
            <a:ext cx="8870949"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Tree>
    <p:extLst>
      <p:ext uri="{BB962C8B-B14F-4D97-AF65-F5344CB8AC3E}">
        <p14:creationId xmlns:p14="http://schemas.microsoft.com/office/powerpoint/2010/main" val="27174682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content shi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
        <p:nvSpPr>
          <p:cNvPr id="5" name="Text Placeholder 10">
            <a:extLst>
              <a:ext uri="{FF2B5EF4-FFF2-40B4-BE49-F238E27FC236}">
                <a16:creationId xmlns:a16="http://schemas.microsoft.com/office/drawing/2014/main" id="{E6F385FD-7227-A6D8-CF34-8C0AA0F4442F}"/>
              </a:ext>
            </a:extLst>
          </p:cNvPr>
          <p:cNvSpPr>
            <a:spLocks noGrp="1"/>
          </p:cNvSpPr>
          <p:nvPr>
            <p:ph idx="15"/>
          </p:nvPr>
        </p:nvSpPr>
        <p:spPr>
          <a:xfrm>
            <a:off x="146049" y="1367538"/>
            <a:ext cx="3084831"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10">
            <a:extLst>
              <a:ext uri="{FF2B5EF4-FFF2-40B4-BE49-F238E27FC236}">
                <a16:creationId xmlns:a16="http://schemas.microsoft.com/office/drawing/2014/main" id="{DFCA9826-9EB9-7C1E-5E72-8CE6EEE35BF5}"/>
              </a:ext>
            </a:extLst>
          </p:cNvPr>
          <p:cNvSpPr>
            <a:spLocks noGrp="1"/>
          </p:cNvSpPr>
          <p:nvPr>
            <p:ph idx="16"/>
          </p:nvPr>
        </p:nvSpPr>
        <p:spPr>
          <a:xfrm>
            <a:off x="3386667" y="1367538"/>
            <a:ext cx="5630333"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a:extLst>
              <a:ext uri="{FF2B5EF4-FFF2-40B4-BE49-F238E27FC236}">
                <a16:creationId xmlns:a16="http://schemas.microsoft.com/office/drawing/2014/main" id="{557019AA-58B5-21F3-571B-CF88C0B4535C}"/>
              </a:ext>
            </a:extLst>
          </p:cNvPr>
          <p:cNvSpPr>
            <a:spLocks noGrp="1"/>
          </p:cNvSpPr>
          <p:nvPr>
            <p:ph type="body" idx="11"/>
          </p:nvPr>
        </p:nvSpPr>
        <p:spPr>
          <a:xfrm>
            <a:off x="146049" y="745483"/>
            <a:ext cx="8870949"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Tree>
    <p:extLst>
      <p:ext uri="{BB962C8B-B14F-4D97-AF65-F5344CB8AC3E}">
        <p14:creationId xmlns:p14="http://schemas.microsoft.com/office/powerpoint/2010/main" val="5878699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ntent 1 smal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
        <p:nvSpPr>
          <p:cNvPr id="5" name="Text Placeholder 10">
            <a:extLst>
              <a:ext uri="{FF2B5EF4-FFF2-40B4-BE49-F238E27FC236}">
                <a16:creationId xmlns:a16="http://schemas.microsoft.com/office/drawing/2014/main" id="{E6F385FD-7227-A6D8-CF34-8C0AA0F4442F}"/>
              </a:ext>
            </a:extLst>
          </p:cNvPr>
          <p:cNvSpPr>
            <a:spLocks noGrp="1"/>
          </p:cNvSpPr>
          <p:nvPr>
            <p:ph idx="15"/>
          </p:nvPr>
        </p:nvSpPr>
        <p:spPr>
          <a:xfrm>
            <a:off x="146049" y="1367538"/>
            <a:ext cx="5624831"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10">
            <a:extLst>
              <a:ext uri="{FF2B5EF4-FFF2-40B4-BE49-F238E27FC236}">
                <a16:creationId xmlns:a16="http://schemas.microsoft.com/office/drawing/2014/main" id="{DFCA9826-9EB9-7C1E-5E72-8CE6EEE35BF5}"/>
              </a:ext>
            </a:extLst>
          </p:cNvPr>
          <p:cNvSpPr>
            <a:spLocks noGrp="1"/>
          </p:cNvSpPr>
          <p:nvPr>
            <p:ph idx="16"/>
          </p:nvPr>
        </p:nvSpPr>
        <p:spPr>
          <a:xfrm>
            <a:off x="5932169" y="1367538"/>
            <a:ext cx="3084831"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a:extLst>
              <a:ext uri="{FF2B5EF4-FFF2-40B4-BE49-F238E27FC236}">
                <a16:creationId xmlns:a16="http://schemas.microsoft.com/office/drawing/2014/main" id="{557019AA-58B5-21F3-571B-CF88C0B4535C}"/>
              </a:ext>
            </a:extLst>
          </p:cNvPr>
          <p:cNvSpPr>
            <a:spLocks noGrp="1"/>
          </p:cNvSpPr>
          <p:nvPr>
            <p:ph type="body" idx="11"/>
          </p:nvPr>
        </p:nvSpPr>
        <p:spPr>
          <a:xfrm>
            <a:off x="146049" y="745483"/>
            <a:ext cx="8870949"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Tree>
    <p:extLst>
      <p:ext uri="{BB962C8B-B14F-4D97-AF65-F5344CB8AC3E}">
        <p14:creationId xmlns:p14="http://schemas.microsoft.com/office/powerpoint/2010/main" val="30116147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mage w/Caption">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Text Placeholder 3">
            <a:extLst>
              <a:ext uri="{FF2B5EF4-FFF2-40B4-BE49-F238E27FC236}">
                <a16:creationId xmlns:a16="http://schemas.microsoft.com/office/drawing/2014/main" id="{71AD28C1-FD19-F774-9521-7A20689A464F}"/>
              </a:ext>
            </a:extLst>
          </p:cNvPr>
          <p:cNvSpPr>
            <a:spLocks noGrp="1"/>
          </p:cNvSpPr>
          <p:nvPr>
            <p:ph type="body" sz="quarter" idx="14" hasCustomPrompt="1"/>
          </p:nvPr>
        </p:nvSpPr>
        <p:spPr>
          <a:xfrm>
            <a:off x="141286" y="4395892"/>
            <a:ext cx="8861426" cy="392855"/>
          </a:xfrm>
        </p:spPr>
        <p:txBody>
          <a:bodyPr anchor="ctr">
            <a:normAutofit/>
          </a:bodyPr>
          <a:lstStyle>
            <a:lvl1pPr marL="0" indent="0" algn="ctr">
              <a:buNone/>
              <a:defRPr sz="1800" i="1">
                <a:solidFill>
                  <a:schemeClr val="tx2"/>
                </a:solidFill>
              </a:defRPr>
            </a:lvl1pPr>
            <a:lvl2pPr marL="342900" indent="0" algn="ctr">
              <a:buNone/>
              <a:defRPr/>
            </a:lvl2pPr>
            <a:lvl3pPr marL="685800" indent="0" algn="ctr">
              <a:buNone/>
              <a:defRPr/>
            </a:lvl3pPr>
            <a:lvl4pPr marL="1028700" indent="0" algn="ctr">
              <a:buNone/>
              <a:defRPr/>
            </a:lvl4pPr>
            <a:lvl5pPr marL="1371600" indent="0" algn="ctr">
              <a:buNone/>
              <a:defRPr/>
            </a:lvl5pPr>
          </a:lstStyle>
          <a:p>
            <a:pPr lvl="0"/>
            <a:r>
              <a:rPr lang="en-US" dirty="0"/>
              <a:t>Insert Caption</a:t>
            </a:r>
          </a:p>
        </p:txBody>
      </p:sp>
      <p:sp>
        <p:nvSpPr>
          <p:cNvPr id="6" name="Content Placeholder 5">
            <a:extLst>
              <a:ext uri="{FF2B5EF4-FFF2-40B4-BE49-F238E27FC236}">
                <a16:creationId xmlns:a16="http://schemas.microsoft.com/office/drawing/2014/main" id="{9F574EA0-61D0-7FF7-8B79-5F96C7D02A17}"/>
              </a:ext>
            </a:extLst>
          </p:cNvPr>
          <p:cNvSpPr>
            <a:spLocks noGrp="1"/>
          </p:cNvSpPr>
          <p:nvPr>
            <p:ph sz="quarter" idx="15"/>
          </p:nvPr>
        </p:nvSpPr>
        <p:spPr>
          <a:xfrm>
            <a:off x="141286" y="700192"/>
            <a:ext cx="8861427" cy="3695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628437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41036178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8539612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 Content w Sub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67536"/>
            <a:ext cx="4371507" cy="342544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5545092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601419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hasCustomPrompt="1"/>
          </p:nvPr>
        </p:nvSpPr>
        <p:spPr>
          <a:xfrm>
            <a:off x="146050" y="748623"/>
            <a:ext cx="8870950" cy="4044357"/>
          </a:xfrm>
          <a:prstGeom prst="rect">
            <a:avLst/>
          </a:prstGeom>
        </p:spPr>
        <p:txBody>
          <a:bodyPr/>
          <a:lstStyle>
            <a:lvl1pPr marL="457200" indent="-457200">
              <a:buFont typeface="+mj-lt"/>
              <a:buAutoNum type="arabicPeriod"/>
              <a:defRPr b="1"/>
            </a:lvl1pPr>
          </a:lstStyle>
          <a:p>
            <a:pPr lvl="0"/>
            <a:r>
              <a:rPr lang="en-US" dirty="0"/>
              <a:t>List the questions from the review activity page.</a:t>
            </a:r>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dirty="0"/>
              <a:t>Activity Title</a:t>
            </a:r>
            <a:endParaRPr lang="en-GB" dirty="0"/>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Review Activity:</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1983856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2"/>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53870" y="2156005"/>
            <a:ext cx="2657475" cy="715620"/>
          </a:xfrm>
          <a:prstGeom prst="rect">
            <a:avLst/>
          </a:prstGeom>
        </p:spPr>
      </p:pic>
    </p:spTree>
    <p:extLst>
      <p:ext uri="{BB962C8B-B14F-4D97-AF65-F5344CB8AC3E}">
        <p14:creationId xmlns:p14="http://schemas.microsoft.com/office/powerpoint/2010/main" val="20019686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Lesson">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Lesson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19743213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Slide Topic">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Title </a:t>
            </a:r>
            <a:r>
              <a:rPr lang="en-US" dirty="0" err="1"/>
              <a:t>Title</a:t>
            </a:r>
            <a:endParaRPr lang="en-US" dirty="0"/>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Topic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7B711CB8-C942-4974-982E-45957883E0C7}"/>
              </a:ext>
            </a:extLst>
          </p:cNvPr>
          <p:cNvSpPr>
            <a:spLocks noGrp="1"/>
          </p:cNvSpPr>
          <p:nvPr>
            <p:ph type="body" sz="quarter" idx="12" hasCustomPrompt="1"/>
          </p:nvPr>
        </p:nvSpPr>
        <p:spPr>
          <a:xfrm>
            <a:off x="650366" y="554002"/>
            <a:ext cx="1813560" cy="489656"/>
          </a:xfrm>
          <a:prstGeom prst="rect">
            <a:avLst/>
          </a:prstGeom>
        </p:spPr>
        <p:txBody>
          <a:bodyPr lIns="0" rIns="0"/>
          <a:lstStyle>
            <a:lvl1pPr marL="0" indent="0">
              <a:buNone/>
              <a:defRPr/>
            </a:lvl1pPr>
            <a:lvl5pPr>
              <a:defRPr/>
            </a:lvl5pPr>
          </a:lstStyle>
          <a:p>
            <a:pPr lvl="0"/>
            <a:r>
              <a:rPr lang="en-US" dirty="0"/>
              <a:t>Lesson #</a:t>
            </a:r>
            <a:endParaRPr lang="en-GB" dirty="0"/>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pic>
        <p:nvPicPr>
          <p:cNvPr id="11" name="Graphic 10">
            <a:extLst>
              <a:ext uri="{FF2B5EF4-FFF2-40B4-BE49-F238E27FC236}">
                <a16:creationId xmlns:a16="http://schemas.microsoft.com/office/drawing/2014/main" id="{A18ADF54-DD1F-4BCB-BF1D-E42C267918B0}"/>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21421816">
            <a:off x="354347" y="454737"/>
            <a:ext cx="2225591" cy="575230"/>
          </a:xfrm>
          <a:prstGeom prst="rect">
            <a:avLst/>
          </a:prstGeom>
        </p:spPr>
      </p:pic>
    </p:spTree>
    <p:extLst>
      <p:ext uri="{BB962C8B-B14F-4D97-AF65-F5344CB8AC3E}">
        <p14:creationId xmlns:p14="http://schemas.microsoft.com/office/powerpoint/2010/main" val="40848092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41117252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5828A-A7EC-0777-DCF2-03FADF7CE572}"/>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2B2E5881-DB2B-B483-494C-F59C40B2594F}"/>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703C07-D880-A741-5039-396A7A6FD1B1}"/>
              </a:ext>
            </a:extLst>
          </p:cNvPr>
          <p:cNvSpPr>
            <a:spLocks noGrp="1"/>
          </p:cNvSpPr>
          <p:nvPr>
            <p:ph type="dt" sz="half" idx="10"/>
          </p:nvPr>
        </p:nvSpPr>
        <p:spPr/>
        <p:txBody>
          <a:bodyPr/>
          <a:lstStyle/>
          <a:p>
            <a:fld id="{0EE6F095-4831-4AF3-B815-7404BBBCB6E0}" type="datetimeFigureOut">
              <a:rPr lang="en-US" smtClean="0"/>
              <a:t>9/19/2023</a:t>
            </a:fld>
            <a:endParaRPr lang="en-US"/>
          </a:p>
        </p:txBody>
      </p:sp>
      <p:sp>
        <p:nvSpPr>
          <p:cNvPr id="5" name="Footer Placeholder 4">
            <a:extLst>
              <a:ext uri="{FF2B5EF4-FFF2-40B4-BE49-F238E27FC236}">
                <a16:creationId xmlns:a16="http://schemas.microsoft.com/office/drawing/2014/main" id="{3C986265-5616-ED16-B53E-F9CB2D08C7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AC5A67-179A-9C97-7025-D5D1473BDDED}"/>
              </a:ext>
            </a:extLst>
          </p:cNvPr>
          <p:cNvSpPr>
            <a:spLocks noGrp="1"/>
          </p:cNvSpPr>
          <p:nvPr>
            <p:ph type="sldNum" sz="quarter" idx="12"/>
          </p:nvPr>
        </p:nvSpPr>
        <p:spPr/>
        <p:txBody>
          <a:bodyPr/>
          <a:lstStyle/>
          <a:p>
            <a:fld id="{32F2B094-62D1-42B6-97B2-CE0CACB8FCA4}" type="slidenum">
              <a:rPr lang="en-US" smtClean="0"/>
              <a:t>‹#›</a:t>
            </a:fld>
            <a:endParaRPr lang="en-US"/>
          </a:p>
        </p:txBody>
      </p:sp>
    </p:spTree>
    <p:extLst>
      <p:ext uri="{BB962C8B-B14F-4D97-AF65-F5344CB8AC3E}">
        <p14:creationId xmlns:p14="http://schemas.microsoft.com/office/powerpoint/2010/main" val="38792062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endParaRPr lang="en-US" noProof="0" dirty="0"/>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14" r:id="rId1"/>
    <p:sldLayoutId id="2147483917" r:id="rId2"/>
    <p:sldLayoutId id="2147483918" r:id="rId3"/>
    <p:sldLayoutId id="2147483919" r:id="rId4"/>
    <p:sldLayoutId id="2147483922" r:id="rId5"/>
    <p:sldLayoutId id="2147483924" r:id="rId6"/>
    <p:sldLayoutId id="2147483932" r:id="rId7"/>
    <p:sldLayoutId id="2147483912" r:id="rId8"/>
    <p:sldLayoutId id="2147483911" r:id="rId9"/>
    <p:sldLayoutId id="2147483926" r:id="rId10"/>
    <p:sldLayoutId id="2147483927" r:id="rId11"/>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dirty="0"/>
              <a:t>Click to enter Slide Show(s) name From </a:t>
            </a:r>
            <a:r>
              <a:rPr lang="en-US" noProof="0" dirty="0" err="1"/>
              <a:t>MeF</a:t>
            </a:r>
            <a:endParaRPr lang="en-US" noProof="0" dirty="0"/>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41" r:id="rId1"/>
    <p:sldLayoutId id="2147483937" r:id="rId2"/>
    <p:sldLayoutId id="2147483938" r:id="rId3"/>
    <p:sldLayoutId id="2147483939" r:id="rId4"/>
    <p:sldLayoutId id="2147483934" r:id="rId5"/>
    <p:sldLayoutId id="2147483942" r:id="rId6"/>
    <p:sldLayoutId id="2147483943" r:id="rId7"/>
    <p:sldLayoutId id="2147483936" r:id="rId8"/>
    <p:sldLayoutId id="2147483944" r:id="rId9"/>
    <p:sldLayoutId id="2147483945" r:id="rId10"/>
    <p:sldLayoutId id="2147483946" r:id="rId11"/>
    <p:sldLayoutId id="2147483947" r:id="rId12"/>
    <p:sldLayoutId id="2147483948" r:id="rId13"/>
    <p:sldLayoutId id="2147483949" r:id="rId14"/>
    <p:sldLayoutId id="2147483935" r:id="rId15"/>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195E7-CEB7-44B4-8D15-A6FE845CE6B2}"/>
              </a:ext>
            </a:extLst>
          </p:cNvPr>
          <p:cNvSpPr>
            <a:spLocks noGrp="1"/>
          </p:cNvSpPr>
          <p:nvPr>
            <p:ph type="ctrTitle"/>
          </p:nvPr>
        </p:nvSpPr>
        <p:spPr>
          <a:xfrm>
            <a:off x="650366" y="2166824"/>
            <a:ext cx="8366634" cy="1080000"/>
          </a:xfrm>
        </p:spPr>
        <p:txBody>
          <a:bodyPr/>
          <a:lstStyle/>
          <a:p>
            <a:r>
              <a:rPr lang="en-US" dirty="0"/>
              <a:t>Assess Endpoint Security Capabilities</a:t>
            </a:r>
          </a:p>
        </p:txBody>
      </p:sp>
      <p:sp>
        <p:nvSpPr>
          <p:cNvPr id="3" name="Subtitle 2">
            <a:extLst>
              <a:ext uri="{FF2B5EF4-FFF2-40B4-BE49-F238E27FC236}">
                <a16:creationId xmlns:a16="http://schemas.microsoft.com/office/drawing/2014/main" id="{3CFC5BFA-DF53-4407-9187-19E2D701E00B}"/>
              </a:ext>
            </a:extLst>
          </p:cNvPr>
          <p:cNvSpPr>
            <a:spLocks noGrp="1"/>
          </p:cNvSpPr>
          <p:nvPr>
            <p:ph type="subTitle" idx="1"/>
          </p:nvPr>
        </p:nvSpPr>
        <p:spPr/>
        <p:txBody>
          <a:bodyPr/>
          <a:lstStyle/>
          <a:p>
            <a:r>
              <a:rPr lang="en-US" dirty="0"/>
              <a:t>Lesson 10</a:t>
            </a:r>
          </a:p>
        </p:txBody>
      </p:sp>
      <p:sp>
        <p:nvSpPr>
          <p:cNvPr id="4" name="Text Placeholder 3">
            <a:extLst>
              <a:ext uri="{FF2B5EF4-FFF2-40B4-BE49-F238E27FC236}">
                <a16:creationId xmlns:a16="http://schemas.microsoft.com/office/drawing/2014/main" id="{10E64DD8-93CF-45E0-BBB1-D21C74EEE754}"/>
              </a:ext>
            </a:extLst>
          </p:cNvPr>
          <p:cNvSpPr>
            <a:spLocks noGrp="1"/>
          </p:cNvSpPr>
          <p:nvPr>
            <p:ph type="body" sz="quarter" idx="12"/>
          </p:nvPr>
        </p:nvSpPr>
        <p:spPr/>
        <p:txBody>
          <a:bodyPr>
            <a:normAutofit fontScale="92500" lnSpcReduction="10000"/>
          </a:bodyPr>
          <a:lstStyle/>
          <a:p>
            <a:r>
              <a:rPr lang="en-US" noProof="0" dirty="0"/>
              <a:t>CompTIA Security+ Exam SY0-701</a:t>
            </a:r>
          </a:p>
          <a:p>
            <a:endParaRPr lang="en-US" dirty="0"/>
          </a:p>
        </p:txBody>
      </p:sp>
      <p:sp>
        <p:nvSpPr>
          <p:cNvPr id="5" name="Slide Number Placeholder 4">
            <a:extLst>
              <a:ext uri="{FF2B5EF4-FFF2-40B4-BE49-F238E27FC236}">
                <a16:creationId xmlns:a16="http://schemas.microsoft.com/office/drawing/2014/main" id="{62FE90A5-9E27-4EEC-9D36-E853C33CA9D6}"/>
              </a:ext>
            </a:extLst>
          </p:cNvPr>
          <p:cNvSpPr>
            <a:spLocks noGrp="1"/>
          </p:cNvSpPr>
          <p:nvPr>
            <p:ph type="sldNum" sz="quarter" idx="10"/>
          </p:nvPr>
        </p:nvSpPr>
        <p:spPr/>
        <p:txBody>
          <a:bodyPr/>
          <a:lstStyle/>
          <a:p>
            <a:fld id="{B7CF8A19-3A9E-4ABC-B336-2FDDE321C72D}" type="slidenum">
              <a:rPr lang="en-US" smtClean="0"/>
              <a:pPr/>
              <a:t>1</a:t>
            </a:fld>
            <a:endParaRPr lang="en-US"/>
          </a:p>
        </p:txBody>
      </p:sp>
    </p:spTree>
    <p:extLst>
      <p:ext uri="{BB962C8B-B14F-4D97-AF65-F5344CB8AC3E}">
        <p14:creationId xmlns:p14="http://schemas.microsoft.com/office/powerpoint/2010/main" val="3995608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84BAD-EC4F-4728-93AF-D36C5D808653}"/>
              </a:ext>
            </a:extLst>
          </p:cNvPr>
          <p:cNvSpPr>
            <a:spLocks noGrp="1"/>
          </p:cNvSpPr>
          <p:nvPr>
            <p:ph type="ctrTitle"/>
          </p:nvPr>
        </p:nvSpPr>
        <p:spPr/>
        <p:txBody>
          <a:bodyPr/>
          <a:lstStyle/>
          <a:p>
            <a:r>
              <a:rPr lang="en-US" dirty="0"/>
              <a:t>Implement Endpoint Security</a:t>
            </a:r>
          </a:p>
        </p:txBody>
      </p:sp>
      <p:sp>
        <p:nvSpPr>
          <p:cNvPr id="3" name="Subtitle 2">
            <a:extLst>
              <a:ext uri="{FF2B5EF4-FFF2-40B4-BE49-F238E27FC236}">
                <a16:creationId xmlns:a16="http://schemas.microsoft.com/office/drawing/2014/main" id="{64FA1437-B024-4A30-A4F5-99BD676DEE0E}"/>
              </a:ext>
            </a:extLst>
          </p:cNvPr>
          <p:cNvSpPr>
            <a:spLocks noGrp="1"/>
          </p:cNvSpPr>
          <p:nvPr>
            <p:ph type="subTitle" idx="1"/>
          </p:nvPr>
        </p:nvSpPr>
        <p:spPr/>
        <p:txBody>
          <a:bodyPr/>
          <a:lstStyle/>
          <a:p>
            <a:r>
              <a:rPr lang="en-US" dirty="0"/>
              <a:t>Topic 10A</a:t>
            </a:r>
          </a:p>
        </p:txBody>
      </p:sp>
      <p:sp>
        <p:nvSpPr>
          <p:cNvPr id="4" name="Text Placeholder 3">
            <a:extLst>
              <a:ext uri="{FF2B5EF4-FFF2-40B4-BE49-F238E27FC236}">
                <a16:creationId xmlns:a16="http://schemas.microsoft.com/office/drawing/2014/main" id="{EB4C854E-2009-4A48-BF5C-7AC043B72217}"/>
              </a:ext>
            </a:extLst>
          </p:cNvPr>
          <p:cNvSpPr>
            <a:spLocks noGrp="1"/>
          </p:cNvSpPr>
          <p:nvPr>
            <p:ph type="body" sz="quarter" idx="12"/>
          </p:nvPr>
        </p:nvSpPr>
        <p:spPr/>
        <p:txBody>
          <a:bodyPr/>
          <a:lstStyle/>
          <a:p>
            <a:r>
              <a:rPr lang="en-US" dirty="0"/>
              <a:t>Lesson 10</a:t>
            </a:r>
          </a:p>
        </p:txBody>
      </p:sp>
      <p:sp>
        <p:nvSpPr>
          <p:cNvPr id="5" name="Slide Number Placeholder 4">
            <a:extLst>
              <a:ext uri="{FF2B5EF4-FFF2-40B4-BE49-F238E27FC236}">
                <a16:creationId xmlns:a16="http://schemas.microsoft.com/office/drawing/2014/main" id="{7DF36CFC-7807-412C-9168-A8CA604E808C}"/>
              </a:ext>
            </a:extLst>
          </p:cNvPr>
          <p:cNvSpPr>
            <a:spLocks noGrp="1"/>
          </p:cNvSpPr>
          <p:nvPr>
            <p:ph type="sldNum" sz="quarter" idx="10"/>
          </p:nvPr>
        </p:nvSpPr>
        <p:spPr/>
        <p:txBody>
          <a:bodyPr/>
          <a:lstStyle/>
          <a:p>
            <a:fld id="{B7CF8A19-3A9E-4ABC-B336-2FDDE321C72D}" type="slidenum">
              <a:rPr lang="en-US" smtClean="0"/>
              <a:pPr/>
              <a:t>2</a:t>
            </a:fld>
            <a:endParaRPr lang="en-US"/>
          </a:p>
        </p:txBody>
      </p:sp>
    </p:spTree>
    <p:extLst>
      <p:ext uri="{BB962C8B-B14F-4D97-AF65-F5344CB8AC3E}">
        <p14:creationId xmlns:p14="http://schemas.microsoft.com/office/powerpoint/2010/main" val="2170154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Endpoint Hardening</a:t>
            </a:r>
          </a:p>
        </p:txBody>
      </p:sp>
      <p:pic>
        <p:nvPicPr>
          <p:cNvPr id="8" name="Content Placeholder 7" descr="A Screengrab shows a window titled, Compare Baselines overlapping a window titled, Microsoft Security Compliance Manager.">
            <a:extLst>
              <a:ext uri="{FF2B5EF4-FFF2-40B4-BE49-F238E27FC236}">
                <a16:creationId xmlns:a16="http://schemas.microsoft.com/office/drawing/2014/main" id="{5F9736B1-66BB-0DC1-3C05-C66EC027E6D5}"/>
              </a:ext>
            </a:extLst>
          </p:cNvPr>
          <p:cNvPicPr>
            <a:picLocks noGrp="1" noChangeAspect="1"/>
          </p:cNvPicPr>
          <p:nvPr>
            <p:ph idx="1"/>
          </p:nvPr>
        </p:nvPicPr>
        <p:blipFill>
          <a:blip r:embed="rId3"/>
          <a:stretch>
            <a:fillRect/>
          </a:stretch>
        </p:blipFill>
        <p:spPr>
          <a:xfrm>
            <a:off x="146050" y="1225753"/>
            <a:ext cx="4354513" cy="3087281"/>
          </a:xfrm>
        </p:spPr>
      </p:pic>
      <p:sp>
        <p:nvSpPr>
          <p:cNvPr id="3" name="Content Placeholder 2">
            <a:extLst>
              <a:ext uri="{FF2B5EF4-FFF2-40B4-BE49-F238E27FC236}">
                <a16:creationId xmlns:a16="http://schemas.microsoft.com/office/drawing/2014/main" id="{09C98065-0F26-352B-C2D8-233ADC115DB4}"/>
              </a:ext>
            </a:extLst>
          </p:cNvPr>
          <p:cNvSpPr>
            <a:spLocks noGrp="1"/>
          </p:cNvSpPr>
          <p:nvPr>
            <p:ph idx="12"/>
          </p:nvPr>
        </p:nvSpPr>
        <p:spPr/>
        <p:txBody>
          <a:bodyPr>
            <a:normAutofit fontScale="92500" lnSpcReduction="20000"/>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Operating System Security</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Workstations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Servers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Baseline Configuration</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Interfaces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Services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Ports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Storage</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Many others</a:t>
            </a:r>
            <a:endParaRPr lang="en-US" dirty="0"/>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3</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71878" y="4331386"/>
            <a:ext cx="4572000" cy="369332"/>
          </a:xfrm>
          <a:prstGeom prst="rect">
            <a:avLst/>
          </a:prstGeom>
        </p:spPr>
        <p:txBody>
          <a:bodyPr>
            <a:spAutoFit/>
          </a:bodyPr>
          <a:lstStyle/>
          <a:p>
            <a:pPr algn="ctr"/>
            <a:r>
              <a:rPr lang="en-US" sz="900" i="1" dirty="0">
                <a:solidFill>
                  <a:srgbClr val="45545F"/>
                </a:solidFill>
              </a:rPr>
              <a:t>Using Security Compliance Manager to compare settings in a production GPO with Microsoft's template policy settings. (Screenshot used with permission from Microsoft.)</a:t>
            </a:r>
          </a:p>
        </p:txBody>
      </p:sp>
    </p:spTree>
    <p:extLst>
      <p:ext uri="{BB962C8B-B14F-4D97-AF65-F5344CB8AC3E}">
        <p14:creationId xmlns:p14="http://schemas.microsoft.com/office/powerpoint/2010/main" val="1821724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Endpoint Protection</a:t>
            </a:r>
          </a:p>
        </p:txBody>
      </p:sp>
      <p:sp>
        <p:nvSpPr>
          <p:cNvPr id="10" name="Content Placeholder 9">
            <a:extLst>
              <a:ext uri="{FF2B5EF4-FFF2-40B4-BE49-F238E27FC236}">
                <a16:creationId xmlns:a16="http://schemas.microsoft.com/office/drawing/2014/main" id="{064ABB07-1989-0158-0A45-14EF0BA40905}"/>
              </a:ext>
            </a:extLst>
          </p:cNvPr>
          <p:cNvSpPr>
            <a:spLocks noGrp="1"/>
          </p:cNvSpPr>
          <p:nvPr>
            <p:ph idx="1"/>
          </p:nvPr>
        </p:nvSpPr>
        <p:spPr/>
        <p:txBody>
          <a:bodyPr/>
          <a:lstStyle/>
          <a:p>
            <a:pPr marL="285750" indent="-285750">
              <a:buFont typeface="Arial" panose="020B0604020202020204" pitchFamily="34" charset="0"/>
              <a:buChar char="•"/>
            </a:pPr>
            <a:r>
              <a:rPr lang="en-US" noProof="0" dirty="0">
                <a:latin typeface="Calibri" panose="020F0502020204030204" pitchFamily="34" charset="0"/>
                <a:cs typeface="Calibri" panose="020F0502020204030204" pitchFamily="34" charset="0"/>
              </a:rPr>
              <a:t>Segmentation</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Isolation</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Antivirus and Antimalware</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Disk Encryption</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Patch Management</a:t>
            </a:r>
          </a:p>
          <a:p>
            <a:endParaRPr lang="en-US" dirty="0"/>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4</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4183129" y="3892890"/>
            <a:ext cx="4975860" cy="369332"/>
          </a:xfrm>
          <a:prstGeom prst="rect">
            <a:avLst/>
          </a:prstGeom>
        </p:spPr>
        <p:txBody>
          <a:bodyPr wrap="square">
            <a:spAutoFit/>
          </a:bodyPr>
          <a:lstStyle/>
          <a:p>
            <a:pPr algn="ctr"/>
            <a:r>
              <a:rPr lang="en-US" sz="900" i="1" dirty="0">
                <a:solidFill>
                  <a:srgbClr val="45545F"/>
                </a:solidFill>
              </a:rPr>
              <a:t>A segmented network showing Marketing and Finance subnets and the placement of network devices. Traffic between the two networks is controlled by the router. (Images © 123RF.com.)</a:t>
            </a:r>
          </a:p>
        </p:txBody>
      </p:sp>
      <p:pic>
        <p:nvPicPr>
          <p:cNvPr id="12" name="Content Placeholder 7" descr="A router is connected to two switches. The first switch is a part of the marketing subnet and the second switch is a part of the finance subnet.">
            <a:extLst>
              <a:ext uri="{FF2B5EF4-FFF2-40B4-BE49-F238E27FC236}">
                <a16:creationId xmlns:a16="http://schemas.microsoft.com/office/drawing/2014/main" id="{38F0B5EE-BFB8-ABF8-5071-DB452A5B2ED9}"/>
              </a:ext>
            </a:extLst>
          </p:cNvPr>
          <p:cNvPicPr>
            <a:picLocks noGrp="1" noChangeAspect="1"/>
          </p:cNvPicPr>
          <p:nvPr>
            <p:ph idx="12"/>
          </p:nvPr>
        </p:nvPicPr>
        <p:blipFill>
          <a:blip r:embed="rId3"/>
          <a:stretch>
            <a:fillRect/>
          </a:stretch>
        </p:blipFill>
        <p:spPr>
          <a:xfrm>
            <a:off x="4637088" y="1645898"/>
            <a:ext cx="4379912" cy="2246992"/>
          </a:xfrm>
          <a:prstGeom prst="rect">
            <a:avLst/>
          </a:prstGeom>
        </p:spPr>
      </p:pic>
    </p:spTree>
    <p:extLst>
      <p:ext uri="{BB962C8B-B14F-4D97-AF65-F5344CB8AC3E}">
        <p14:creationId xmlns:p14="http://schemas.microsoft.com/office/powerpoint/2010/main" val="4099977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Advanced Endpoint Protection</a:t>
            </a:r>
          </a:p>
        </p:txBody>
      </p:sp>
      <p:sp>
        <p:nvSpPr>
          <p:cNvPr id="7" name="Content Placeholder 6">
            <a:extLst>
              <a:ext uri="{FF2B5EF4-FFF2-40B4-BE49-F238E27FC236}">
                <a16:creationId xmlns:a16="http://schemas.microsoft.com/office/drawing/2014/main" id="{70F84822-C31E-001A-87BC-B4E76F3D700C}"/>
              </a:ext>
            </a:extLst>
          </p:cNvPr>
          <p:cNvSpPr>
            <a:spLocks noGrp="1"/>
          </p:cNvSpPr>
          <p:nvPr>
            <p:ph idx="1"/>
          </p:nvPr>
        </p:nvSpPr>
        <p:spPr/>
        <p:txBody>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Endpoint Detection and Response (EDR) </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Extended Detection and Response (XDR)</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Host-Based Intrusion Detection/Prevention (HIDS/HIPS)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User Behavior Analytics (UBA)/User and Entity Behavior Analytics (UEBA)</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5</a:t>
            </a:fld>
            <a:endParaRPr lang="en-US"/>
          </a:p>
        </p:txBody>
      </p:sp>
    </p:spTree>
    <p:extLst>
      <p:ext uri="{BB962C8B-B14F-4D97-AF65-F5344CB8AC3E}">
        <p14:creationId xmlns:p14="http://schemas.microsoft.com/office/powerpoint/2010/main" val="226307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Endpoint Configuration</a:t>
            </a:r>
          </a:p>
        </p:txBody>
      </p:sp>
      <p:pic>
        <p:nvPicPr>
          <p:cNvPr id="8" name="Content Placeholder 7" descr="A Screengrab of a window titled, permission entry for LABFILES.">
            <a:extLst>
              <a:ext uri="{FF2B5EF4-FFF2-40B4-BE49-F238E27FC236}">
                <a16:creationId xmlns:a16="http://schemas.microsoft.com/office/drawing/2014/main" id="{159FF7BF-E1D7-6FFC-06B6-774CE4DC560D}"/>
              </a:ext>
            </a:extLst>
          </p:cNvPr>
          <p:cNvPicPr>
            <a:picLocks noGrp="1" noChangeAspect="1"/>
          </p:cNvPicPr>
          <p:nvPr>
            <p:ph idx="1"/>
          </p:nvPr>
        </p:nvPicPr>
        <p:blipFill>
          <a:blip r:embed="rId2"/>
          <a:stretch>
            <a:fillRect/>
          </a:stretch>
        </p:blipFill>
        <p:spPr>
          <a:xfrm>
            <a:off x="146050" y="1361419"/>
            <a:ext cx="4354513" cy="2815950"/>
          </a:xfrm>
        </p:spPr>
      </p:pic>
      <p:sp>
        <p:nvSpPr>
          <p:cNvPr id="3" name="Content Placeholder 2">
            <a:extLst>
              <a:ext uri="{FF2B5EF4-FFF2-40B4-BE49-F238E27FC236}">
                <a16:creationId xmlns:a16="http://schemas.microsoft.com/office/drawing/2014/main" id="{32AC1662-3F2F-4157-A986-627D5BE0E7C5}"/>
              </a:ext>
            </a:extLst>
          </p:cNvPr>
          <p:cNvSpPr>
            <a:spLocks noGrp="1"/>
          </p:cNvSpPr>
          <p:nvPr>
            <p:ph idx="12"/>
          </p:nvPr>
        </p:nvSpPr>
        <p:spPr/>
        <p:txBody>
          <a:bodyPr>
            <a:normAutofit fontScale="92500" lnSpcReduction="20000"/>
          </a:bodyPr>
          <a:lstStyle/>
          <a:p>
            <a:pPr marL="285750" indent="-285750">
              <a:buFont typeface="Arial" panose="020B0604020202020204" pitchFamily="34" charset="0"/>
              <a:buChar char="•"/>
            </a:pPr>
            <a:r>
              <a:rPr lang="en-US" noProof="0" dirty="0">
                <a:latin typeface="Calibri" panose="020F0502020204030204" pitchFamily="34" charset="0"/>
                <a:cs typeface="Calibri" panose="020F0502020204030204" pitchFamily="34" charset="0"/>
              </a:rPr>
              <a:t>Principle of Least Privilege</a:t>
            </a:r>
          </a:p>
          <a:p>
            <a:pPr marL="285750" indent="-285750">
              <a:buFont typeface="Arial" panose="020B0604020202020204" pitchFamily="34" charset="0"/>
              <a:buChar char="•"/>
            </a:pPr>
            <a:r>
              <a:rPr lang="en-US" noProof="0" dirty="0">
                <a:latin typeface="Calibri" panose="020F0502020204030204" pitchFamily="34" charset="0"/>
                <a:cs typeface="Calibri" panose="020F0502020204030204" pitchFamily="34" charset="0"/>
              </a:rPr>
              <a:t>Access Control Lists</a:t>
            </a:r>
            <a:endParaRPr lang="en-US"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noProof="0" dirty="0">
                <a:latin typeface="Calibri" panose="020F0502020204030204" pitchFamily="34" charset="0"/>
                <a:cs typeface="Calibri" panose="020F0502020204030204" pitchFamily="34" charset="0"/>
              </a:rPr>
              <a:t>File System Permissions </a:t>
            </a:r>
          </a:p>
          <a:p>
            <a:pPr marL="285750" indent="-285750">
              <a:buFont typeface="Arial" panose="020B0604020202020204" pitchFamily="34" charset="0"/>
              <a:buChar char="•"/>
            </a:pPr>
            <a:r>
              <a:rPr lang="en-US" noProof="0" dirty="0">
                <a:latin typeface="Calibri" panose="020F0502020204030204" pitchFamily="34" charset="0"/>
                <a:cs typeface="Calibri" panose="020F0502020204030204" pitchFamily="34" charset="0"/>
              </a:rPr>
              <a:t>Application Allow Lists and Block Lists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Monitoring</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Configuration Enforcement</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Group Policy</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SELinux</a:t>
            </a:r>
          </a:p>
          <a:p>
            <a:endParaRPr lang="en-US" dirty="0"/>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6</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172244" y="4212074"/>
            <a:ext cx="4991099" cy="369332"/>
          </a:xfrm>
          <a:prstGeom prst="rect">
            <a:avLst/>
          </a:prstGeom>
        </p:spPr>
        <p:txBody>
          <a:bodyPr wrap="square">
            <a:spAutoFit/>
          </a:bodyPr>
          <a:lstStyle/>
          <a:p>
            <a:pPr algn="ctr"/>
            <a:r>
              <a:rPr lang="en-US" sz="900" i="1" dirty="0">
                <a:solidFill>
                  <a:srgbClr val="45545F"/>
                </a:solidFill>
              </a:rPr>
              <a:t>Configuring an access control entry for a folder. (Screenshot used with permission from Microsoft.)</a:t>
            </a:r>
          </a:p>
        </p:txBody>
      </p:sp>
    </p:spTree>
    <p:extLst>
      <p:ext uri="{BB962C8B-B14F-4D97-AF65-F5344CB8AC3E}">
        <p14:creationId xmlns:p14="http://schemas.microsoft.com/office/powerpoint/2010/main" val="107198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p:txBody>
          <a:bodyPr/>
          <a:lstStyle/>
          <a:p>
            <a:r>
              <a:rPr lang="en-US" dirty="0"/>
              <a:t>Hardening Techniques</a:t>
            </a:r>
          </a:p>
        </p:txBody>
      </p:sp>
      <p:sp>
        <p:nvSpPr>
          <p:cNvPr id="3" name="Content Placeholder 2">
            <a:extLst>
              <a:ext uri="{FF2B5EF4-FFF2-40B4-BE49-F238E27FC236}">
                <a16:creationId xmlns:a16="http://schemas.microsoft.com/office/drawing/2014/main" id="{E8AACC03-688E-BEB3-5DD5-CF1D7D6DEFEA}"/>
              </a:ext>
            </a:extLst>
          </p:cNvPr>
          <p:cNvSpPr>
            <a:spLocks noGrp="1"/>
          </p:cNvSpPr>
          <p:nvPr>
            <p:ph idx="1"/>
          </p:nvPr>
        </p:nvSpPr>
        <p:spPr/>
        <p:txBody>
          <a:bodyPr>
            <a:normAutofit fontScale="70000" lnSpcReduction="20000"/>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Protecting Physical Ports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Encryption </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Full Disk Encryption (FDE) </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Removable Media Encryption </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Virtual Private Networks (VPNs) </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Email Encryption </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Host-Based Firewalls and IPS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Endpoint Protection</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Changing Defaults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Removing Unnecessary Software</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p:txBody>
          <a:bodyPr/>
          <a:lstStyle/>
          <a:p>
            <a:fld id="{B7CF8A19-3A9E-4ABC-B336-2FDDE321C72D}" type="slidenum">
              <a:rPr lang="en-US" smtClean="0"/>
              <a:pPr/>
              <a:t>7</a:t>
            </a:fld>
            <a:endParaRPr lang="en-US"/>
          </a:p>
        </p:txBody>
      </p:sp>
    </p:spTree>
    <p:extLst>
      <p:ext uri="{BB962C8B-B14F-4D97-AF65-F5344CB8AC3E}">
        <p14:creationId xmlns:p14="http://schemas.microsoft.com/office/powerpoint/2010/main" val="2265872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Hardening Specialized Devices</a:t>
            </a:r>
          </a:p>
        </p:txBody>
      </p:sp>
      <p:sp>
        <p:nvSpPr>
          <p:cNvPr id="7" name="Content Placeholder 6">
            <a:extLst>
              <a:ext uri="{FF2B5EF4-FFF2-40B4-BE49-F238E27FC236}">
                <a16:creationId xmlns:a16="http://schemas.microsoft.com/office/drawing/2014/main" id="{3C1BF659-84B1-D5BC-BB48-1A3F19EFFCB2}"/>
              </a:ext>
            </a:extLst>
          </p:cNvPr>
          <p:cNvSpPr>
            <a:spLocks noGrp="1"/>
          </p:cNvSpPr>
          <p:nvPr>
            <p:ph idx="1"/>
          </p:nvPr>
        </p:nvSpPr>
        <p:spPr/>
        <p:txBody>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ICS/SCADA</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Strict network segmentation</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Robust authentication</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Unidirectional gateways (or data diodes) </a:t>
            </a:r>
          </a:p>
          <a:p>
            <a:pPr marL="1200150" lvl="2" indent="-285750">
              <a:buFont typeface="Arial" panose="020B0604020202020204" pitchFamily="34" charset="0"/>
              <a:buChar char="•"/>
            </a:pPr>
            <a:r>
              <a:rPr lang="en-US" dirty="0">
                <a:latin typeface="Calibri" panose="020F0502020204030204" pitchFamily="34" charset="0"/>
                <a:cs typeface="Calibri" panose="020F0502020204030204" pitchFamily="34" charset="0"/>
              </a:rPr>
              <a:t>Limit data flow to one direction</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Embedded and RTOS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Select devices based on security capabilities</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8</a:t>
            </a:fld>
            <a:endParaRPr lang="en-US"/>
          </a:p>
        </p:txBody>
      </p:sp>
    </p:spTree>
    <p:extLst>
      <p:ext uri="{BB962C8B-B14F-4D97-AF65-F5344CB8AC3E}">
        <p14:creationId xmlns:p14="http://schemas.microsoft.com/office/powerpoint/2010/main" val="1425296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CA571E-DEB7-46F2-8F35-C75EA28B441B}"/>
              </a:ext>
            </a:extLst>
          </p:cNvPr>
          <p:cNvSpPr>
            <a:spLocks noGrp="1"/>
          </p:cNvSpPr>
          <p:nvPr>
            <p:ph sz="quarter" idx="11"/>
          </p:nvPr>
        </p:nvSpPr>
        <p:spPr/>
        <p:txBody>
          <a:bodyPr/>
          <a:lstStyle/>
          <a:p>
            <a:r>
              <a:rPr lang="en-US" dirty="0"/>
              <a:t>Endpoint Hardening</a:t>
            </a:r>
          </a:p>
          <a:p>
            <a:r>
              <a:rPr lang="en-US" dirty="0"/>
              <a:t>Endpoint Protection</a:t>
            </a:r>
          </a:p>
          <a:p>
            <a:r>
              <a:rPr lang="en-US" dirty="0"/>
              <a:t>Advanced Endpoint Protection</a:t>
            </a:r>
          </a:p>
          <a:p>
            <a:r>
              <a:rPr lang="en-US" dirty="0"/>
              <a:t>Endpoint Configuration</a:t>
            </a:r>
          </a:p>
          <a:p>
            <a:r>
              <a:rPr lang="en-US" dirty="0"/>
              <a:t>Hardening Techniques</a:t>
            </a:r>
          </a:p>
          <a:p>
            <a:r>
              <a:rPr lang="en-US" dirty="0"/>
              <a:t>Hardening Specialized Devices</a:t>
            </a:r>
          </a:p>
        </p:txBody>
      </p:sp>
      <p:sp>
        <p:nvSpPr>
          <p:cNvPr id="3" name="Title 2">
            <a:extLst>
              <a:ext uri="{FF2B5EF4-FFF2-40B4-BE49-F238E27FC236}">
                <a16:creationId xmlns:a16="http://schemas.microsoft.com/office/drawing/2014/main" id="{FC69CAD3-34EC-4D3B-A788-E05EF101E8B6}"/>
              </a:ext>
            </a:extLst>
          </p:cNvPr>
          <p:cNvSpPr>
            <a:spLocks noGrp="1"/>
          </p:cNvSpPr>
          <p:nvPr>
            <p:ph type="title"/>
          </p:nvPr>
        </p:nvSpPr>
        <p:spPr/>
        <p:txBody>
          <a:bodyPr/>
          <a:lstStyle/>
          <a:p>
            <a:r>
              <a:rPr lang="en-US" dirty="0"/>
              <a:t>Endpoint Security</a:t>
            </a:r>
          </a:p>
        </p:txBody>
      </p:sp>
      <p:sp>
        <p:nvSpPr>
          <p:cNvPr id="4" name="Slide Number Placeholder 3">
            <a:extLst>
              <a:ext uri="{FF2B5EF4-FFF2-40B4-BE49-F238E27FC236}">
                <a16:creationId xmlns:a16="http://schemas.microsoft.com/office/drawing/2014/main" id="{269118DD-A53E-4F0B-AB99-4036684DA405}"/>
              </a:ext>
            </a:extLst>
          </p:cNvPr>
          <p:cNvSpPr>
            <a:spLocks noGrp="1"/>
          </p:cNvSpPr>
          <p:nvPr>
            <p:ph type="sldNum" sz="quarter" idx="12"/>
          </p:nvPr>
        </p:nvSpPr>
        <p:spPr/>
        <p:txBody>
          <a:bodyPr/>
          <a:lstStyle/>
          <a:p>
            <a:fld id="{B7CF8A19-3A9E-4ABC-B336-2FDDE321C72D}" type="slidenum">
              <a:rPr lang="en-US" smtClean="0"/>
              <a:pPr/>
              <a:t>9</a:t>
            </a:fld>
            <a:endParaRPr lang="en-US"/>
          </a:p>
        </p:txBody>
      </p:sp>
    </p:spTree>
    <p:extLst>
      <p:ext uri="{BB962C8B-B14F-4D97-AF65-F5344CB8AC3E}">
        <p14:creationId xmlns:p14="http://schemas.microsoft.com/office/powerpoint/2010/main" val="2631819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194332-D62B-47C7-80DD-A8FE3D25DB3C}"/>
              </a:ext>
            </a:extLst>
          </p:cNvPr>
          <p:cNvSpPr>
            <a:spLocks noGrp="1"/>
          </p:cNvSpPr>
          <p:nvPr>
            <p:ph type="sldNum" sz="quarter" idx="13"/>
          </p:nvPr>
        </p:nvSpPr>
        <p:spPr/>
        <p:txBody>
          <a:bodyPr/>
          <a:lstStyle/>
          <a:p>
            <a:fld id="{B7CF8A19-3A9E-4ABC-B336-2FDDE321C72D}" type="slidenum">
              <a:rPr lang="en-US" smtClean="0"/>
              <a:pPr/>
              <a:t>10</a:t>
            </a:fld>
            <a:endParaRPr lang="en-US"/>
          </a:p>
        </p:txBody>
      </p:sp>
      <p:sp>
        <p:nvSpPr>
          <p:cNvPr id="3" name="Content Placeholder 2">
            <a:extLst>
              <a:ext uri="{FF2B5EF4-FFF2-40B4-BE49-F238E27FC236}">
                <a16:creationId xmlns:a16="http://schemas.microsoft.com/office/drawing/2014/main" id="{89316A7B-EF56-4540-A124-0ACC23724F87}"/>
              </a:ext>
            </a:extLst>
          </p:cNvPr>
          <p:cNvSpPr>
            <a:spLocks noGrp="1"/>
          </p:cNvSpPr>
          <p:nvPr>
            <p:ph sz="quarter" idx="14"/>
          </p:nvPr>
        </p:nvSpPr>
        <p:spPr/>
        <p:txBody>
          <a:bodyPr/>
          <a:lstStyle/>
          <a:p>
            <a:r>
              <a:rPr lang="en-US" dirty="0"/>
              <a:t>Assisted Lab: Using Group Policy</a:t>
            </a:r>
          </a:p>
          <a:p>
            <a:r>
              <a:rPr lang="en-US" dirty="0"/>
              <a:t>Applied Lab: Hardening</a:t>
            </a:r>
          </a:p>
        </p:txBody>
      </p:sp>
    </p:spTree>
    <p:extLst>
      <p:ext uri="{BB962C8B-B14F-4D97-AF65-F5344CB8AC3E}">
        <p14:creationId xmlns:p14="http://schemas.microsoft.com/office/powerpoint/2010/main" val="30517658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84BAD-EC4F-4728-93AF-D36C5D808653}"/>
              </a:ext>
            </a:extLst>
          </p:cNvPr>
          <p:cNvSpPr>
            <a:spLocks noGrp="1"/>
          </p:cNvSpPr>
          <p:nvPr>
            <p:ph type="ctrTitle"/>
          </p:nvPr>
        </p:nvSpPr>
        <p:spPr/>
        <p:txBody>
          <a:bodyPr/>
          <a:lstStyle/>
          <a:p>
            <a:r>
              <a:rPr lang="en-US" dirty="0"/>
              <a:t>Mobile Device Hardening</a:t>
            </a:r>
          </a:p>
        </p:txBody>
      </p:sp>
      <p:sp>
        <p:nvSpPr>
          <p:cNvPr id="3" name="Subtitle 2">
            <a:extLst>
              <a:ext uri="{FF2B5EF4-FFF2-40B4-BE49-F238E27FC236}">
                <a16:creationId xmlns:a16="http://schemas.microsoft.com/office/drawing/2014/main" id="{64FA1437-B024-4A30-A4F5-99BD676DEE0E}"/>
              </a:ext>
            </a:extLst>
          </p:cNvPr>
          <p:cNvSpPr>
            <a:spLocks noGrp="1"/>
          </p:cNvSpPr>
          <p:nvPr>
            <p:ph type="subTitle" idx="1"/>
          </p:nvPr>
        </p:nvSpPr>
        <p:spPr/>
        <p:txBody>
          <a:bodyPr/>
          <a:lstStyle/>
          <a:p>
            <a:r>
              <a:rPr lang="en-US" dirty="0"/>
              <a:t>Topic 10B</a:t>
            </a:r>
          </a:p>
        </p:txBody>
      </p:sp>
      <p:sp>
        <p:nvSpPr>
          <p:cNvPr id="4" name="Text Placeholder 3">
            <a:extLst>
              <a:ext uri="{FF2B5EF4-FFF2-40B4-BE49-F238E27FC236}">
                <a16:creationId xmlns:a16="http://schemas.microsoft.com/office/drawing/2014/main" id="{EB4C854E-2009-4A48-BF5C-7AC043B72217}"/>
              </a:ext>
            </a:extLst>
          </p:cNvPr>
          <p:cNvSpPr>
            <a:spLocks noGrp="1"/>
          </p:cNvSpPr>
          <p:nvPr>
            <p:ph type="body" sz="quarter" idx="12"/>
          </p:nvPr>
        </p:nvSpPr>
        <p:spPr/>
        <p:txBody>
          <a:bodyPr/>
          <a:lstStyle/>
          <a:p>
            <a:r>
              <a:rPr lang="en-US" dirty="0"/>
              <a:t>Lesson 10</a:t>
            </a:r>
          </a:p>
        </p:txBody>
      </p:sp>
      <p:sp>
        <p:nvSpPr>
          <p:cNvPr id="5" name="Slide Number Placeholder 4">
            <a:extLst>
              <a:ext uri="{FF2B5EF4-FFF2-40B4-BE49-F238E27FC236}">
                <a16:creationId xmlns:a16="http://schemas.microsoft.com/office/drawing/2014/main" id="{7DF36CFC-7807-412C-9168-A8CA604E808C}"/>
              </a:ext>
            </a:extLst>
          </p:cNvPr>
          <p:cNvSpPr>
            <a:spLocks noGrp="1"/>
          </p:cNvSpPr>
          <p:nvPr>
            <p:ph type="sldNum" sz="quarter" idx="10"/>
          </p:nvPr>
        </p:nvSpPr>
        <p:spPr/>
        <p:txBody>
          <a:bodyPr/>
          <a:lstStyle/>
          <a:p>
            <a:fld id="{B7CF8A19-3A9E-4ABC-B336-2FDDE321C72D}" type="slidenum">
              <a:rPr lang="en-US" smtClean="0"/>
              <a:pPr/>
              <a:t>11</a:t>
            </a:fld>
            <a:endParaRPr lang="en-US"/>
          </a:p>
        </p:txBody>
      </p:sp>
    </p:spTree>
    <p:extLst>
      <p:ext uri="{BB962C8B-B14F-4D97-AF65-F5344CB8AC3E}">
        <p14:creationId xmlns:p14="http://schemas.microsoft.com/office/powerpoint/2010/main" val="674909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Mobile Hardening Techniques</a:t>
            </a:r>
          </a:p>
        </p:txBody>
      </p:sp>
      <p:sp>
        <p:nvSpPr>
          <p:cNvPr id="7" name="Content Placeholder 6">
            <a:extLst>
              <a:ext uri="{FF2B5EF4-FFF2-40B4-BE49-F238E27FC236}">
                <a16:creationId xmlns:a16="http://schemas.microsoft.com/office/drawing/2014/main" id="{BE9BD3A5-1472-A3DB-97FE-0FF0B49DDC68}"/>
              </a:ext>
            </a:extLst>
          </p:cNvPr>
          <p:cNvSpPr>
            <a:spLocks noGrp="1"/>
          </p:cNvSpPr>
          <p:nvPr>
            <p:ph idx="1"/>
          </p:nvPr>
        </p:nvSpPr>
        <p:spPr/>
        <p:txBody>
          <a:bodyPr>
            <a:normAutofit fontScale="85000" lnSpcReduction="10000"/>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Many similarities between hardening mobile devices or traditional computers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Mobile devices are more prone to physical loss or theft</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Deployment Models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Bring your own device (BYOD</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Corporate owned, business only (COBO)</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Corporate owned, personally enabled (COPE)</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Choose your own device (CYOD)</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Mobile Device Management</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Full Device and External Media Encryption</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12</a:t>
            </a:fld>
            <a:endParaRPr lang="en-US"/>
          </a:p>
        </p:txBody>
      </p:sp>
      <p:sp>
        <p:nvSpPr>
          <p:cNvPr id="5" name="TextBox 4">
            <a:extLst>
              <a:ext uri="{FF2B5EF4-FFF2-40B4-BE49-F238E27FC236}">
                <a16:creationId xmlns:a16="http://schemas.microsoft.com/office/drawing/2014/main" id="{137E005E-A66D-4D0E-9B1A-24F6766E1709}"/>
              </a:ext>
            </a:extLst>
          </p:cNvPr>
          <p:cNvSpPr txBox="1"/>
          <p:nvPr/>
        </p:nvSpPr>
        <p:spPr>
          <a:xfrm>
            <a:off x="223025" y="791267"/>
            <a:ext cx="7938336" cy="369332"/>
          </a:xfrm>
          <a:prstGeom prst="rect">
            <a:avLst/>
          </a:prstGeom>
          <a:noFill/>
        </p:spPr>
        <p:txBody>
          <a:bodyPr wrap="square" rtlCol="0">
            <a:spAutoFit/>
          </a:bodyPr>
          <a:lstStyle/>
          <a:p>
            <a:pPr marL="285750"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287418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2687A-3026-3467-72BA-290C38B31A2A}"/>
              </a:ext>
            </a:extLst>
          </p:cNvPr>
          <p:cNvSpPr>
            <a:spLocks noGrp="1"/>
          </p:cNvSpPr>
          <p:nvPr>
            <p:ph type="title"/>
          </p:nvPr>
        </p:nvSpPr>
        <p:spPr/>
        <p:txBody>
          <a:bodyPr/>
          <a:lstStyle/>
          <a:p>
            <a:r>
              <a:rPr lang="en-US" dirty="0"/>
              <a:t>Full Device Encryption and External Media</a:t>
            </a:r>
          </a:p>
        </p:txBody>
      </p:sp>
      <p:sp>
        <p:nvSpPr>
          <p:cNvPr id="10" name="Content Placeholder 9">
            <a:extLst>
              <a:ext uri="{FF2B5EF4-FFF2-40B4-BE49-F238E27FC236}">
                <a16:creationId xmlns:a16="http://schemas.microsoft.com/office/drawing/2014/main" id="{CE793BA5-5FAE-EF5D-831B-35E7465AC5C6}"/>
              </a:ext>
            </a:extLst>
          </p:cNvPr>
          <p:cNvSpPr>
            <a:spLocks noGrp="1"/>
          </p:cNvSpPr>
          <p:nvPr>
            <p:ph idx="1"/>
          </p:nvPr>
        </p:nvSpPr>
        <p:spPr/>
        <p:txBody>
          <a:bodyPr/>
          <a:lstStyle/>
          <a:p>
            <a:r>
              <a:rPr lang="en-US" dirty="0"/>
              <a:t>In iOS, there are various levels of encryption</a:t>
            </a:r>
          </a:p>
          <a:p>
            <a:pPr lvl="1"/>
            <a:r>
              <a:rPr lang="en-US" dirty="0"/>
              <a:t>All user data on the device is always encrypted</a:t>
            </a:r>
          </a:p>
          <a:p>
            <a:pPr lvl="1"/>
            <a:r>
              <a:rPr lang="en-US" dirty="0"/>
              <a:t>Email data and any apps using the “Data Protection” option are subject to a second round of encryption</a:t>
            </a:r>
          </a:p>
          <a:p>
            <a:r>
              <a:rPr lang="en-US" dirty="0"/>
              <a:t>In iOS, Data Protection encryption is enabled automatically when you configure a password lock on the device</a:t>
            </a:r>
          </a:p>
          <a:p>
            <a:r>
              <a:rPr lang="en-US" dirty="0"/>
              <a:t>A mobile device contains a solid state (flash memory) drive for persistent storage of apps and data</a:t>
            </a:r>
          </a:p>
        </p:txBody>
      </p:sp>
      <p:sp>
        <p:nvSpPr>
          <p:cNvPr id="5" name="Slide Number Placeholder 4">
            <a:extLst>
              <a:ext uri="{FF2B5EF4-FFF2-40B4-BE49-F238E27FC236}">
                <a16:creationId xmlns:a16="http://schemas.microsoft.com/office/drawing/2014/main" id="{F4033A2F-56BF-9A07-42D6-E75B80D8C3B0}"/>
              </a:ext>
            </a:extLst>
          </p:cNvPr>
          <p:cNvSpPr>
            <a:spLocks noGrp="1"/>
          </p:cNvSpPr>
          <p:nvPr>
            <p:ph type="sldNum" sz="quarter" idx="10"/>
          </p:nvPr>
        </p:nvSpPr>
        <p:spPr/>
        <p:txBody>
          <a:bodyPr/>
          <a:lstStyle/>
          <a:p>
            <a:fld id="{B7CF8A19-3A9E-4ABC-B336-2FDDE321C72D}" type="slidenum">
              <a:rPr lang="en-US" smtClean="0"/>
              <a:pPr/>
              <a:t>13</a:t>
            </a:fld>
            <a:endParaRPr lang="en-US"/>
          </a:p>
        </p:txBody>
      </p:sp>
    </p:spTree>
    <p:extLst>
      <p:ext uri="{BB962C8B-B14F-4D97-AF65-F5344CB8AC3E}">
        <p14:creationId xmlns:p14="http://schemas.microsoft.com/office/powerpoint/2010/main" val="42450959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Location Services </a:t>
            </a:r>
          </a:p>
        </p:txBody>
      </p:sp>
      <p:pic>
        <p:nvPicPr>
          <p:cNvPr id="8" name="Content Placeholder 7" descr="A screenshot of a computer&#10;&#10;Description automatically generated">
            <a:extLst>
              <a:ext uri="{FF2B5EF4-FFF2-40B4-BE49-F238E27FC236}">
                <a16:creationId xmlns:a16="http://schemas.microsoft.com/office/drawing/2014/main" id="{75965EE6-7390-2384-79E2-DDDEF61BACCE}"/>
              </a:ext>
            </a:extLst>
          </p:cNvPr>
          <p:cNvPicPr>
            <a:picLocks noGrp="1" noChangeAspect="1"/>
          </p:cNvPicPr>
          <p:nvPr>
            <p:ph idx="1"/>
          </p:nvPr>
        </p:nvPicPr>
        <p:blipFill>
          <a:blip r:embed="rId3"/>
          <a:stretch>
            <a:fillRect/>
          </a:stretch>
        </p:blipFill>
        <p:spPr>
          <a:xfrm>
            <a:off x="127000" y="1522028"/>
            <a:ext cx="5385291" cy="2675217"/>
          </a:xfrm>
        </p:spPr>
      </p:pic>
      <p:sp>
        <p:nvSpPr>
          <p:cNvPr id="3" name="Content Placeholder 2">
            <a:extLst>
              <a:ext uri="{FF2B5EF4-FFF2-40B4-BE49-F238E27FC236}">
                <a16:creationId xmlns:a16="http://schemas.microsoft.com/office/drawing/2014/main" id="{87DF1EA5-BC9F-6F8E-8DC8-0D55EB90697C}"/>
              </a:ext>
            </a:extLst>
          </p:cNvPr>
          <p:cNvSpPr>
            <a:spLocks noGrp="1"/>
          </p:cNvSpPr>
          <p:nvPr>
            <p:ph idx="12"/>
          </p:nvPr>
        </p:nvSpPr>
        <p:spPr>
          <a:xfrm>
            <a:off x="5703757" y="746760"/>
            <a:ext cx="3313243" cy="4046220"/>
          </a:xfrm>
        </p:spPr>
        <p:txBody>
          <a:bodyPr>
            <a:normAutofit fontScale="92500" lnSpcReduction="10000"/>
          </a:bodyPr>
          <a:lstStyle/>
          <a:p>
            <a:pPr marL="285750" indent="-285750">
              <a:buFont typeface="Arial" panose="020B0604020202020204" pitchFamily="34" charset="0"/>
              <a:buChar char="•"/>
            </a:pPr>
            <a:r>
              <a:rPr lang="en-US" noProof="0" dirty="0">
                <a:latin typeface="Calibri" panose="020F0502020204030204" pitchFamily="34" charset="0"/>
                <a:cs typeface="Calibri" panose="020F0502020204030204" pitchFamily="34" charset="0"/>
              </a:rPr>
              <a:t>Global Positioning System (GPS)</a:t>
            </a:r>
          </a:p>
          <a:p>
            <a:pPr marL="285750" indent="-285750">
              <a:buFont typeface="Arial" panose="020B0604020202020204" pitchFamily="34" charset="0"/>
              <a:buChar char="•"/>
            </a:pPr>
            <a:r>
              <a:rPr lang="en-US" noProof="0" dirty="0">
                <a:latin typeface="Calibri" panose="020F0502020204030204" pitchFamily="34" charset="0"/>
                <a:cs typeface="Calibri" panose="020F0502020204030204" pitchFamily="34" charset="0"/>
              </a:rPr>
              <a:t>Indoor Positioning System (IPS)</a:t>
            </a:r>
          </a:p>
          <a:p>
            <a:pPr marL="285750" indent="-285750">
              <a:buFont typeface="Arial" panose="020B0604020202020204" pitchFamily="34" charset="0"/>
              <a:buChar char="•"/>
            </a:pPr>
            <a:r>
              <a:rPr lang="en-US" noProof="0" dirty="0">
                <a:latin typeface="Calibri" panose="020F0502020204030204" pitchFamily="34" charset="0"/>
                <a:cs typeface="Calibri" panose="020F0502020204030204" pitchFamily="34" charset="0"/>
              </a:rPr>
              <a:t>Geofencing</a:t>
            </a:r>
          </a:p>
          <a:p>
            <a:pPr marL="285750" indent="-285750">
              <a:buFont typeface="Arial" panose="020B0604020202020204" pitchFamily="34" charset="0"/>
              <a:buChar char="•"/>
            </a:pPr>
            <a:r>
              <a:rPr lang="en-US" noProof="0" dirty="0">
                <a:latin typeface="Calibri" panose="020F0502020204030204" pitchFamily="34" charset="0"/>
                <a:cs typeface="Calibri" panose="020F0502020204030204" pitchFamily="34" charset="0"/>
              </a:rPr>
              <a:t>GPS Tagging (ex. EXIF Data)</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Primary concern of location services is privacy</a:t>
            </a:r>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14</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64938" y="4262211"/>
            <a:ext cx="5295900" cy="369332"/>
          </a:xfrm>
          <a:prstGeom prst="rect">
            <a:avLst/>
          </a:prstGeom>
        </p:spPr>
        <p:txBody>
          <a:bodyPr wrap="square">
            <a:spAutoFit/>
          </a:bodyPr>
          <a:lstStyle/>
          <a:p>
            <a:pPr algn="ctr"/>
            <a:r>
              <a:rPr lang="en-US" sz="900" i="1" dirty="0">
                <a:solidFill>
                  <a:srgbClr val="45545F"/>
                </a:solidFill>
              </a:rPr>
              <a:t>Restricting device permissions such as camera and screen capture using Intune. (Screenshot used with permission from Microsoft.)</a:t>
            </a:r>
          </a:p>
        </p:txBody>
      </p:sp>
    </p:spTree>
    <p:extLst>
      <p:ext uri="{BB962C8B-B14F-4D97-AF65-F5344CB8AC3E}">
        <p14:creationId xmlns:p14="http://schemas.microsoft.com/office/powerpoint/2010/main" val="24996340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a:xfrm>
            <a:off x="0" y="0"/>
            <a:ext cx="9143999" cy="603250"/>
          </a:xfrm>
        </p:spPr>
        <p:txBody>
          <a:bodyPr/>
          <a:lstStyle/>
          <a:p>
            <a:r>
              <a:rPr lang="en-US" dirty="0"/>
              <a:t>Cellular and GPS Connection Methods </a:t>
            </a:r>
          </a:p>
        </p:txBody>
      </p:sp>
      <p:sp>
        <p:nvSpPr>
          <p:cNvPr id="14" name="Content Placeholder 13">
            <a:extLst>
              <a:ext uri="{FF2B5EF4-FFF2-40B4-BE49-F238E27FC236}">
                <a16:creationId xmlns:a16="http://schemas.microsoft.com/office/drawing/2014/main" id="{5718061D-7615-4D72-DE08-42177156F1A4}"/>
              </a:ext>
            </a:extLst>
          </p:cNvPr>
          <p:cNvSpPr>
            <a:spLocks noGrp="1"/>
          </p:cNvSpPr>
          <p:nvPr>
            <p:ph idx="1"/>
          </p:nvPr>
        </p:nvSpPr>
        <p:spPr>
          <a:xfrm>
            <a:off x="146049" y="746760"/>
            <a:ext cx="2447249" cy="4046220"/>
          </a:xfrm>
        </p:spPr>
        <p:txBody>
          <a:bodyPr/>
          <a:lstStyle/>
          <a:p>
            <a:pPr marL="285750" indent="-285750">
              <a:buFont typeface="Arial" panose="020B0604020202020204" pitchFamily="34" charset="0"/>
              <a:buChar char="•"/>
            </a:pPr>
            <a:r>
              <a:rPr lang="en-US" noProof="0" dirty="0">
                <a:latin typeface="Calibri" panose="020F0502020204030204" pitchFamily="34" charset="0"/>
                <a:cs typeface="Calibri" panose="020F0502020204030204" pitchFamily="34" charset="0"/>
              </a:rPr>
              <a:t>Cellular/Mobile Data Connections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Global Positioning System (GPS)</a:t>
            </a:r>
          </a:p>
        </p:txBody>
      </p:sp>
      <p:pic>
        <p:nvPicPr>
          <p:cNvPr id="10" name="Content Placeholder 7" descr="A Screengrab of Microsoft Azure.">
            <a:extLst>
              <a:ext uri="{FF2B5EF4-FFF2-40B4-BE49-F238E27FC236}">
                <a16:creationId xmlns:a16="http://schemas.microsoft.com/office/drawing/2014/main" id="{9715DAD5-9744-01B7-6815-E8226F54E93C}"/>
              </a:ext>
            </a:extLst>
          </p:cNvPr>
          <p:cNvPicPr>
            <a:picLocks noGrp="1" noChangeAspect="1"/>
          </p:cNvPicPr>
          <p:nvPr>
            <p:ph idx="12"/>
          </p:nvPr>
        </p:nvPicPr>
        <p:blipFill>
          <a:blip r:embed="rId2"/>
          <a:stretch>
            <a:fillRect/>
          </a:stretch>
        </p:blipFill>
        <p:spPr>
          <a:xfrm>
            <a:off x="2620428" y="1259174"/>
            <a:ext cx="6331484" cy="3145251"/>
          </a:xfrm>
        </p:spPr>
      </p:pic>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a:xfrm>
            <a:off x="8537816" y="4885690"/>
            <a:ext cx="479184" cy="198675"/>
          </a:xfrm>
        </p:spPr>
        <p:txBody>
          <a:bodyPr/>
          <a:lstStyle/>
          <a:p>
            <a:fld id="{B7CF8A19-3A9E-4ABC-B336-2FDDE321C72D}" type="slidenum">
              <a:rPr lang="en-US" smtClean="0"/>
              <a:pPr/>
              <a:t>15</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3385400" y="4460709"/>
            <a:ext cx="5265048" cy="369332"/>
          </a:xfrm>
          <a:prstGeom prst="rect">
            <a:avLst/>
          </a:prstGeom>
        </p:spPr>
        <p:txBody>
          <a:bodyPr wrap="square">
            <a:spAutoFit/>
          </a:bodyPr>
          <a:lstStyle/>
          <a:p>
            <a:pPr algn="ctr"/>
            <a:r>
              <a:rPr lang="en-US" sz="900" i="1" dirty="0">
                <a:solidFill>
                  <a:srgbClr val="45545F"/>
                </a:solidFill>
              </a:rPr>
              <a:t>Locking down Android connectivity methods with Intune—note that most settings can be applied only to Samsung KNOX-capable devices. (Screenshot used with permission from Microsoft.)</a:t>
            </a:r>
          </a:p>
        </p:txBody>
      </p:sp>
    </p:spTree>
    <p:extLst>
      <p:ext uri="{BB962C8B-B14F-4D97-AF65-F5344CB8AC3E}">
        <p14:creationId xmlns:p14="http://schemas.microsoft.com/office/powerpoint/2010/main" val="4946686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Wi-Fi and Tethering Connection Methods </a:t>
            </a:r>
          </a:p>
        </p:txBody>
      </p:sp>
      <p:sp>
        <p:nvSpPr>
          <p:cNvPr id="7" name="Content Placeholder 6">
            <a:extLst>
              <a:ext uri="{FF2B5EF4-FFF2-40B4-BE49-F238E27FC236}">
                <a16:creationId xmlns:a16="http://schemas.microsoft.com/office/drawing/2014/main" id="{B3A35438-C3AD-ECAB-F93B-910304AA4417}"/>
              </a:ext>
            </a:extLst>
          </p:cNvPr>
          <p:cNvSpPr>
            <a:spLocks noGrp="1"/>
          </p:cNvSpPr>
          <p:nvPr>
            <p:ph idx="1"/>
          </p:nvPr>
        </p:nvSpPr>
        <p:spPr/>
        <p:txBody>
          <a:bodyPr>
            <a:normAutofit lnSpcReduction="10000"/>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Mobile devices usually default to using a Wi-Fi connection</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Home/Public vs Enterprise Network</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Rogue/Evil Twin networks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Personal Area Networks (PANs)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Peripherals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Other devices/computers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Ad Hoc Wi-Fi and Wi-Fi Direct</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Tethering and Hotspots</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16</a:t>
            </a:fld>
            <a:endParaRPr lang="en-US"/>
          </a:p>
        </p:txBody>
      </p:sp>
    </p:spTree>
    <p:extLst>
      <p:ext uri="{BB962C8B-B14F-4D97-AF65-F5344CB8AC3E}">
        <p14:creationId xmlns:p14="http://schemas.microsoft.com/office/powerpoint/2010/main" val="41954495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CA571E-DEB7-46F2-8F35-C75EA28B441B}"/>
              </a:ext>
            </a:extLst>
          </p:cNvPr>
          <p:cNvSpPr>
            <a:spLocks noGrp="1"/>
          </p:cNvSpPr>
          <p:nvPr>
            <p:ph sz="quarter" idx="11"/>
          </p:nvPr>
        </p:nvSpPr>
        <p:spPr/>
        <p:txBody>
          <a:bodyPr/>
          <a:lstStyle/>
          <a:p>
            <a:r>
              <a:rPr lang="en-US" dirty="0"/>
              <a:t>Mobile Hardening Techniques</a:t>
            </a:r>
          </a:p>
          <a:p>
            <a:r>
              <a:rPr lang="en-US" dirty="0"/>
              <a:t>Full Device Encryption and External Media</a:t>
            </a:r>
          </a:p>
          <a:p>
            <a:r>
              <a:rPr lang="en-US" dirty="0"/>
              <a:t>Location Services</a:t>
            </a:r>
          </a:p>
          <a:p>
            <a:r>
              <a:rPr lang="en-US" dirty="0"/>
              <a:t>Cellular and GPS Connection Methods</a:t>
            </a:r>
          </a:p>
          <a:p>
            <a:r>
              <a:rPr lang="en-US" dirty="0"/>
              <a:t>Wi-Fi and Tethering Connection Methods</a:t>
            </a:r>
          </a:p>
          <a:p>
            <a:r>
              <a:rPr lang="en-US" dirty="0"/>
              <a:t>Bluetooth Connection Methods</a:t>
            </a:r>
          </a:p>
          <a:p>
            <a:r>
              <a:rPr lang="en-US" dirty="0"/>
              <a:t>Near-Field Communications and Mobile Payment Services</a:t>
            </a:r>
          </a:p>
        </p:txBody>
      </p:sp>
      <p:sp>
        <p:nvSpPr>
          <p:cNvPr id="3" name="Title 2">
            <a:extLst>
              <a:ext uri="{FF2B5EF4-FFF2-40B4-BE49-F238E27FC236}">
                <a16:creationId xmlns:a16="http://schemas.microsoft.com/office/drawing/2014/main" id="{FC69CAD3-34EC-4D3B-A788-E05EF101E8B6}"/>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269118DD-A53E-4F0B-AB99-4036684DA405}"/>
              </a:ext>
            </a:extLst>
          </p:cNvPr>
          <p:cNvSpPr>
            <a:spLocks noGrp="1"/>
          </p:cNvSpPr>
          <p:nvPr>
            <p:ph type="sldNum" sz="quarter" idx="12"/>
          </p:nvPr>
        </p:nvSpPr>
        <p:spPr/>
        <p:txBody>
          <a:bodyPr/>
          <a:lstStyle/>
          <a:p>
            <a:fld id="{B7CF8A19-3A9E-4ABC-B336-2FDDE321C72D}" type="slidenum">
              <a:rPr lang="en-US" smtClean="0"/>
              <a:pPr/>
              <a:t>17</a:t>
            </a:fld>
            <a:endParaRPr lang="en-US"/>
          </a:p>
        </p:txBody>
      </p:sp>
    </p:spTree>
    <p:extLst>
      <p:ext uri="{BB962C8B-B14F-4D97-AF65-F5344CB8AC3E}">
        <p14:creationId xmlns:p14="http://schemas.microsoft.com/office/powerpoint/2010/main" val="37667152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195E7-CEB7-44B4-8D15-A6FE845CE6B2}"/>
              </a:ext>
            </a:extLst>
          </p:cNvPr>
          <p:cNvSpPr>
            <a:spLocks noGrp="1"/>
          </p:cNvSpPr>
          <p:nvPr>
            <p:ph type="ctrTitle"/>
          </p:nvPr>
        </p:nvSpPr>
        <p:spPr/>
        <p:txBody>
          <a:bodyPr/>
          <a:lstStyle/>
          <a:p>
            <a:r>
              <a:rPr lang="en-US" dirty="0">
                <a:latin typeface="Calibri"/>
                <a:cs typeface="Calibri"/>
              </a:rPr>
              <a:t>Summary</a:t>
            </a:r>
            <a:endParaRPr lang="en-US" dirty="0"/>
          </a:p>
        </p:txBody>
      </p:sp>
      <p:sp>
        <p:nvSpPr>
          <p:cNvPr id="3" name="Subtitle 2">
            <a:extLst>
              <a:ext uri="{FF2B5EF4-FFF2-40B4-BE49-F238E27FC236}">
                <a16:creationId xmlns:a16="http://schemas.microsoft.com/office/drawing/2014/main" id="{3CFC5BFA-DF53-4407-9187-19E2D701E00B}"/>
              </a:ext>
            </a:extLst>
          </p:cNvPr>
          <p:cNvSpPr>
            <a:spLocks noGrp="1"/>
          </p:cNvSpPr>
          <p:nvPr>
            <p:ph type="subTitle" idx="1"/>
          </p:nvPr>
        </p:nvSpPr>
        <p:spPr/>
        <p:txBody>
          <a:bodyPr/>
          <a:lstStyle/>
          <a:p>
            <a:r>
              <a:rPr lang="en-US"/>
              <a:t>Lesson 10</a:t>
            </a:r>
            <a:endParaRPr lang="en-US" dirty="0"/>
          </a:p>
        </p:txBody>
      </p:sp>
      <p:sp>
        <p:nvSpPr>
          <p:cNvPr id="4" name="Text Placeholder 3">
            <a:extLst>
              <a:ext uri="{FF2B5EF4-FFF2-40B4-BE49-F238E27FC236}">
                <a16:creationId xmlns:a16="http://schemas.microsoft.com/office/drawing/2014/main" id="{10E64DD8-93CF-45E0-BBB1-D21C74EEE754}"/>
              </a:ext>
            </a:extLst>
          </p:cNvPr>
          <p:cNvSpPr>
            <a:spLocks noGrp="1"/>
          </p:cNvSpPr>
          <p:nvPr>
            <p:ph type="body" sz="quarter" idx="12"/>
          </p:nvPr>
        </p:nvSpPr>
        <p:spPr/>
        <p:txBody>
          <a:bodyPr>
            <a:normAutofit fontScale="92500" lnSpcReduction="10000"/>
          </a:bodyPr>
          <a:lstStyle/>
          <a:p>
            <a:r>
              <a:rPr lang="en-US" noProof="0" dirty="0"/>
              <a:t>CompTIA Security+ Exam SY0-701</a:t>
            </a:r>
          </a:p>
          <a:p>
            <a:endParaRPr lang="en-US" dirty="0"/>
          </a:p>
        </p:txBody>
      </p:sp>
      <p:sp>
        <p:nvSpPr>
          <p:cNvPr id="5" name="Slide Number Placeholder 4">
            <a:extLst>
              <a:ext uri="{FF2B5EF4-FFF2-40B4-BE49-F238E27FC236}">
                <a16:creationId xmlns:a16="http://schemas.microsoft.com/office/drawing/2014/main" id="{62FE90A5-9E27-4EEC-9D36-E853C33CA9D6}"/>
              </a:ext>
            </a:extLst>
          </p:cNvPr>
          <p:cNvSpPr>
            <a:spLocks noGrp="1"/>
          </p:cNvSpPr>
          <p:nvPr>
            <p:ph type="sldNum" sz="quarter" idx="10"/>
          </p:nvPr>
        </p:nvSpPr>
        <p:spPr/>
        <p:txBody>
          <a:bodyPr/>
          <a:lstStyle/>
          <a:p>
            <a:fld id="{B7CF8A19-3A9E-4ABC-B336-2FDDE321C72D}" type="slidenum">
              <a:rPr lang="en-US" smtClean="0"/>
              <a:pPr/>
              <a:t>18</a:t>
            </a:fld>
            <a:endParaRPr lang="en-US"/>
          </a:p>
        </p:txBody>
      </p:sp>
    </p:spTree>
    <p:extLst>
      <p:ext uri="{BB962C8B-B14F-4D97-AF65-F5344CB8AC3E}">
        <p14:creationId xmlns:p14="http://schemas.microsoft.com/office/powerpoint/2010/main" val="997338478"/>
      </p:ext>
    </p:extLst>
  </p:cSld>
  <p:clrMapOvr>
    <a:masterClrMapping/>
  </p:clrMapOvr>
</p:sld>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2.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0" ma:contentTypeDescription="Create a new document." ma:contentTypeScope="" ma:versionID="ed86e5399dbebefe12b00acc00006398">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d58846d2f795cf77eba5ad3af37f17c8"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A2CFB8D-1019-43EC-BFD1-51DA40016399}">
  <ds:schemaRefs>
    <ds:schemaRef ds:uri="http://schemas.microsoft.com/sharepoint/v3/contenttype/forms"/>
  </ds:schemaRefs>
</ds:datastoreItem>
</file>

<file path=customXml/itemProps2.xml><?xml version="1.0" encoding="utf-8"?>
<ds:datastoreItem xmlns:ds="http://schemas.openxmlformats.org/officeDocument/2006/customXml" ds:itemID="{79804A4A-BEBA-46F7-8D91-096B77966F98}">
  <ds:schemaRefs>
    <ds:schemaRef ds:uri="http://schemas.openxmlformats.org/package/2006/metadata/core-properties"/>
    <ds:schemaRef ds:uri="http://schemas.microsoft.com/office/2006/metadata/properties"/>
    <ds:schemaRef ds:uri="http://purl.org/dc/terms/"/>
    <ds:schemaRef ds:uri="95a46270-66ec-4bdf-aabc-d78887d51418"/>
    <ds:schemaRef ds:uri="http://schemas.microsoft.com/office/infopath/2007/PartnerControls"/>
    <ds:schemaRef ds:uri="http://www.w3.org/XML/1998/namespace"/>
    <ds:schemaRef ds:uri="http://schemas.microsoft.com/office/2006/documentManagement/types"/>
    <ds:schemaRef ds:uri="http://purl.org/dc/elements/1.1/"/>
    <ds:schemaRef ds:uri="315eb565-7267-4a95-9087-2f433ded3c8b"/>
    <ds:schemaRef ds:uri="http://purl.org/dc/dcmitype/"/>
    <ds:schemaRef ds:uri="http://schemas.microsoft.com/sharepoint/v3"/>
  </ds:schemaRefs>
</ds:datastoreItem>
</file>

<file path=customXml/itemProps3.xml><?xml version="1.0" encoding="utf-8"?>
<ds:datastoreItem xmlns:ds="http://schemas.openxmlformats.org/officeDocument/2006/customXml" ds:itemID="{425B4D6D-FE18-4A70-A53C-AE6E2146083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5a46270-66ec-4bdf-aabc-d78887d51418"/>
    <ds:schemaRef ds:uri="315eb565-7267-4a95-9087-2f433ded3c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comptia_ova</Template>
  <TotalTime>0</TotalTime>
  <Words>940</Words>
  <Application>Microsoft Office PowerPoint</Application>
  <PresentationFormat>On-screen Show (16:9)</PresentationFormat>
  <Paragraphs>156</Paragraphs>
  <Slides>18</Slides>
  <Notes>10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18</vt:i4>
      </vt:variant>
    </vt:vector>
  </HeadingPairs>
  <TitlesOfParts>
    <vt:vector size="23" baseType="lpstr">
      <vt:lpstr>Calibri</vt:lpstr>
      <vt:lpstr>Arial</vt:lpstr>
      <vt:lpstr>Open Sans</vt:lpstr>
      <vt:lpstr>comptia_ov</vt:lpstr>
      <vt:lpstr>comptia_ov</vt:lpstr>
      <vt:lpstr>Assess Endpoint Security Capabilities</vt:lpstr>
      <vt:lpstr>Implement Endpoint Security</vt:lpstr>
      <vt:lpstr>Endpoint Hardening</vt:lpstr>
      <vt:lpstr>Endpoint Protection</vt:lpstr>
      <vt:lpstr>Advanced Endpoint Protection</vt:lpstr>
      <vt:lpstr>Endpoint Configuration</vt:lpstr>
      <vt:lpstr>Hardening Techniques</vt:lpstr>
      <vt:lpstr>Hardening Specialized Devices</vt:lpstr>
      <vt:lpstr>Endpoint Security</vt:lpstr>
      <vt:lpstr>PowerPoint Presentation</vt:lpstr>
      <vt:lpstr>Mobile Device Hardening</vt:lpstr>
      <vt:lpstr>Mobile Hardening Techniques</vt:lpstr>
      <vt:lpstr>Full Device Encryption and External Media</vt:lpstr>
      <vt:lpstr>Location Services </vt:lpstr>
      <vt:lpstr>Cellular and GPS Connection Methods </vt:lpstr>
      <vt:lpstr>Wi-Fi and Tethering Connection Methods </vt:lpstr>
      <vt:lpstr>PowerPoint Presentation</vt:lpstr>
      <vt:lpstr>Summary</vt:lpstr>
    </vt:vector>
  </TitlesOfParts>
  <Company>CompTIA,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Slide deck to accompany a CompTIA OCC study guide</dc:subject>
  <dc:creator>James Pengelly</dc:creator>
  <dc:description>Copyright © 2022 CompTIA, Inc. All Rights Reserved.  |  CompTIA.org</dc:description>
  <cp:lastModifiedBy>James Pengelly</cp:lastModifiedBy>
  <cp:revision>10</cp:revision>
  <dcterms:created xsi:type="dcterms:W3CDTF">2021-09-20T08:36:44Z</dcterms:created>
  <dcterms:modified xsi:type="dcterms:W3CDTF">2023-09-19T10:51:55Z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0x010100F8AB8BE3257A504EB15FA3D006F5CE14</vt:lpwstr>
  </property>
  <property fmtid="{D5CDD505-2E9C-101B-9397-08002B2CF9AE}" pid="3" name="MediaServiceImageTags">
    <vt:lpwstr/>
  </property>
</Properties>
</file>