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 id="2147483940" r:id="rId5"/>
  </p:sldMasterIdLst>
  <p:notesMasterIdLst>
    <p:notesMasterId r:id="rId32"/>
  </p:notesMasterIdLst>
  <p:handoutMasterIdLst>
    <p:handoutMasterId r:id="rId33"/>
  </p:handoutMasterIdLst>
  <p:sldIdLst>
    <p:sldId id="257" r:id="rId6"/>
    <p:sldId id="258" r:id="rId7"/>
    <p:sldId id="260" r:id="rId8"/>
    <p:sldId id="274" r:id="rId9"/>
    <p:sldId id="261" r:id="rId10"/>
    <p:sldId id="275" r:id="rId11"/>
    <p:sldId id="276" r:id="rId12"/>
    <p:sldId id="277" r:id="rId13"/>
    <p:sldId id="273" r:id="rId14"/>
    <p:sldId id="279" r:id="rId15"/>
    <p:sldId id="280" r:id="rId16"/>
    <p:sldId id="281" r:id="rId17"/>
    <p:sldId id="282" r:id="rId18"/>
    <p:sldId id="278" r:id="rId19"/>
    <p:sldId id="268" r:id="rId20"/>
    <p:sldId id="263" r:id="rId21"/>
    <p:sldId id="264" r:id="rId22"/>
    <p:sldId id="267" r:id="rId23"/>
    <p:sldId id="285" r:id="rId24"/>
    <p:sldId id="284" r:id="rId25"/>
    <p:sldId id="283" r:id="rId26"/>
    <p:sldId id="286" r:id="rId27"/>
    <p:sldId id="269" r:id="rId28"/>
    <p:sldId id="271" r:id="rId29"/>
    <p:sldId id="272" r:id="rId30"/>
    <p:sldId id="266" r:id="rId31"/>
  </p:sldIdLst>
  <p:sldSz cx="9144000" cy="5143500" type="screen16x9"/>
  <p:notesSz cx="6858000" cy="9144000"/>
  <p:embeddedFontLst>
    <p:embeddedFont>
      <p:font typeface="Calibri" panose="020F0502020204030204" pitchFamily="34" charset="0"/>
      <p:regular r:id="rId34"/>
      <p:bold r:id="rId35"/>
      <p:italic r:id="rId36"/>
      <p:boldItalic r:id="rId37"/>
    </p:embeddedFont>
    <p:embeddedFont>
      <p:font typeface="Open Sans" panose="020B0606030504020204" pitchFamily="34" charset="0"/>
      <p:regular r:id="rId38"/>
      <p:bold r:id="rId39"/>
      <p:italic r:id="rId40"/>
      <p:boldItalic r:id="rId4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9FDE"/>
    <a:srgbClr val="FEAE62"/>
    <a:srgbClr val="7FC8DD"/>
    <a:srgbClr val="ED6D00"/>
    <a:srgbClr val="44545F"/>
    <a:srgbClr val="B1B7BC"/>
    <a:srgbClr val="0A7DA0"/>
    <a:srgbClr val="007C9E"/>
    <a:srgbClr val="004D72"/>
    <a:srgbClr val="004D7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00050C-8CC4-44F1-9E1C-1FB6CE2935FB}" v="12" dt="2023-09-19T11:00:35.8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1429" autoAdjust="0"/>
  </p:normalViewPr>
  <p:slideViewPr>
    <p:cSldViewPr snapToGrid="0">
      <p:cViewPr varScale="1">
        <p:scale>
          <a:sx n="137" d="100"/>
          <a:sy n="137" d="100"/>
        </p:scale>
        <p:origin x="846" y="114"/>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87" d="100"/>
          <a:sy n="87" d="100"/>
        </p:scale>
        <p:origin x="3840"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6.fntdata"/><Relationship Id="rId21" Type="http://schemas.openxmlformats.org/officeDocument/2006/relationships/slide" Target="slides/slide16.xml"/><Relationship Id="rId34" Type="http://schemas.openxmlformats.org/officeDocument/2006/relationships/font" Target="fonts/font1.fntdata"/><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3.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font" Target="fonts/font2.fntdata"/><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handoutMaster" Target="handoutMasters/handoutMaster1.xml"/><Relationship Id="rId38" Type="http://schemas.openxmlformats.org/officeDocument/2006/relationships/font" Target="fonts/font5.fntdata"/><Relationship Id="rId46"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font" Target="fonts/font8.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Andries" userId="93d179e4-3c18-40f7-920e-ae80b202540d" providerId="ADAL" clId="{212D89C5-B5DF-47B2-A6BA-1D0B55EA5552}"/>
    <pc:docChg chg="custSel delSld modSld">
      <pc:chgData name="Danielle Andries" userId="93d179e4-3c18-40f7-920e-ae80b202540d" providerId="ADAL" clId="{212D89C5-B5DF-47B2-A6BA-1D0B55EA5552}" dt="2023-09-13T17:12:50.475" v="461"/>
      <pc:docMkLst>
        <pc:docMk/>
      </pc:docMkLst>
      <pc:sldChg chg="modSp mod">
        <pc:chgData name="Danielle Andries" userId="93d179e4-3c18-40f7-920e-ae80b202540d" providerId="ADAL" clId="{212D89C5-B5DF-47B2-A6BA-1D0B55EA5552}" dt="2023-08-15T15:41:20.163" v="2"/>
        <pc:sldMkLst>
          <pc:docMk/>
          <pc:sldMk cId="3995608643" sldId="257"/>
        </pc:sldMkLst>
        <pc:spChg chg="mod">
          <ac:chgData name="Danielle Andries" userId="93d179e4-3c18-40f7-920e-ae80b202540d" providerId="ADAL" clId="{212D89C5-B5DF-47B2-A6BA-1D0B55EA5552}" dt="2023-08-15T15:41:20.163" v="2"/>
          <ac:spMkLst>
            <pc:docMk/>
            <pc:sldMk cId="3995608643" sldId="257"/>
            <ac:spMk id="2" creationId="{B8F195E7-CEB7-44B4-8D15-A6FE845CE6B2}"/>
          </ac:spMkLst>
        </pc:spChg>
        <pc:spChg chg="mod">
          <ac:chgData name="Danielle Andries" userId="93d179e4-3c18-40f7-920e-ae80b202540d" providerId="ADAL" clId="{212D89C5-B5DF-47B2-A6BA-1D0B55EA5552}" dt="2023-08-15T15:41:12.968" v="1" actId="20577"/>
          <ac:spMkLst>
            <pc:docMk/>
            <pc:sldMk cId="3995608643" sldId="257"/>
            <ac:spMk id="3" creationId="{3CFC5BFA-DF53-4407-9187-19E2D701E00B}"/>
          </ac:spMkLst>
        </pc:spChg>
      </pc:sldChg>
      <pc:sldChg chg="modSp mod">
        <pc:chgData name="Danielle Andries" userId="93d179e4-3c18-40f7-920e-ae80b202540d" providerId="ADAL" clId="{212D89C5-B5DF-47B2-A6BA-1D0B55EA5552}" dt="2023-08-15T15:41:33.709" v="7"/>
        <pc:sldMkLst>
          <pc:docMk/>
          <pc:sldMk cId="2170154808" sldId="258"/>
        </pc:sldMkLst>
        <pc:spChg chg="mod">
          <ac:chgData name="Danielle Andries" userId="93d179e4-3c18-40f7-920e-ae80b202540d" providerId="ADAL" clId="{212D89C5-B5DF-47B2-A6BA-1D0B55EA5552}" dt="2023-08-15T15:41:33.709" v="7"/>
          <ac:spMkLst>
            <pc:docMk/>
            <pc:sldMk cId="2170154808" sldId="258"/>
            <ac:spMk id="2" creationId="{3B584BAD-EC4F-4728-93AF-D36C5D808653}"/>
          </ac:spMkLst>
        </pc:spChg>
        <pc:spChg chg="mod">
          <ac:chgData name="Danielle Andries" userId="93d179e4-3c18-40f7-920e-ae80b202540d" providerId="ADAL" clId="{212D89C5-B5DF-47B2-A6BA-1D0B55EA5552}" dt="2023-08-15T15:41:27.385" v="6" actId="20577"/>
          <ac:spMkLst>
            <pc:docMk/>
            <pc:sldMk cId="2170154808" sldId="258"/>
            <ac:spMk id="3" creationId="{64FA1437-B024-4A30-A4F5-99BD676DEE0E}"/>
          </ac:spMkLst>
        </pc:spChg>
        <pc:spChg chg="mod">
          <ac:chgData name="Danielle Andries" userId="93d179e4-3c18-40f7-920e-ae80b202540d" providerId="ADAL" clId="{212D89C5-B5DF-47B2-A6BA-1D0B55EA5552}" dt="2023-08-15T15:41:25.272" v="4" actId="20577"/>
          <ac:spMkLst>
            <pc:docMk/>
            <pc:sldMk cId="2170154808" sldId="258"/>
            <ac:spMk id="4" creationId="{EB4C854E-2009-4A48-BF5C-7AC043B72217}"/>
          </ac:spMkLst>
        </pc:spChg>
      </pc:sldChg>
      <pc:sldChg chg="addSp delSp modSp mod">
        <pc:chgData name="Danielle Andries" userId="93d179e4-3c18-40f7-920e-ae80b202540d" providerId="ADAL" clId="{212D89C5-B5DF-47B2-A6BA-1D0B55EA5552}" dt="2023-09-13T17:01:23.427" v="23" actId="1076"/>
        <pc:sldMkLst>
          <pc:docMk/>
          <pc:sldMk cId="1821724871" sldId="261"/>
        </pc:sldMkLst>
        <pc:spChg chg="del">
          <ac:chgData name="Danielle Andries" userId="93d179e4-3c18-40f7-920e-ae80b202540d" providerId="ADAL" clId="{212D89C5-B5DF-47B2-A6BA-1D0B55EA5552}" dt="2023-09-13T17:00:57.423" v="16"/>
          <ac:spMkLst>
            <pc:docMk/>
            <pc:sldMk cId="1821724871" sldId="261"/>
            <ac:spMk id="3" creationId="{579B07B8-7B27-45F1-B0BB-6162AE3855D4}"/>
          </ac:spMkLst>
        </pc:spChg>
        <pc:spChg chg="mod">
          <ac:chgData name="Danielle Andries" userId="93d179e4-3c18-40f7-920e-ae80b202540d" providerId="ADAL" clId="{212D89C5-B5DF-47B2-A6BA-1D0B55EA5552}" dt="2023-09-13T17:01:23.427" v="23" actId="1076"/>
          <ac:spMkLst>
            <pc:docMk/>
            <pc:sldMk cId="1821724871" sldId="261"/>
            <ac:spMk id="6" creationId="{6C97A144-0634-4203-BEE3-57B7B2ADD04C}"/>
          </ac:spMkLst>
        </pc:spChg>
        <pc:picChg chg="add mod">
          <ac:chgData name="Danielle Andries" userId="93d179e4-3c18-40f7-920e-ae80b202540d" providerId="ADAL" clId="{212D89C5-B5DF-47B2-A6BA-1D0B55EA5552}" dt="2023-09-13T17:01:20.425" v="22" actId="1076"/>
          <ac:picMkLst>
            <pc:docMk/>
            <pc:sldMk cId="1821724871" sldId="261"/>
            <ac:picMk id="8" creationId="{597F1207-0F7B-C1AB-DF96-2339EB35A465}"/>
          </ac:picMkLst>
        </pc:picChg>
      </pc:sldChg>
      <pc:sldChg chg="modSp mod">
        <pc:chgData name="Danielle Andries" userId="93d179e4-3c18-40f7-920e-ae80b202540d" providerId="ADAL" clId="{212D89C5-B5DF-47B2-A6BA-1D0B55EA5552}" dt="2023-09-13T17:09:22.300" v="341" actId="20577"/>
        <pc:sldMkLst>
          <pc:docMk/>
          <pc:sldMk cId="2631819795" sldId="263"/>
        </pc:sldMkLst>
        <pc:spChg chg="mod">
          <ac:chgData name="Danielle Andries" userId="93d179e4-3c18-40f7-920e-ae80b202540d" providerId="ADAL" clId="{212D89C5-B5DF-47B2-A6BA-1D0B55EA5552}" dt="2023-09-13T17:09:22.300" v="341" actId="20577"/>
          <ac:spMkLst>
            <pc:docMk/>
            <pc:sldMk cId="2631819795" sldId="263"/>
            <ac:spMk id="2" creationId="{8CCA571E-DEB7-46F2-8F35-C75EA28B441B}"/>
          </ac:spMkLst>
        </pc:spChg>
        <pc:spChg chg="mod">
          <ac:chgData name="Danielle Andries" userId="93d179e4-3c18-40f7-920e-ae80b202540d" providerId="ADAL" clId="{212D89C5-B5DF-47B2-A6BA-1D0B55EA5552}" dt="2023-09-13T17:08:30.822" v="120" actId="20577"/>
          <ac:spMkLst>
            <pc:docMk/>
            <pc:sldMk cId="2631819795" sldId="263"/>
            <ac:spMk id="3" creationId="{FC69CAD3-34EC-4D3B-A788-E05EF101E8B6}"/>
          </ac:spMkLst>
        </pc:spChg>
      </pc:sldChg>
      <pc:sldChg chg="modSp mod">
        <pc:chgData name="Danielle Andries" userId="93d179e4-3c18-40f7-920e-ae80b202540d" providerId="ADAL" clId="{212D89C5-B5DF-47B2-A6BA-1D0B55EA5552}" dt="2023-09-13T17:09:41.103" v="356"/>
        <pc:sldMkLst>
          <pc:docMk/>
          <pc:sldMk cId="3051765853" sldId="264"/>
        </pc:sldMkLst>
        <pc:spChg chg="mod">
          <ac:chgData name="Danielle Andries" userId="93d179e4-3c18-40f7-920e-ae80b202540d" providerId="ADAL" clId="{212D89C5-B5DF-47B2-A6BA-1D0B55EA5552}" dt="2023-09-13T17:09:41.103" v="356"/>
          <ac:spMkLst>
            <pc:docMk/>
            <pc:sldMk cId="3051765853" sldId="264"/>
            <ac:spMk id="3" creationId="{89316A7B-EF56-4540-A124-0ACC23724F87}"/>
          </ac:spMkLst>
        </pc:spChg>
      </pc:sldChg>
      <pc:sldChg chg="modSp mod">
        <pc:chgData name="Danielle Andries" userId="93d179e4-3c18-40f7-920e-ae80b202540d" providerId="ADAL" clId="{212D89C5-B5DF-47B2-A6BA-1D0B55EA5552}" dt="2023-08-15T15:41:55.561" v="15" actId="20577"/>
        <pc:sldMkLst>
          <pc:docMk/>
          <pc:sldMk cId="997338478" sldId="266"/>
        </pc:sldMkLst>
        <pc:spChg chg="mod">
          <ac:chgData name="Danielle Andries" userId="93d179e4-3c18-40f7-920e-ae80b202540d" providerId="ADAL" clId="{212D89C5-B5DF-47B2-A6BA-1D0B55EA5552}" dt="2023-08-15T15:41:55.561" v="15" actId="20577"/>
          <ac:spMkLst>
            <pc:docMk/>
            <pc:sldMk cId="997338478" sldId="266"/>
            <ac:spMk id="3" creationId="{3CFC5BFA-DF53-4407-9187-19E2D701E00B}"/>
          </ac:spMkLst>
        </pc:spChg>
      </pc:sldChg>
      <pc:sldChg chg="modSp mod modNotesTx">
        <pc:chgData name="Danielle Andries" userId="93d179e4-3c18-40f7-920e-ae80b202540d" providerId="ADAL" clId="{212D89C5-B5DF-47B2-A6BA-1D0B55EA5552}" dt="2023-09-13T17:09:59.147" v="357"/>
        <pc:sldMkLst>
          <pc:docMk/>
          <pc:sldMk cId="674909909" sldId="267"/>
        </pc:sldMkLst>
        <pc:spChg chg="mod">
          <ac:chgData name="Danielle Andries" userId="93d179e4-3c18-40f7-920e-ae80b202540d" providerId="ADAL" clId="{212D89C5-B5DF-47B2-A6BA-1D0B55EA5552}" dt="2023-08-15T15:41:52.399" v="13"/>
          <ac:spMkLst>
            <pc:docMk/>
            <pc:sldMk cId="674909909" sldId="267"/>
            <ac:spMk id="2" creationId="{3B584BAD-EC4F-4728-93AF-D36C5D808653}"/>
          </ac:spMkLst>
        </pc:spChg>
        <pc:spChg chg="mod">
          <ac:chgData name="Danielle Andries" userId="93d179e4-3c18-40f7-920e-ae80b202540d" providerId="ADAL" clId="{212D89C5-B5DF-47B2-A6BA-1D0B55EA5552}" dt="2023-08-15T15:41:43.880" v="12" actId="20577"/>
          <ac:spMkLst>
            <pc:docMk/>
            <pc:sldMk cId="674909909" sldId="267"/>
            <ac:spMk id="3" creationId="{64FA1437-B024-4A30-A4F5-99BD676DEE0E}"/>
          </ac:spMkLst>
        </pc:spChg>
        <pc:spChg chg="mod">
          <ac:chgData name="Danielle Andries" userId="93d179e4-3c18-40f7-920e-ae80b202540d" providerId="ADAL" clId="{212D89C5-B5DF-47B2-A6BA-1D0B55EA5552}" dt="2023-08-15T15:41:42.072" v="10" actId="20577"/>
          <ac:spMkLst>
            <pc:docMk/>
            <pc:sldMk cId="674909909" sldId="267"/>
            <ac:spMk id="4" creationId="{EB4C854E-2009-4A48-BF5C-7AC043B72217}"/>
          </ac:spMkLst>
        </pc:spChg>
      </pc:sldChg>
      <pc:sldChg chg="del">
        <pc:chgData name="Danielle Andries" userId="93d179e4-3c18-40f7-920e-ae80b202540d" providerId="ADAL" clId="{212D89C5-B5DF-47B2-A6BA-1D0B55EA5552}" dt="2023-08-15T15:41:39.123" v="8" actId="2696"/>
        <pc:sldMkLst>
          <pc:docMk/>
          <pc:sldMk cId="925647113" sldId="268"/>
        </pc:sldMkLst>
      </pc:sldChg>
      <pc:sldChg chg="modNotesTx">
        <pc:chgData name="Danielle Andries" userId="93d179e4-3c18-40f7-920e-ae80b202540d" providerId="ADAL" clId="{212D89C5-B5DF-47B2-A6BA-1D0B55EA5552}" dt="2023-09-13T17:08:14.275" v="81"/>
        <pc:sldMkLst>
          <pc:docMk/>
          <pc:sldMk cId="3577475372" sldId="268"/>
        </pc:sldMkLst>
      </pc:sldChg>
      <pc:sldChg chg="addSp delSp modSp mod">
        <pc:chgData name="Danielle Andries" userId="93d179e4-3c18-40f7-920e-ae80b202540d" providerId="ADAL" clId="{212D89C5-B5DF-47B2-A6BA-1D0B55EA5552}" dt="2023-09-13T17:12:08.067" v="374" actId="1037"/>
        <pc:sldMkLst>
          <pc:docMk/>
          <pc:sldMk cId="4218959978" sldId="269"/>
        </pc:sldMkLst>
        <pc:spChg chg="del">
          <ac:chgData name="Danielle Andries" userId="93d179e4-3c18-40f7-920e-ae80b202540d" providerId="ADAL" clId="{212D89C5-B5DF-47B2-A6BA-1D0B55EA5552}" dt="2023-09-13T17:11:53.581" v="364"/>
          <ac:spMkLst>
            <pc:docMk/>
            <pc:sldMk cId="4218959978" sldId="269"/>
            <ac:spMk id="3" creationId="{579B07B8-7B27-45F1-B0BB-6162AE3855D4}"/>
          </ac:spMkLst>
        </pc:spChg>
        <pc:spChg chg="mod">
          <ac:chgData name="Danielle Andries" userId="93d179e4-3c18-40f7-920e-ae80b202540d" providerId="ADAL" clId="{212D89C5-B5DF-47B2-A6BA-1D0B55EA5552}" dt="2023-09-13T17:12:08.067" v="374" actId="1037"/>
          <ac:spMkLst>
            <pc:docMk/>
            <pc:sldMk cId="4218959978" sldId="269"/>
            <ac:spMk id="6" creationId="{6C97A144-0634-4203-BEE3-57B7B2ADD04C}"/>
          </ac:spMkLst>
        </pc:spChg>
        <pc:picChg chg="add mod">
          <ac:chgData name="Danielle Andries" userId="93d179e4-3c18-40f7-920e-ae80b202540d" providerId="ADAL" clId="{212D89C5-B5DF-47B2-A6BA-1D0B55EA5552}" dt="2023-09-13T17:12:01.144" v="368" actId="962"/>
          <ac:picMkLst>
            <pc:docMk/>
            <pc:sldMk cId="4218959978" sldId="269"/>
            <ac:picMk id="8" creationId="{C67A9ECC-8CE4-9B32-3BBC-70DA7DFB4019}"/>
          </ac:picMkLst>
        </pc:picChg>
      </pc:sldChg>
      <pc:sldChg chg="modSp mod">
        <pc:chgData name="Danielle Andries" userId="93d179e4-3c18-40f7-920e-ae80b202540d" providerId="ADAL" clId="{212D89C5-B5DF-47B2-A6BA-1D0B55EA5552}" dt="2023-09-13T17:12:33.603" v="446" actId="20577"/>
        <pc:sldMkLst>
          <pc:docMk/>
          <pc:sldMk cId="2815682062" sldId="271"/>
        </pc:sldMkLst>
        <pc:spChg chg="mod">
          <ac:chgData name="Danielle Andries" userId="93d179e4-3c18-40f7-920e-ae80b202540d" providerId="ADAL" clId="{212D89C5-B5DF-47B2-A6BA-1D0B55EA5552}" dt="2023-09-13T17:12:33.603" v="446" actId="20577"/>
          <ac:spMkLst>
            <pc:docMk/>
            <pc:sldMk cId="2815682062" sldId="271"/>
            <ac:spMk id="2" creationId="{8CCA571E-DEB7-46F2-8F35-C75EA28B441B}"/>
          </ac:spMkLst>
        </pc:spChg>
      </pc:sldChg>
      <pc:sldChg chg="modSp mod">
        <pc:chgData name="Danielle Andries" userId="93d179e4-3c18-40f7-920e-ae80b202540d" providerId="ADAL" clId="{212D89C5-B5DF-47B2-A6BA-1D0B55EA5552}" dt="2023-09-13T17:12:50.475" v="461"/>
        <pc:sldMkLst>
          <pc:docMk/>
          <pc:sldMk cId="2103554978" sldId="272"/>
        </pc:sldMkLst>
        <pc:spChg chg="mod">
          <ac:chgData name="Danielle Andries" userId="93d179e4-3c18-40f7-920e-ae80b202540d" providerId="ADAL" clId="{212D89C5-B5DF-47B2-A6BA-1D0B55EA5552}" dt="2023-09-13T17:12:50.475" v="461"/>
          <ac:spMkLst>
            <pc:docMk/>
            <pc:sldMk cId="2103554978" sldId="272"/>
            <ac:spMk id="3" creationId="{89316A7B-EF56-4540-A124-0ACC23724F87}"/>
          </ac:spMkLst>
        </pc:spChg>
      </pc:sldChg>
      <pc:sldChg chg="addSp delSp modSp mod modNotesTx">
        <pc:chgData name="Danielle Andries" userId="93d179e4-3c18-40f7-920e-ae80b202540d" providerId="ADAL" clId="{212D89C5-B5DF-47B2-A6BA-1D0B55EA5552}" dt="2023-09-13T17:03:10.178" v="34" actId="1076"/>
        <pc:sldMkLst>
          <pc:docMk/>
          <pc:sldMk cId="3709252096" sldId="273"/>
        </pc:sldMkLst>
        <pc:spChg chg="del">
          <ac:chgData name="Danielle Andries" userId="93d179e4-3c18-40f7-920e-ae80b202540d" providerId="ADAL" clId="{212D89C5-B5DF-47B2-A6BA-1D0B55EA5552}" dt="2023-09-13T17:02:59.928" v="30" actId="478"/>
          <ac:spMkLst>
            <pc:docMk/>
            <pc:sldMk cId="3709252096" sldId="273"/>
            <ac:spMk id="3" creationId="{579B07B8-7B27-45F1-B0BB-6162AE3855D4}"/>
          </ac:spMkLst>
        </pc:spChg>
        <pc:spChg chg="mod">
          <ac:chgData name="Danielle Andries" userId="93d179e4-3c18-40f7-920e-ae80b202540d" providerId="ADAL" clId="{212D89C5-B5DF-47B2-A6BA-1D0B55EA5552}" dt="2023-09-13T17:02:10.252" v="28" actId="1076"/>
          <ac:spMkLst>
            <pc:docMk/>
            <pc:sldMk cId="3709252096" sldId="273"/>
            <ac:spMk id="5" creationId="{372FA240-3863-4D01-94C7-5E89B539BF0B}"/>
          </ac:spMkLst>
        </pc:spChg>
        <pc:spChg chg="mod">
          <ac:chgData name="Danielle Andries" userId="93d179e4-3c18-40f7-920e-ae80b202540d" providerId="ADAL" clId="{212D89C5-B5DF-47B2-A6BA-1D0B55EA5552}" dt="2023-09-13T17:03:10.178" v="34" actId="1076"/>
          <ac:spMkLst>
            <pc:docMk/>
            <pc:sldMk cId="3709252096" sldId="273"/>
            <ac:spMk id="6" creationId="{6C97A144-0634-4203-BEE3-57B7B2ADD04C}"/>
          </ac:spMkLst>
        </pc:spChg>
        <pc:picChg chg="add mod">
          <ac:chgData name="Danielle Andries" userId="93d179e4-3c18-40f7-920e-ae80b202540d" providerId="ADAL" clId="{212D89C5-B5DF-47B2-A6BA-1D0B55EA5552}" dt="2023-09-13T17:03:07.815" v="33" actId="1076"/>
          <ac:picMkLst>
            <pc:docMk/>
            <pc:sldMk cId="3709252096" sldId="273"/>
            <ac:picMk id="1026" creationId="{0D955708-9592-9717-D1F4-41DFDC01A76E}"/>
          </ac:picMkLst>
        </pc:picChg>
      </pc:sldChg>
      <pc:sldChg chg="modNotesTx">
        <pc:chgData name="Danielle Andries" userId="93d179e4-3c18-40f7-920e-ae80b202540d" providerId="ADAL" clId="{212D89C5-B5DF-47B2-A6BA-1D0B55EA5552}" dt="2023-09-13T17:01:32.893" v="24"/>
        <pc:sldMkLst>
          <pc:docMk/>
          <pc:sldMk cId="2566202278" sldId="275"/>
        </pc:sldMkLst>
      </pc:sldChg>
      <pc:sldChg chg="modNotesTx">
        <pc:chgData name="Danielle Andries" userId="93d179e4-3c18-40f7-920e-ae80b202540d" providerId="ADAL" clId="{212D89C5-B5DF-47B2-A6BA-1D0B55EA5552}" dt="2023-09-13T17:01:44.457" v="25"/>
        <pc:sldMkLst>
          <pc:docMk/>
          <pc:sldMk cId="261034425" sldId="276"/>
        </pc:sldMkLst>
      </pc:sldChg>
      <pc:sldChg chg="modSp mod modNotesTx">
        <pc:chgData name="Danielle Andries" userId="93d179e4-3c18-40f7-920e-ae80b202540d" providerId="ADAL" clId="{212D89C5-B5DF-47B2-A6BA-1D0B55EA5552}" dt="2023-09-13T17:02:04.539" v="27" actId="1076"/>
        <pc:sldMkLst>
          <pc:docMk/>
          <pc:sldMk cId="4126023529" sldId="277"/>
        </pc:sldMkLst>
        <pc:spChg chg="mod">
          <ac:chgData name="Danielle Andries" userId="93d179e4-3c18-40f7-920e-ae80b202540d" providerId="ADAL" clId="{212D89C5-B5DF-47B2-A6BA-1D0B55EA5552}" dt="2023-09-13T17:02:04.539" v="27" actId="1076"/>
          <ac:spMkLst>
            <pc:docMk/>
            <pc:sldMk cId="4126023529" sldId="277"/>
            <ac:spMk id="5" creationId="{137E005E-A66D-4D0E-9B1A-24F6766E1709}"/>
          </ac:spMkLst>
        </pc:spChg>
      </pc:sldChg>
      <pc:sldChg chg="addSp delSp modSp mod">
        <pc:chgData name="Danielle Andries" userId="93d179e4-3c18-40f7-920e-ae80b202540d" providerId="ADAL" clId="{212D89C5-B5DF-47B2-A6BA-1D0B55EA5552}" dt="2023-09-13T17:07:41.095" v="80" actId="14100"/>
        <pc:sldMkLst>
          <pc:docMk/>
          <pc:sldMk cId="185793062" sldId="278"/>
        </pc:sldMkLst>
        <pc:spChg chg="del">
          <ac:chgData name="Danielle Andries" userId="93d179e4-3c18-40f7-920e-ae80b202540d" providerId="ADAL" clId="{212D89C5-B5DF-47B2-A6BA-1D0B55EA5552}" dt="2023-09-13T17:07:10.278" v="69"/>
          <ac:spMkLst>
            <pc:docMk/>
            <pc:sldMk cId="185793062" sldId="278"/>
            <ac:spMk id="3" creationId="{579B07B8-7B27-45F1-B0BB-6162AE3855D4}"/>
          </ac:spMkLst>
        </pc:spChg>
        <pc:spChg chg="mod">
          <ac:chgData name="Danielle Andries" userId="93d179e4-3c18-40f7-920e-ae80b202540d" providerId="ADAL" clId="{212D89C5-B5DF-47B2-A6BA-1D0B55EA5552}" dt="2023-09-13T17:07:27.101" v="75" actId="14100"/>
          <ac:spMkLst>
            <pc:docMk/>
            <pc:sldMk cId="185793062" sldId="278"/>
            <ac:spMk id="5" creationId="{372FA240-3863-4D01-94C7-5E89B539BF0B}"/>
          </ac:spMkLst>
        </pc:spChg>
        <pc:spChg chg="mod">
          <ac:chgData name="Danielle Andries" userId="93d179e4-3c18-40f7-920e-ae80b202540d" providerId="ADAL" clId="{212D89C5-B5DF-47B2-A6BA-1D0B55EA5552}" dt="2023-09-13T17:07:41.095" v="80" actId="14100"/>
          <ac:spMkLst>
            <pc:docMk/>
            <pc:sldMk cId="185793062" sldId="278"/>
            <ac:spMk id="6" creationId="{6C97A144-0634-4203-BEE3-57B7B2ADD04C}"/>
          </ac:spMkLst>
        </pc:spChg>
        <pc:picChg chg="add mod">
          <ac:chgData name="Danielle Andries" userId="93d179e4-3c18-40f7-920e-ae80b202540d" providerId="ADAL" clId="{212D89C5-B5DF-47B2-A6BA-1D0B55EA5552}" dt="2023-09-13T17:07:33.593" v="77" actId="1076"/>
          <ac:picMkLst>
            <pc:docMk/>
            <pc:sldMk cId="185793062" sldId="278"/>
            <ac:picMk id="8" creationId="{867F6377-B59E-A95D-7040-BBEFCA8A7B5A}"/>
          </ac:picMkLst>
        </pc:picChg>
      </pc:sldChg>
      <pc:sldChg chg="addSp delSp modSp mod modNotesTx">
        <pc:chgData name="Danielle Andries" userId="93d179e4-3c18-40f7-920e-ae80b202540d" providerId="ADAL" clId="{212D89C5-B5DF-47B2-A6BA-1D0B55EA5552}" dt="2023-09-13T17:06:21.041" v="68" actId="20577"/>
        <pc:sldMkLst>
          <pc:docMk/>
          <pc:sldMk cId="712675271" sldId="279"/>
        </pc:sldMkLst>
        <pc:spChg chg="del">
          <ac:chgData name="Danielle Andries" userId="93d179e4-3c18-40f7-920e-ae80b202540d" providerId="ADAL" clId="{212D89C5-B5DF-47B2-A6BA-1D0B55EA5552}" dt="2023-09-13T17:03:52.943" v="35"/>
          <ac:spMkLst>
            <pc:docMk/>
            <pc:sldMk cId="712675271" sldId="279"/>
            <ac:spMk id="3" creationId="{579B07B8-7B27-45F1-B0BB-6162AE3855D4}"/>
          </ac:spMkLst>
        </pc:spChg>
        <pc:spChg chg="mod">
          <ac:chgData name="Danielle Andries" userId="93d179e4-3c18-40f7-920e-ae80b202540d" providerId="ADAL" clId="{212D89C5-B5DF-47B2-A6BA-1D0B55EA5552}" dt="2023-09-13T17:04:12.203" v="40" actId="14100"/>
          <ac:spMkLst>
            <pc:docMk/>
            <pc:sldMk cId="712675271" sldId="279"/>
            <ac:spMk id="5" creationId="{372FA240-3863-4D01-94C7-5E89B539BF0B}"/>
          </ac:spMkLst>
        </pc:spChg>
        <pc:spChg chg="mod">
          <ac:chgData name="Danielle Andries" userId="93d179e4-3c18-40f7-920e-ae80b202540d" providerId="ADAL" clId="{212D89C5-B5DF-47B2-A6BA-1D0B55EA5552}" dt="2023-09-13T17:04:24.809" v="44" actId="14100"/>
          <ac:spMkLst>
            <pc:docMk/>
            <pc:sldMk cId="712675271" sldId="279"/>
            <ac:spMk id="6" creationId="{6C97A144-0634-4203-BEE3-57B7B2ADD04C}"/>
          </ac:spMkLst>
        </pc:spChg>
        <pc:picChg chg="add mod">
          <ac:chgData name="Danielle Andries" userId="93d179e4-3c18-40f7-920e-ae80b202540d" providerId="ADAL" clId="{212D89C5-B5DF-47B2-A6BA-1D0B55EA5552}" dt="2023-09-13T17:04:16.079" v="42" actId="1076"/>
          <ac:picMkLst>
            <pc:docMk/>
            <pc:sldMk cId="712675271" sldId="279"/>
            <ac:picMk id="8" creationId="{150399BE-C9EB-E76F-774B-3F2C5D98C627}"/>
          </ac:picMkLst>
        </pc:picChg>
      </pc:sldChg>
      <pc:sldChg chg="addSp delSp modSp mod">
        <pc:chgData name="Danielle Andries" userId="93d179e4-3c18-40f7-920e-ae80b202540d" providerId="ADAL" clId="{212D89C5-B5DF-47B2-A6BA-1D0B55EA5552}" dt="2023-09-13T17:06:04.091" v="67" actId="1076"/>
        <pc:sldMkLst>
          <pc:docMk/>
          <pc:sldMk cId="147823611" sldId="280"/>
        </pc:sldMkLst>
        <pc:spChg chg="del">
          <ac:chgData name="Danielle Andries" userId="93d179e4-3c18-40f7-920e-ae80b202540d" providerId="ADAL" clId="{212D89C5-B5DF-47B2-A6BA-1D0B55EA5552}" dt="2023-09-13T17:05:40.997" v="46"/>
          <ac:spMkLst>
            <pc:docMk/>
            <pc:sldMk cId="147823611" sldId="280"/>
            <ac:spMk id="3" creationId="{579B07B8-7B27-45F1-B0BB-6162AE3855D4}"/>
          </ac:spMkLst>
        </pc:spChg>
        <pc:spChg chg="mod">
          <ac:chgData name="Danielle Andries" userId="93d179e4-3c18-40f7-920e-ae80b202540d" providerId="ADAL" clId="{212D89C5-B5DF-47B2-A6BA-1D0B55EA5552}" dt="2023-09-13T17:06:04.091" v="67" actId="1076"/>
          <ac:spMkLst>
            <pc:docMk/>
            <pc:sldMk cId="147823611" sldId="280"/>
            <ac:spMk id="5" creationId="{372FA240-3863-4D01-94C7-5E89B539BF0B}"/>
          </ac:spMkLst>
        </pc:spChg>
        <pc:spChg chg="mod">
          <ac:chgData name="Danielle Andries" userId="93d179e4-3c18-40f7-920e-ae80b202540d" providerId="ADAL" clId="{212D89C5-B5DF-47B2-A6BA-1D0B55EA5552}" dt="2023-09-13T17:05:57.220" v="51" actId="1076"/>
          <ac:spMkLst>
            <pc:docMk/>
            <pc:sldMk cId="147823611" sldId="280"/>
            <ac:spMk id="6" creationId="{6C97A144-0634-4203-BEE3-57B7B2ADD04C}"/>
          </ac:spMkLst>
        </pc:spChg>
        <pc:picChg chg="add mod">
          <ac:chgData name="Danielle Andries" userId="93d179e4-3c18-40f7-920e-ae80b202540d" providerId="ADAL" clId="{212D89C5-B5DF-47B2-A6BA-1D0B55EA5552}" dt="2023-09-13T17:06:01.110" v="66" actId="1036"/>
          <ac:picMkLst>
            <pc:docMk/>
            <pc:sldMk cId="147823611" sldId="280"/>
            <ac:picMk id="8" creationId="{8D02C211-E93F-FBAE-0C97-C608C41A68BB}"/>
          </ac:picMkLst>
        </pc:picChg>
      </pc:sldChg>
      <pc:sldChg chg="addSp delSp modSp mod">
        <pc:chgData name="Danielle Andries" userId="93d179e4-3c18-40f7-920e-ae80b202540d" providerId="ADAL" clId="{212D89C5-B5DF-47B2-A6BA-1D0B55EA5552}" dt="2023-09-13T17:11:02.073" v="363" actId="14100"/>
        <pc:sldMkLst>
          <pc:docMk/>
          <pc:sldMk cId="1317812040" sldId="285"/>
        </pc:sldMkLst>
        <pc:spChg chg="del">
          <ac:chgData name="Danielle Andries" userId="93d179e4-3c18-40f7-920e-ae80b202540d" providerId="ADAL" clId="{212D89C5-B5DF-47B2-A6BA-1D0B55EA5552}" dt="2023-09-13T17:10:43.776" v="358"/>
          <ac:spMkLst>
            <pc:docMk/>
            <pc:sldMk cId="1317812040" sldId="285"/>
            <ac:spMk id="3" creationId="{579B07B8-7B27-45F1-B0BB-6162AE3855D4}"/>
          </ac:spMkLst>
        </pc:spChg>
        <pc:picChg chg="add mod">
          <ac:chgData name="Danielle Andries" userId="93d179e4-3c18-40f7-920e-ae80b202540d" providerId="ADAL" clId="{212D89C5-B5DF-47B2-A6BA-1D0B55EA5552}" dt="2023-09-13T17:11:02.073" v="363" actId="14100"/>
          <ac:picMkLst>
            <pc:docMk/>
            <pc:sldMk cId="1317812040" sldId="285"/>
            <ac:picMk id="8" creationId="{A35CD0F1-A6A3-9E30-3C4C-FC6DB73DCCBB}"/>
          </ac:picMkLst>
        </pc:picChg>
      </pc:sldChg>
    </pc:docChg>
  </pc:docChgLst>
  <pc:docChgLst>
    <pc:chgData name="James Pengelly" userId="d269fecd-a8a2-4e5a-93ae-88bdaab21f51" providerId="ADAL" clId="{6100050C-8CC4-44F1-9E1C-1FB6CE2935FB}"/>
    <pc:docChg chg="custSel modSld">
      <pc:chgData name="James Pengelly" userId="d269fecd-a8a2-4e5a-93ae-88bdaab21f51" providerId="ADAL" clId="{6100050C-8CC4-44F1-9E1C-1FB6CE2935FB}" dt="2023-09-19T11:01:47.717" v="459" actId="1076"/>
      <pc:docMkLst>
        <pc:docMk/>
      </pc:docMkLst>
      <pc:sldChg chg="addSp delSp modSp mod modClrScheme chgLayout">
        <pc:chgData name="James Pengelly" userId="d269fecd-a8a2-4e5a-93ae-88bdaab21f51" providerId="ADAL" clId="{6100050C-8CC4-44F1-9E1C-1FB6CE2935FB}" dt="2023-09-19T10:52:46.738" v="30" actId="14100"/>
        <pc:sldMkLst>
          <pc:docMk/>
          <pc:sldMk cId="1702716025" sldId="260"/>
        </pc:sldMkLst>
        <pc:spChg chg="mod ord">
          <ac:chgData name="James Pengelly" userId="d269fecd-a8a2-4e5a-93ae-88bdaab21f51" providerId="ADAL" clId="{6100050C-8CC4-44F1-9E1C-1FB6CE2935FB}" dt="2023-09-19T10:52:33.975" v="25" actId="700"/>
          <ac:spMkLst>
            <pc:docMk/>
            <pc:sldMk cId="1702716025" sldId="260"/>
            <ac:spMk id="2" creationId="{5A78B9D2-75C6-4E31-8D20-2472152AE3E2}"/>
          </ac:spMkLst>
        </pc:spChg>
        <pc:spChg chg="mod ord">
          <ac:chgData name="James Pengelly" userId="d269fecd-a8a2-4e5a-93ae-88bdaab21f51" providerId="ADAL" clId="{6100050C-8CC4-44F1-9E1C-1FB6CE2935FB}" dt="2023-09-19T10:52:33.975" v="25" actId="700"/>
          <ac:spMkLst>
            <pc:docMk/>
            <pc:sldMk cId="1702716025" sldId="260"/>
            <ac:spMk id="4" creationId="{81D661B8-EEC6-4B47-84B5-8687AB7DEF59}"/>
          </ac:spMkLst>
        </pc:spChg>
        <pc:spChg chg="del mod">
          <ac:chgData name="James Pengelly" userId="d269fecd-a8a2-4e5a-93ae-88bdaab21f51" providerId="ADAL" clId="{6100050C-8CC4-44F1-9E1C-1FB6CE2935FB}" dt="2023-09-19T10:52:07.604" v="2" actId="478"/>
          <ac:spMkLst>
            <pc:docMk/>
            <pc:sldMk cId="1702716025" sldId="260"/>
            <ac:spMk id="5" creationId="{137E005E-A66D-4D0E-9B1A-24F6766E1709}"/>
          </ac:spMkLst>
        </pc:spChg>
        <pc:spChg chg="add del mod">
          <ac:chgData name="James Pengelly" userId="d269fecd-a8a2-4e5a-93ae-88bdaab21f51" providerId="ADAL" clId="{6100050C-8CC4-44F1-9E1C-1FB6CE2935FB}" dt="2023-09-19T10:52:03.779" v="0" actId="6264"/>
          <ac:spMkLst>
            <pc:docMk/>
            <pc:sldMk cId="1702716025" sldId="260"/>
            <ac:spMk id="6" creationId="{40CE0439-8188-5F7C-4F92-7174731A103D}"/>
          </ac:spMkLst>
        </pc:spChg>
        <pc:spChg chg="add del mod">
          <ac:chgData name="James Pengelly" userId="d269fecd-a8a2-4e5a-93ae-88bdaab21f51" providerId="ADAL" clId="{6100050C-8CC4-44F1-9E1C-1FB6CE2935FB}" dt="2023-09-19T10:52:03.779" v="0" actId="6264"/>
          <ac:spMkLst>
            <pc:docMk/>
            <pc:sldMk cId="1702716025" sldId="260"/>
            <ac:spMk id="7" creationId="{6FE71409-9E2A-D71F-4623-53A0EF0E9E66}"/>
          </ac:spMkLst>
        </pc:spChg>
        <pc:spChg chg="add mod ord">
          <ac:chgData name="James Pengelly" userId="d269fecd-a8a2-4e5a-93ae-88bdaab21f51" providerId="ADAL" clId="{6100050C-8CC4-44F1-9E1C-1FB6CE2935FB}" dt="2023-09-19T10:52:46.738" v="30" actId="14100"/>
          <ac:spMkLst>
            <pc:docMk/>
            <pc:sldMk cId="1702716025" sldId="260"/>
            <ac:spMk id="8" creationId="{A1E8C893-74A9-5D3E-DF54-209BFC668029}"/>
          </ac:spMkLst>
        </pc:spChg>
        <pc:spChg chg="add del mod ord">
          <ac:chgData name="James Pengelly" userId="d269fecd-a8a2-4e5a-93ae-88bdaab21f51" providerId="ADAL" clId="{6100050C-8CC4-44F1-9E1C-1FB6CE2935FB}" dt="2023-09-19T10:52:38.529" v="28"/>
          <ac:spMkLst>
            <pc:docMk/>
            <pc:sldMk cId="1702716025" sldId="260"/>
            <ac:spMk id="9" creationId="{E730C3B5-2149-34CB-B93A-F22017D5DFBB}"/>
          </ac:spMkLst>
        </pc:spChg>
        <pc:graphicFrameChg chg="del">
          <ac:chgData name="James Pengelly" userId="d269fecd-a8a2-4e5a-93ae-88bdaab21f51" providerId="ADAL" clId="{6100050C-8CC4-44F1-9E1C-1FB6CE2935FB}" dt="2023-09-19T10:52:37.850" v="27" actId="21"/>
          <ac:graphicFrameMkLst>
            <pc:docMk/>
            <pc:sldMk cId="1702716025" sldId="260"/>
            <ac:graphicFrameMk id="3" creationId="{C0E56D47-0A6C-CE6E-4F2F-82E4FC5C6698}"/>
          </ac:graphicFrameMkLst>
        </pc:graphicFrameChg>
        <pc:graphicFrameChg chg="add mod">
          <ac:chgData name="James Pengelly" userId="d269fecd-a8a2-4e5a-93ae-88bdaab21f51" providerId="ADAL" clId="{6100050C-8CC4-44F1-9E1C-1FB6CE2935FB}" dt="2023-09-19T10:52:42.838" v="29" actId="1076"/>
          <ac:graphicFrameMkLst>
            <pc:docMk/>
            <pc:sldMk cId="1702716025" sldId="260"/>
            <ac:graphicFrameMk id="10" creationId="{FB463EE8-5934-DF8C-6319-047741732235}"/>
          </ac:graphicFrameMkLst>
        </pc:graphicFrameChg>
      </pc:sldChg>
      <pc:sldChg chg="addSp delSp modSp mod modClrScheme chgLayout">
        <pc:chgData name="James Pengelly" userId="d269fecd-a8a2-4e5a-93ae-88bdaab21f51" providerId="ADAL" clId="{6100050C-8CC4-44F1-9E1C-1FB6CE2935FB}" dt="2023-09-19T10:53:57.180" v="81" actId="1076"/>
        <pc:sldMkLst>
          <pc:docMk/>
          <pc:sldMk cId="1821724871" sldId="261"/>
        </pc:sldMkLst>
        <pc:spChg chg="mod ord">
          <ac:chgData name="James Pengelly" userId="d269fecd-a8a2-4e5a-93ae-88bdaab21f51" providerId="ADAL" clId="{6100050C-8CC4-44F1-9E1C-1FB6CE2935FB}" dt="2023-09-19T10:53:26.068" v="56" actId="700"/>
          <ac:spMkLst>
            <pc:docMk/>
            <pc:sldMk cId="1821724871" sldId="261"/>
            <ac:spMk id="2" creationId="{EBE9F564-251E-4378-B4D0-692726090772}"/>
          </ac:spMkLst>
        </pc:spChg>
        <pc:spChg chg="mod ord">
          <ac:chgData name="James Pengelly" userId="d269fecd-a8a2-4e5a-93ae-88bdaab21f51" providerId="ADAL" clId="{6100050C-8CC4-44F1-9E1C-1FB6CE2935FB}" dt="2023-09-19T10:53:26.068" v="56" actId="700"/>
          <ac:spMkLst>
            <pc:docMk/>
            <pc:sldMk cId="1821724871" sldId="261"/>
            <ac:spMk id="4" creationId="{80C4C0A8-03F5-4F2B-9EB9-918B55C258A2}"/>
          </ac:spMkLst>
        </pc:spChg>
        <pc:spChg chg="del mod">
          <ac:chgData name="James Pengelly" userId="d269fecd-a8a2-4e5a-93ae-88bdaab21f51" providerId="ADAL" clId="{6100050C-8CC4-44F1-9E1C-1FB6CE2935FB}" dt="2023-09-19T10:53:23.435" v="55" actId="478"/>
          <ac:spMkLst>
            <pc:docMk/>
            <pc:sldMk cId="1821724871" sldId="261"/>
            <ac:spMk id="5" creationId="{372FA240-3863-4D01-94C7-5E89B539BF0B}"/>
          </ac:spMkLst>
        </pc:spChg>
        <pc:spChg chg="add del mod">
          <ac:chgData name="James Pengelly" userId="d269fecd-a8a2-4e5a-93ae-88bdaab21f51" providerId="ADAL" clId="{6100050C-8CC4-44F1-9E1C-1FB6CE2935FB}" dt="2023-09-19T10:53:20.761" v="53" actId="478"/>
          <ac:spMkLst>
            <pc:docMk/>
            <pc:sldMk cId="1821724871" sldId="261"/>
            <ac:spMk id="7" creationId="{FA24E17A-1515-9721-C7B9-C8E2A246DE28}"/>
          </ac:spMkLst>
        </pc:spChg>
        <pc:spChg chg="add mod ord">
          <ac:chgData name="James Pengelly" userId="d269fecd-a8a2-4e5a-93ae-88bdaab21f51" providerId="ADAL" clId="{6100050C-8CC4-44F1-9E1C-1FB6CE2935FB}" dt="2023-09-19T10:53:49.872" v="78" actId="12"/>
          <ac:spMkLst>
            <pc:docMk/>
            <pc:sldMk cId="1821724871" sldId="261"/>
            <ac:spMk id="10" creationId="{FE625469-DBAB-7FC1-836E-A4E420C5E068}"/>
          </ac:spMkLst>
        </pc:spChg>
        <pc:spChg chg="add del mod ord">
          <ac:chgData name="James Pengelly" userId="d269fecd-a8a2-4e5a-93ae-88bdaab21f51" providerId="ADAL" clId="{6100050C-8CC4-44F1-9E1C-1FB6CE2935FB}" dt="2023-09-19T10:53:55.215" v="80"/>
          <ac:spMkLst>
            <pc:docMk/>
            <pc:sldMk cId="1821724871" sldId="261"/>
            <ac:spMk id="11" creationId="{0B0ACF1D-6AC5-4F9F-0C43-C8C6D0BA7E49}"/>
          </ac:spMkLst>
        </pc:spChg>
        <pc:picChg chg="del">
          <ac:chgData name="James Pengelly" userId="d269fecd-a8a2-4e5a-93ae-88bdaab21f51" providerId="ADAL" clId="{6100050C-8CC4-44F1-9E1C-1FB6CE2935FB}" dt="2023-09-19T10:53:14.066" v="50" actId="21"/>
          <ac:picMkLst>
            <pc:docMk/>
            <pc:sldMk cId="1821724871" sldId="261"/>
            <ac:picMk id="8" creationId="{597F1207-0F7B-C1AB-DF96-2339EB35A465}"/>
          </ac:picMkLst>
        </pc:picChg>
        <pc:picChg chg="add del mod">
          <ac:chgData name="James Pengelly" userId="d269fecd-a8a2-4e5a-93ae-88bdaab21f51" providerId="ADAL" clId="{6100050C-8CC4-44F1-9E1C-1FB6CE2935FB}" dt="2023-09-19T10:53:53.921" v="79" actId="21"/>
          <ac:picMkLst>
            <pc:docMk/>
            <pc:sldMk cId="1821724871" sldId="261"/>
            <ac:picMk id="9" creationId="{25039414-A757-2C6F-F6AE-E486421DB477}"/>
          </ac:picMkLst>
        </pc:picChg>
        <pc:picChg chg="add mod">
          <ac:chgData name="James Pengelly" userId="d269fecd-a8a2-4e5a-93ae-88bdaab21f51" providerId="ADAL" clId="{6100050C-8CC4-44F1-9E1C-1FB6CE2935FB}" dt="2023-09-19T10:53:57.180" v="81" actId="1076"/>
          <ac:picMkLst>
            <pc:docMk/>
            <pc:sldMk cId="1821724871" sldId="261"/>
            <ac:picMk id="12" creationId="{B19386E5-3469-C1C9-FB17-3464BE08E25C}"/>
          </ac:picMkLst>
        </pc:picChg>
      </pc:sldChg>
      <pc:sldChg chg="addSp delSp modSp mod chgLayout">
        <pc:chgData name="James Pengelly" userId="d269fecd-a8a2-4e5a-93ae-88bdaab21f51" providerId="ADAL" clId="{6100050C-8CC4-44F1-9E1C-1FB6CE2935FB}" dt="2023-09-19T11:00:12.536" v="400" actId="15"/>
        <pc:sldMkLst>
          <pc:docMk/>
          <pc:sldMk cId="3577475372" sldId="268"/>
        </pc:sldMkLst>
        <pc:spChg chg="mod ord">
          <ac:chgData name="James Pengelly" userId="d269fecd-a8a2-4e5a-93ae-88bdaab21f51" providerId="ADAL" clId="{6100050C-8CC4-44F1-9E1C-1FB6CE2935FB}" dt="2023-09-19T11:00:06.264" v="395" actId="6264"/>
          <ac:spMkLst>
            <pc:docMk/>
            <pc:sldMk cId="3577475372" sldId="268"/>
            <ac:spMk id="2" creationId="{5A78B9D2-75C6-4E31-8D20-2472152AE3E2}"/>
          </ac:spMkLst>
        </pc:spChg>
        <pc:spChg chg="add del mod">
          <ac:chgData name="James Pengelly" userId="d269fecd-a8a2-4e5a-93ae-88bdaab21f51" providerId="ADAL" clId="{6100050C-8CC4-44F1-9E1C-1FB6CE2935FB}" dt="2023-09-19T11:00:06.264" v="395" actId="6264"/>
          <ac:spMkLst>
            <pc:docMk/>
            <pc:sldMk cId="3577475372" sldId="268"/>
            <ac:spMk id="3" creationId="{5B9435A3-0BF6-32EF-C613-5DABBE59624E}"/>
          </ac:spMkLst>
        </pc:spChg>
        <pc:spChg chg="mod ord">
          <ac:chgData name="James Pengelly" userId="d269fecd-a8a2-4e5a-93ae-88bdaab21f51" providerId="ADAL" clId="{6100050C-8CC4-44F1-9E1C-1FB6CE2935FB}" dt="2023-09-19T11:00:06.264" v="395" actId="6264"/>
          <ac:spMkLst>
            <pc:docMk/>
            <pc:sldMk cId="3577475372" sldId="268"/>
            <ac:spMk id="4" creationId="{81D661B8-EEC6-4B47-84B5-8687AB7DEF59}"/>
          </ac:spMkLst>
        </pc:spChg>
        <pc:spChg chg="del mod">
          <ac:chgData name="James Pengelly" userId="d269fecd-a8a2-4e5a-93ae-88bdaab21f51" providerId="ADAL" clId="{6100050C-8CC4-44F1-9E1C-1FB6CE2935FB}" dt="2023-09-19T11:00:04.992" v="394" actId="478"/>
          <ac:spMkLst>
            <pc:docMk/>
            <pc:sldMk cId="3577475372" sldId="268"/>
            <ac:spMk id="5" creationId="{137E005E-A66D-4D0E-9B1A-24F6766E1709}"/>
          </ac:spMkLst>
        </pc:spChg>
        <pc:spChg chg="add del mod">
          <ac:chgData name="James Pengelly" userId="d269fecd-a8a2-4e5a-93ae-88bdaab21f51" providerId="ADAL" clId="{6100050C-8CC4-44F1-9E1C-1FB6CE2935FB}" dt="2023-09-19T11:00:06.264" v="395" actId="6264"/>
          <ac:spMkLst>
            <pc:docMk/>
            <pc:sldMk cId="3577475372" sldId="268"/>
            <ac:spMk id="6" creationId="{3E7AD005-C151-9259-EE17-1BF4F39CBF4E}"/>
          </ac:spMkLst>
        </pc:spChg>
        <pc:spChg chg="add mod ord">
          <ac:chgData name="James Pengelly" userId="d269fecd-a8a2-4e5a-93ae-88bdaab21f51" providerId="ADAL" clId="{6100050C-8CC4-44F1-9E1C-1FB6CE2935FB}" dt="2023-09-19T11:00:12.536" v="400" actId="15"/>
          <ac:spMkLst>
            <pc:docMk/>
            <pc:sldMk cId="3577475372" sldId="268"/>
            <ac:spMk id="7" creationId="{1C4100DC-267A-13EF-07D2-BD696A396AF4}"/>
          </ac:spMkLst>
        </pc:spChg>
      </pc:sldChg>
      <pc:sldChg chg="addSp delSp modSp mod modClrScheme chgLayout">
        <pc:chgData name="James Pengelly" userId="d269fecd-a8a2-4e5a-93ae-88bdaab21f51" providerId="ADAL" clId="{6100050C-8CC4-44F1-9E1C-1FB6CE2935FB}" dt="2023-09-19T11:01:47.717" v="459" actId="1076"/>
        <pc:sldMkLst>
          <pc:docMk/>
          <pc:sldMk cId="4218959978" sldId="269"/>
        </pc:sldMkLst>
        <pc:spChg chg="mod ord">
          <ac:chgData name="James Pengelly" userId="d269fecd-a8a2-4e5a-93ae-88bdaab21f51" providerId="ADAL" clId="{6100050C-8CC4-44F1-9E1C-1FB6CE2935FB}" dt="2023-09-19T11:01:37.567" v="454" actId="700"/>
          <ac:spMkLst>
            <pc:docMk/>
            <pc:sldMk cId="4218959978" sldId="269"/>
            <ac:spMk id="2" creationId="{EBE9F564-251E-4378-B4D0-692726090772}"/>
          </ac:spMkLst>
        </pc:spChg>
        <pc:spChg chg="add mod ord">
          <ac:chgData name="James Pengelly" userId="d269fecd-a8a2-4e5a-93ae-88bdaab21f51" providerId="ADAL" clId="{6100050C-8CC4-44F1-9E1C-1FB6CE2935FB}" dt="2023-09-19T11:01:43.016" v="458" actId="368"/>
          <ac:spMkLst>
            <pc:docMk/>
            <pc:sldMk cId="4218959978" sldId="269"/>
            <ac:spMk id="3" creationId="{9E889CAC-9D2F-03CC-8D2E-19FD098B6082}"/>
          </ac:spMkLst>
        </pc:spChg>
        <pc:spChg chg="mod ord">
          <ac:chgData name="James Pengelly" userId="d269fecd-a8a2-4e5a-93ae-88bdaab21f51" providerId="ADAL" clId="{6100050C-8CC4-44F1-9E1C-1FB6CE2935FB}" dt="2023-09-19T11:01:37.567" v="454" actId="700"/>
          <ac:spMkLst>
            <pc:docMk/>
            <pc:sldMk cId="4218959978" sldId="269"/>
            <ac:spMk id="4" creationId="{80C4C0A8-03F5-4F2B-9EB9-918B55C258A2}"/>
          </ac:spMkLst>
        </pc:spChg>
        <pc:spChg chg="del mod">
          <ac:chgData name="James Pengelly" userId="d269fecd-a8a2-4e5a-93ae-88bdaab21f51" providerId="ADAL" clId="{6100050C-8CC4-44F1-9E1C-1FB6CE2935FB}" dt="2023-09-19T11:01:35.099" v="453" actId="478"/>
          <ac:spMkLst>
            <pc:docMk/>
            <pc:sldMk cId="4218959978" sldId="269"/>
            <ac:spMk id="5" creationId="{372FA240-3863-4D01-94C7-5E89B539BF0B}"/>
          </ac:spMkLst>
        </pc:spChg>
        <pc:spChg chg="mod">
          <ac:chgData name="James Pengelly" userId="d269fecd-a8a2-4e5a-93ae-88bdaab21f51" providerId="ADAL" clId="{6100050C-8CC4-44F1-9E1C-1FB6CE2935FB}" dt="2023-09-19T11:01:47.717" v="459" actId="1076"/>
          <ac:spMkLst>
            <pc:docMk/>
            <pc:sldMk cId="4218959978" sldId="269"/>
            <ac:spMk id="6" creationId="{6C97A144-0634-4203-BEE3-57B7B2ADD04C}"/>
          </ac:spMkLst>
        </pc:spChg>
        <pc:picChg chg="mod ord">
          <ac:chgData name="James Pengelly" userId="d269fecd-a8a2-4e5a-93ae-88bdaab21f51" providerId="ADAL" clId="{6100050C-8CC4-44F1-9E1C-1FB6CE2935FB}" dt="2023-09-19T11:01:37.567" v="454" actId="700"/>
          <ac:picMkLst>
            <pc:docMk/>
            <pc:sldMk cId="4218959978" sldId="269"/>
            <ac:picMk id="8" creationId="{C67A9ECC-8CE4-9B32-3BBC-70DA7DFB4019}"/>
          </ac:picMkLst>
        </pc:picChg>
      </pc:sldChg>
      <pc:sldChg chg="addSp delSp modSp mod modClrScheme chgLayout">
        <pc:chgData name="James Pengelly" userId="d269fecd-a8a2-4e5a-93ae-88bdaab21f51" providerId="ADAL" clId="{6100050C-8CC4-44F1-9E1C-1FB6CE2935FB}" dt="2023-09-19T10:55:33.755" v="150" actId="368"/>
        <pc:sldMkLst>
          <pc:docMk/>
          <pc:sldMk cId="3709252096" sldId="273"/>
        </pc:sldMkLst>
        <pc:spChg chg="mod ord">
          <ac:chgData name="James Pengelly" userId="d269fecd-a8a2-4e5a-93ae-88bdaab21f51" providerId="ADAL" clId="{6100050C-8CC4-44F1-9E1C-1FB6CE2935FB}" dt="2023-09-19T10:55:08.842" v="129" actId="700"/>
          <ac:spMkLst>
            <pc:docMk/>
            <pc:sldMk cId="3709252096" sldId="273"/>
            <ac:spMk id="2" creationId="{EBE9F564-251E-4378-B4D0-692726090772}"/>
          </ac:spMkLst>
        </pc:spChg>
        <pc:spChg chg="add del mod ord">
          <ac:chgData name="James Pengelly" userId="d269fecd-a8a2-4e5a-93ae-88bdaab21f51" providerId="ADAL" clId="{6100050C-8CC4-44F1-9E1C-1FB6CE2935FB}" dt="2023-09-19T10:55:16.719" v="134"/>
          <ac:spMkLst>
            <pc:docMk/>
            <pc:sldMk cId="3709252096" sldId="273"/>
            <ac:spMk id="3" creationId="{5BCA5178-D3EE-C60D-4319-C0B12A463892}"/>
          </ac:spMkLst>
        </pc:spChg>
        <pc:spChg chg="mod ord">
          <ac:chgData name="James Pengelly" userId="d269fecd-a8a2-4e5a-93ae-88bdaab21f51" providerId="ADAL" clId="{6100050C-8CC4-44F1-9E1C-1FB6CE2935FB}" dt="2023-09-19T10:55:08.842" v="129" actId="700"/>
          <ac:spMkLst>
            <pc:docMk/>
            <pc:sldMk cId="3709252096" sldId="273"/>
            <ac:spMk id="4" creationId="{80C4C0A8-03F5-4F2B-9EB9-918B55C258A2}"/>
          </ac:spMkLst>
        </pc:spChg>
        <pc:spChg chg="del mod">
          <ac:chgData name="James Pengelly" userId="d269fecd-a8a2-4e5a-93ae-88bdaab21f51" providerId="ADAL" clId="{6100050C-8CC4-44F1-9E1C-1FB6CE2935FB}" dt="2023-09-19T10:55:07.030" v="128" actId="478"/>
          <ac:spMkLst>
            <pc:docMk/>
            <pc:sldMk cId="3709252096" sldId="273"/>
            <ac:spMk id="5" creationId="{372FA240-3863-4D01-94C7-5E89B539BF0B}"/>
          </ac:spMkLst>
        </pc:spChg>
        <pc:spChg chg="mod">
          <ac:chgData name="James Pengelly" userId="d269fecd-a8a2-4e5a-93ae-88bdaab21f51" providerId="ADAL" clId="{6100050C-8CC4-44F1-9E1C-1FB6CE2935FB}" dt="2023-09-19T10:55:23.408" v="135" actId="1076"/>
          <ac:spMkLst>
            <pc:docMk/>
            <pc:sldMk cId="3709252096" sldId="273"/>
            <ac:spMk id="6" creationId="{6C97A144-0634-4203-BEE3-57B7B2ADD04C}"/>
          </ac:spMkLst>
        </pc:spChg>
        <pc:spChg chg="add mod ord">
          <ac:chgData name="James Pengelly" userId="d269fecd-a8a2-4e5a-93ae-88bdaab21f51" providerId="ADAL" clId="{6100050C-8CC4-44F1-9E1C-1FB6CE2935FB}" dt="2023-09-19T10:55:33.755" v="150" actId="368"/>
          <ac:spMkLst>
            <pc:docMk/>
            <pc:sldMk cId="3709252096" sldId="273"/>
            <ac:spMk id="7" creationId="{9D7EC62D-1708-17DE-0716-A4EA7CD9798C}"/>
          </ac:spMkLst>
        </pc:spChg>
        <pc:picChg chg="add mod">
          <ac:chgData name="James Pengelly" userId="d269fecd-a8a2-4e5a-93ae-88bdaab21f51" providerId="ADAL" clId="{6100050C-8CC4-44F1-9E1C-1FB6CE2935FB}" dt="2023-09-19T10:55:16.719" v="134"/>
          <ac:picMkLst>
            <pc:docMk/>
            <pc:sldMk cId="3709252096" sldId="273"/>
            <ac:picMk id="8" creationId="{DDBF9C45-83E1-8D80-4314-368AFF701BA4}"/>
          </ac:picMkLst>
        </pc:picChg>
        <pc:picChg chg="del mod">
          <ac:chgData name="James Pengelly" userId="d269fecd-a8a2-4e5a-93ae-88bdaab21f51" providerId="ADAL" clId="{6100050C-8CC4-44F1-9E1C-1FB6CE2935FB}" dt="2023-09-19T10:55:16.170" v="133" actId="21"/>
          <ac:picMkLst>
            <pc:docMk/>
            <pc:sldMk cId="3709252096" sldId="273"/>
            <ac:picMk id="1026" creationId="{0D955708-9592-9717-D1F4-41DFDC01A76E}"/>
          </ac:picMkLst>
        </pc:picChg>
      </pc:sldChg>
      <pc:sldChg chg="addSp delSp modSp mod chgLayout">
        <pc:chgData name="James Pengelly" userId="d269fecd-a8a2-4e5a-93ae-88bdaab21f51" providerId="ADAL" clId="{6100050C-8CC4-44F1-9E1C-1FB6CE2935FB}" dt="2023-09-19T10:53:09.622" v="49" actId="20577"/>
        <pc:sldMkLst>
          <pc:docMk/>
          <pc:sldMk cId="3028823633" sldId="274"/>
        </pc:sldMkLst>
        <pc:spChg chg="mod ord">
          <ac:chgData name="James Pengelly" userId="d269fecd-a8a2-4e5a-93ae-88bdaab21f51" providerId="ADAL" clId="{6100050C-8CC4-44F1-9E1C-1FB6CE2935FB}" dt="2023-09-19T10:52:54.707" v="33" actId="6264"/>
          <ac:spMkLst>
            <pc:docMk/>
            <pc:sldMk cId="3028823633" sldId="274"/>
            <ac:spMk id="2" creationId="{5A78B9D2-75C6-4E31-8D20-2472152AE3E2}"/>
          </ac:spMkLst>
        </pc:spChg>
        <pc:spChg chg="add del mod">
          <ac:chgData name="James Pengelly" userId="d269fecd-a8a2-4e5a-93ae-88bdaab21f51" providerId="ADAL" clId="{6100050C-8CC4-44F1-9E1C-1FB6CE2935FB}" dt="2023-09-19T10:52:54.707" v="33" actId="6264"/>
          <ac:spMkLst>
            <pc:docMk/>
            <pc:sldMk cId="3028823633" sldId="274"/>
            <ac:spMk id="3" creationId="{D7FE2F11-181E-F3FA-E974-7D450D4B8D67}"/>
          </ac:spMkLst>
        </pc:spChg>
        <pc:spChg chg="mod ord">
          <ac:chgData name="James Pengelly" userId="d269fecd-a8a2-4e5a-93ae-88bdaab21f51" providerId="ADAL" clId="{6100050C-8CC4-44F1-9E1C-1FB6CE2935FB}" dt="2023-09-19T10:52:54.707" v="33" actId="6264"/>
          <ac:spMkLst>
            <pc:docMk/>
            <pc:sldMk cId="3028823633" sldId="274"/>
            <ac:spMk id="4" creationId="{81D661B8-EEC6-4B47-84B5-8687AB7DEF59}"/>
          </ac:spMkLst>
        </pc:spChg>
        <pc:spChg chg="del mod">
          <ac:chgData name="James Pengelly" userId="d269fecd-a8a2-4e5a-93ae-88bdaab21f51" providerId="ADAL" clId="{6100050C-8CC4-44F1-9E1C-1FB6CE2935FB}" dt="2023-09-19T10:52:53.690" v="32" actId="478"/>
          <ac:spMkLst>
            <pc:docMk/>
            <pc:sldMk cId="3028823633" sldId="274"/>
            <ac:spMk id="5" creationId="{137E005E-A66D-4D0E-9B1A-24F6766E1709}"/>
          </ac:spMkLst>
        </pc:spChg>
        <pc:spChg chg="add del mod">
          <ac:chgData name="James Pengelly" userId="d269fecd-a8a2-4e5a-93ae-88bdaab21f51" providerId="ADAL" clId="{6100050C-8CC4-44F1-9E1C-1FB6CE2935FB}" dt="2023-09-19T10:52:54.707" v="33" actId="6264"/>
          <ac:spMkLst>
            <pc:docMk/>
            <pc:sldMk cId="3028823633" sldId="274"/>
            <ac:spMk id="6" creationId="{62ABBE89-2774-EE19-12F4-226BF5D38B81}"/>
          </ac:spMkLst>
        </pc:spChg>
        <pc:spChg chg="add mod ord">
          <ac:chgData name="James Pengelly" userId="d269fecd-a8a2-4e5a-93ae-88bdaab21f51" providerId="ADAL" clId="{6100050C-8CC4-44F1-9E1C-1FB6CE2935FB}" dt="2023-09-19T10:53:09.622" v="49" actId="20577"/>
          <ac:spMkLst>
            <pc:docMk/>
            <pc:sldMk cId="3028823633" sldId="274"/>
            <ac:spMk id="7" creationId="{E31176B2-CE39-B725-2466-60F09D6250BA}"/>
          </ac:spMkLst>
        </pc:spChg>
      </pc:sldChg>
      <pc:sldChg chg="addSp delSp modSp mod chgLayout">
        <pc:chgData name="James Pengelly" userId="d269fecd-a8a2-4e5a-93ae-88bdaab21f51" providerId="ADAL" clId="{6100050C-8CC4-44F1-9E1C-1FB6CE2935FB}" dt="2023-09-19T10:54:15.810" v="96" actId="15"/>
        <pc:sldMkLst>
          <pc:docMk/>
          <pc:sldMk cId="2566202278" sldId="275"/>
        </pc:sldMkLst>
        <pc:spChg chg="mod ord">
          <ac:chgData name="James Pengelly" userId="d269fecd-a8a2-4e5a-93ae-88bdaab21f51" providerId="ADAL" clId="{6100050C-8CC4-44F1-9E1C-1FB6CE2935FB}" dt="2023-09-19T10:54:03.833" v="84" actId="6264"/>
          <ac:spMkLst>
            <pc:docMk/>
            <pc:sldMk cId="2566202278" sldId="275"/>
            <ac:spMk id="2" creationId="{5A78B9D2-75C6-4E31-8D20-2472152AE3E2}"/>
          </ac:spMkLst>
        </pc:spChg>
        <pc:spChg chg="add del mod">
          <ac:chgData name="James Pengelly" userId="d269fecd-a8a2-4e5a-93ae-88bdaab21f51" providerId="ADAL" clId="{6100050C-8CC4-44F1-9E1C-1FB6CE2935FB}" dt="2023-09-19T10:54:03.833" v="84" actId="6264"/>
          <ac:spMkLst>
            <pc:docMk/>
            <pc:sldMk cId="2566202278" sldId="275"/>
            <ac:spMk id="3" creationId="{CCDDB9B5-F53D-CB1F-B530-B04D0A0CE234}"/>
          </ac:spMkLst>
        </pc:spChg>
        <pc:spChg chg="mod ord">
          <ac:chgData name="James Pengelly" userId="d269fecd-a8a2-4e5a-93ae-88bdaab21f51" providerId="ADAL" clId="{6100050C-8CC4-44F1-9E1C-1FB6CE2935FB}" dt="2023-09-19T10:54:03.833" v="84" actId="6264"/>
          <ac:spMkLst>
            <pc:docMk/>
            <pc:sldMk cId="2566202278" sldId="275"/>
            <ac:spMk id="4" creationId="{81D661B8-EEC6-4B47-84B5-8687AB7DEF59}"/>
          </ac:spMkLst>
        </pc:spChg>
        <pc:spChg chg="del mod">
          <ac:chgData name="James Pengelly" userId="d269fecd-a8a2-4e5a-93ae-88bdaab21f51" providerId="ADAL" clId="{6100050C-8CC4-44F1-9E1C-1FB6CE2935FB}" dt="2023-09-19T10:54:02.310" v="83" actId="478"/>
          <ac:spMkLst>
            <pc:docMk/>
            <pc:sldMk cId="2566202278" sldId="275"/>
            <ac:spMk id="5" creationId="{137E005E-A66D-4D0E-9B1A-24F6766E1709}"/>
          </ac:spMkLst>
        </pc:spChg>
        <pc:spChg chg="add del mod">
          <ac:chgData name="James Pengelly" userId="d269fecd-a8a2-4e5a-93ae-88bdaab21f51" providerId="ADAL" clId="{6100050C-8CC4-44F1-9E1C-1FB6CE2935FB}" dt="2023-09-19T10:54:03.833" v="84" actId="6264"/>
          <ac:spMkLst>
            <pc:docMk/>
            <pc:sldMk cId="2566202278" sldId="275"/>
            <ac:spMk id="6" creationId="{F721BC1F-7254-0CEC-770E-594A76E531E6}"/>
          </ac:spMkLst>
        </pc:spChg>
        <pc:spChg chg="add mod ord">
          <ac:chgData name="James Pengelly" userId="d269fecd-a8a2-4e5a-93ae-88bdaab21f51" providerId="ADAL" clId="{6100050C-8CC4-44F1-9E1C-1FB6CE2935FB}" dt="2023-09-19T10:54:15.810" v="96" actId="15"/>
          <ac:spMkLst>
            <pc:docMk/>
            <pc:sldMk cId="2566202278" sldId="275"/>
            <ac:spMk id="7" creationId="{26A96FCE-B234-A02D-E31A-2ACDA437E3FE}"/>
          </ac:spMkLst>
        </pc:spChg>
      </pc:sldChg>
      <pc:sldChg chg="addSp delSp modSp mod chgLayout">
        <pc:chgData name="James Pengelly" userId="d269fecd-a8a2-4e5a-93ae-88bdaab21f51" providerId="ADAL" clId="{6100050C-8CC4-44F1-9E1C-1FB6CE2935FB}" dt="2023-09-19T10:54:32.404" v="107" actId="14"/>
        <pc:sldMkLst>
          <pc:docMk/>
          <pc:sldMk cId="261034425" sldId="276"/>
        </pc:sldMkLst>
        <pc:spChg chg="mod ord">
          <ac:chgData name="James Pengelly" userId="d269fecd-a8a2-4e5a-93ae-88bdaab21f51" providerId="ADAL" clId="{6100050C-8CC4-44F1-9E1C-1FB6CE2935FB}" dt="2023-09-19T10:54:22.235" v="99" actId="6264"/>
          <ac:spMkLst>
            <pc:docMk/>
            <pc:sldMk cId="261034425" sldId="276"/>
            <ac:spMk id="2" creationId="{5A78B9D2-75C6-4E31-8D20-2472152AE3E2}"/>
          </ac:spMkLst>
        </pc:spChg>
        <pc:spChg chg="add del mod">
          <ac:chgData name="James Pengelly" userId="d269fecd-a8a2-4e5a-93ae-88bdaab21f51" providerId="ADAL" clId="{6100050C-8CC4-44F1-9E1C-1FB6CE2935FB}" dt="2023-09-19T10:54:22.235" v="99" actId="6264"/>
          <ac:spMkLst>
            <pc:docMk/>
            <pc:sldMk cId="261034425" sldId="276"/>
            <ac:spMk id="3" creationId="{009F8C62-164C-4247-0469-FDC8B39F1001}"/>
          </ac:spMkLst>
        </pc:spChg>
        <pc:spChg chg="mod ord">
          <ac:chgData name="James Pengelly" userId="d269fecd-a8a2-4e5a-93ae-88bdaab21f51" providerId="ADAL" clId="{6100050C-8CC4-44F1-9E1C-1FB6CE2935FB}" dt="2023-09-19T10:54:22.235" v="99" actId="6264"/>
          <ac:spMkLst>
            <pc:docMk/>
            <pc:sldMk cId="261034425" sldId="276"/>
            <ac:spMk id="4" creationId="{81D661B8-EEC6-4B47-84B5-8687AB7DEF59}"/>
          </ac:spMkLst>
        </pc:spChg>
        <pc:spChg chg="del mod">
          <ac:chgData name="James Pengelly" userId="d269fecd-a8a2-4e5a-93ae-88bdaab21f51" providerId="ADAL" clId="{6100050C-8CC4-44F1-9E1C-1FB6CE2935FB}" dt="2023-09-19T10:54:21.039" v="98" actId="478"/>
          <ac:spMkLst>
            <pc:docMk/>
            <pc:sldMk cId="261034425" sldId="276"/>
            <ac:spMk id="5" creationId="{137E005E-A66D-4D0E-9B1A-24F6766E1709}"/>
          </ac:spMkLst>
        </pc:spChg>
        <pc:spChg chg="add del mod">
          <ac:chgData name="James Pengelly" userId="d269fecd-a8a2-4e5a-93ae-88bdaab21f51" providerId="ADAL" clId="{6100050C-8CC4-44F1-9E1C-1FB6CE2935FB}" dt="2023-09-19T10:54:22.235" v="99" actId="6264"/>
          <ac:spMkLst>
            <pc:docMk/>
            <pc:sldMk cId="261034425" sldId="276"/>
            <ac:spMk id="6" creationId="{2A121F2B-47C7-171D-A99E-D5A73B7904C1}"/>
          </ac:spMkLst>
        </pc:spChg>
        <pc:spChg chg="add mod ord">
          <ac:chgData name="James Pengelly" userId="d269fecd-a8a2-4e5a-93ae-88bdaab21f51" providerId="ADAL" clId="{6100050C-8CC4-44F1-9E1C-1FB6CE2935FB}" dt="2023-09-19T10:54:32.404" v="107" actId="14"/>
          <ac:spMkLst>
            <pc:docMk/>
            <pc:sldMk cId="261034425" sldId="276"/>
            <ac:spMk id="7" creationId="{5B0EA5BB-3E64-A1DC-2820-2F02C0AFA41F}"/>
          </ac:spMkLst>
        </pc:spChg>
      </pc:sldChg>
      <pc:sldChg chg="addSp delSp modSp mod chgLayout">
        <pc:chgData name="James Pengelly" userId="d269fecd-a8a2-4e5a-93ae-88bdaab21f51" providerId="ADAL" clId="{6100050C-8CC4-44F1-9E1C-1FB6CE2935FB}" dt="2023-09-19T10:55:00.442" v="126" actId="27636"/>
        <pc:sldMkLst>
          <pc:docMk/>
          <pc:sldMk cId="4126023529" sldId="277"/>
        </pc:sldMkLst>
        <pc:spChg chg="mod ord">
          <ac:chgData name="James Pengelly" userId="d269fecd-a8a2-4e5a-93ae-88bdaab21f51" providerId="ADAL" clId="{6100050C-8CC4-44F1-9E1C-1FB6CE2935FB}" dt="2023-09-19T10:54:40.687" v="110" actId="6264"/>
          <ac:spMkLst>
            <pc:docMk/>
            <pc:sldMk cId="4126023529" sldId="277"/>
            <ac:spMk id="2" creationId="{5A78B9D2-75C6-4E31-8D20-2472152AE3E2}"/>
          </ac:spMkLst>
        </pc:spChg>
        <pc:spChg chg="add del mod">
          <ac:chgData name="James Pengelly" userId="d269fecd-a8a2-4e5a-93ae-88bdaab21f51" providerId="ADAL" clId="{6100050C-8CC4-44F1-9E1C-1FB6CE2935FB}" dt="2023-09-19T10:54:40.687" v="110" actId="6264"/>
          <ac:spMkLst>
            <pc:docMk/>
            <pc:sldMk cId="4126023529" sldId="277"/>
            <ac:spMk id="3" creationId="{97E70A1E-0A2E-6265-C21D-1F73B55AA4A9}"/>
          </ac:spMkLst>
        </pc:spChg>
        <pc:spChg chg="mod ord">
          <ac:chgData name="James Pengelly" userId="d269fecd-a8a2-4e5a-93ae-88bdaab21f51" providerId="ADAL" clId="{6100050C-8CC4-44F1-9E1C-1FB6CE2935FB}" dt="2023-09-19T10:54:40.687" v="110" actId="6264"/>
          <ac:spMkLst>
            <pc:docMk/>
            <pc:sldMk cId="4126023529" sldId="277"/>
            <ac:spMk id="4" creationId="{81D661B8-EEC6-4B47-84B5-8687AB7DEF59}"/>
          </ac:spMkLst>
        </pc:spChg>
        <pc:spChg chg="del mod">
          <ac:chgData name="James Pengelly" userId="d269fecd-a8a2-4e5a-93ae-88bdaab21f51" providerId="ADAL" clId="{6100050C-8CC4-44F1-9E1C-1FB6CE2935FB}" dt="2023-09-19T10:54:39.083" v="109" actId="478"/>
          <ac:spMkLst>
            <pc:docMk/>
            <pc:sldMk cId="4126023529" sldId="277"/>
            <ac:spMk id="5" creationId="{137E005E-A66D-4D0E-9B1A-24F6766E1709}"/>
          </ac:spMkLst>
        </pc:spChg>
        <pc:spChg chg="add del mod">
          <ac:chgData name="James Pengelly" userId="d269fecd-a8a2-4e5a-93ae-88bdaab21f51" providerId="ADAL" clId="{6100050C-8CC4-44F1-9E1C-1FB6CE2935FB}" dt="2023-09-19T10:54:40.687" v="110" actId="6264"/>
          <ac:spMkLst>
            <pc:docMk/>
            <pc:sldMk cId="4126023529" sldId="277"/>
            <ac:spMk id="6" creationId="{7C0DB4EB-AAD7-25C1-79E2-FAC743F1E462}"/>
          </ac:spMkLst>
        </pc:spChg>
        <pc:spChg chg="add mod ord">
          <ac:chgData name="James Pengelly" userId="d269fecd-a8a2-4e5a-93ae-88bdaab21f51" providerId="ADAL" clId="{6100050C-8CC4-44F1-9E1C-1FB6CE2935FB}" dt="2023-09-19T10:55:00.442" v="126" actId="27636"/>
          <ac:spMkLst>
            <pc:docMk/>
            <pc:sldMk cId="4126023529" sldId="277"/>
            <ac:spMk id="7" creationId="{B3A9BB2D-4FF8-3BE8-965C-39805C04E49C}"/>
          </ac:spMkLst>
        </pc:spChg>
      </pc:sldChg>
      <pc:sldChg chg="addSp delSp modSp mod modClrScheme chgLayout">
        <pc:chgData name="James Pengelly" userId="d269fecd-a8a2-4e5a-93ae-88bdaab21f51" providerId="ADAL" clId="{6100050C-8CC4-44F1-9E1C-1FB6CE2935FB}" dt="2023-09-19T10:59:59.102" v="392" actId="6549"/>
        <pc:sldMkLst>
          <pc:docMk/>
          <pc:sldMk cId="185793062" sldId="278"/>
        </pc:sldMkLst>
        <pc:spChg chg="mod ord">
          <ac:chgData name="James Pengelly" userId="d269fecd-a8a2-4e5a-93ae-88bdaab21f51" providerId="ADAL" clId="{6100050C-8CC4-44F1-9E1C-1FB6CE2935FB}" dt="2023-09-19T10:58:34.125" v="304" actId="700"/>
          <ac:spMkLst>
            <pc:docMk/>
            <pc:sldMk cId="185793062" sldId="278"/>
            <ac:spMk id="2" creationId="{EBE9F564-251E-4378-B4D0-692726090772}"/>
          </ac:spMkLst>
        </pc:spChg>
        <pc:spChg chg="mod ord">
          <ac:chgData name="James Pengelly" userId="d269fecd-a8a2-4e5a-93ae-88bdaab21f51" providerId="ADAL" clId="{6100050C-8CC4-44F1-9E1C-1FB6CE2935FB}" dt="2023-09-19T10:58:34.125" v="304" actId="700"/>
          <ac:spMkLst>
            <pc:docMk/>
            <pc:sldMk cId="185793062" sldId="278"/>
            <ac:spMk id="4" creationId="{80C4C0A8-03F5-4F2B-9EB9-918B55C258A2}"/>
          </ac:spMkLst>
        </pc:spChg>
        <pc:spChg chg="del mod">
          <ac:chgData name="James Pengelly" userId="d269fecd-a8a2-4e5a-93ae-88bdaab21f51" providerId="ADAL" clId="{6100050C-8CC4-44F1-9E1C-1FB6CE2935FB}" dt="2023-09-19T10:58:32.133" v="303" actId="478"/>
          <ac:spMkLst>
            <pc:docMk/>
            <pc:sldMk cId="185793062" sldId="278"/>
            <ac:spMk id="5" creationId="{372FA240-3863-4D01-94C7-5E89B539BF0B}"/>
          </ac:spMkLst>
        </pc:spChg>
        <pc:spChg chg="add del mod">
          <ac:chgData name="James Pengelly" userId="d269fecd-a8a2-4e5a-93ae-88bdaab21f51" providerId="ADAL" clId="{6100050C-8CC4-44F1-9E1C-1FB6CE2935FB}" dt="2023-09-19T10:58:29.341" v="301" actId="478"/>
          <ac:spMkLst>
            <pc:docMk/>
            <pc:sldMk cId="185793062" sldId="278"/>
            <ac:spMk id="7" creationId="{5F651D51-60F8-166D-E046-3C0A61723AA5}"/>
          </ac:spMkLst>
        </pc:spChg>
        <pc:spChg chg="add mod ord">
          <ac:chgData name="James Pengelly" userId="d269fecd-a8a2-4e5a-93ae-88bdaab21f51" providerId="ADAL" clId="{6100050C-8CC4-44F1-9E1C-1FB6CE2935FB}" dt="2023-09-19T10:59:59.102" v="392" actId="6549"/>
          <ac:spMkLst>
            <pc:docMk/>
            <pc:sldMk cId="185793062" sldId="278"/>
            <ac:spMk id="10" creationId="{E530B5A2-6DD1-F31C-ABEA-A6075E6D07C5}"/>
          </ac:spMkLst>
        </pc:spChg>
        <pc:spChg chg="add del mod ord">
          <ac:chgData name="James Pengelly" userId="d269fecd-a8a2-4e5a-93ae-88bdaab21f51" providerId="ADAL" clId="{6100050C-8CC4-44F1-9E1C-1FB6CE2935FB}" dt="2023-09-19T10:59:23.079" v="337"/>
          <ac:spMkLst>
            <pc:docMk/>
            <pc:sldMk cId="185793062" sldId="278"/>
            <ac:spMk id="11" creationId="{EACD0A8A-20A6-3C2E-B802-365C4A86CFBA}"/>
          </ac:spMkLst>
        </pc:spChg>
        <pc:picChg chg="del">
          <ac:chgData name="James Pengelly" userId="d269fecd-a8a2-4e5a-93ae-88bdaab21f51" providerId="ADAL" clId="{6100050C-8CC4-44F1-9E1C-1FB6CE2935FB}" dt="2023-09-19T10:58:20.950" v="298" actId="21"/>
          <ac:picMkLst>
            <pc:docMk/>
            <pc:sldMk cId="185793062" sldId="278"/>
            <ac:picMk id="8" creationId="{867F6377-B59E-A95D-7040-BBEFCA8A7B5A}"/>
          </ac:picMkLst>
        </pc:picChg>
        <pc:picChg chg="add del mod">
          <ac:chgData name="James Pengelly" userId="d269fecd-a8a2-4e5a-93ae-88bdaab21f51" providerId="ADAL" clId="{6100050C-8CC4-44F1-9E1C-1FB6CE2935FB}" dt="2023-09-19T10:59:22.543" v="336" actId="21"/>
          <ac:picMkLst>
            <pc:docMk/>
            <pc:sldMk cId="185793062" sldId="278"/>
            <ac:picMk id="9" creationId="{7FEAE16C-C5E0-CA9F-1D60-C9FA0B325830}"/>
          </ac:picMkLst>
        </pc:picChg>
        <pc:picChg chg="add mod">
          <ac:chgData name="James Pengelly" userId="d269fecd-a8a2-4e5a-93ae-88bdaab21f51" providerId="ADAL" clId="{6100050C-8CC4-44F1-9E1C-1FB6CE2935FB}" dt="2023-09-19T10:59:25.851" v="338" actId="1076"/>
          <ac:picMkLst>
            <pc:docMk/>
            <pc:sldMk cId="185793062" sldId="278"/>
            <ac:picMk id="12" creationId="{38B8C8A6-1D2D-59C2-774E-078F8D94F178}"/>
          </ac:picMkLst>
        </pc:picChg>
      </pc:sldChg>
      <pc:sldChg chg="addSp delSp modSp mod modClrScheme chgLayout">
        <pc:chgData name="James Pengelly" userId="d269fecd-a8a2-4e5a-93ae-88bdaab21f51" providerId="ADAL" clId="{6100050C-8CC4-44F1-9E1C-1FB6CE2935FB}" dt="2023-09-19T10:56:09.857" v="171" actId="14100"/>
        <pc:sldMkLst>
          <pc:docMk/>
          <pc:sldMk cId="712675271" sldId="279"/>
        </pc:sldMkLst>
        <pc:spChg chg="mod ord">
          <ac:chgData name="James Pengelly" userId="d269fecd-a8a2-4e5a-93ae-88bdaab21f51" providerId="ADAL" clId="{6100050C-8CC4-44F1-9E1C-1FB6CE2935FB}" dt="2023-09-19T10:55:47.548" v="157" actId="700"/>
          <ac:spMkLst>
            <pc:docMk/>
            <pc:sldMk cId="712675271" sldId="279"/>
            <ac:spMk id="2" creationId="{EBE9F564-251E-4378-B4D0-692726090772}"/>
          </ac:spMkLst>
        </pc:spChg>
        <pc:spChg chg="mod ord">
          <ac:chgData name="James Pengelly" userId="d269fecd-a8a2-4e5a-93ae-88bdaab21f51" providerId="ADAL" clId="{6100050C-8CC4-44F1-9E1C-1FB6CE2935FB}" dt="2023-09-19T10:55:47.548" v="157" actId="700"/>
          <ac:spMkLst>
            <pc:docMk/>
            <pc:sldMk cId="712675271" sldId="279"/>
            <ac:spMk id="4" creationId="{80C4C0A8-03F5-4F2B-9EB9-918B55C258A2}"/>
          </ac:spMkLst>
        </pc:spChg>
        <pc:spChg chg="del mod">
          <ac:chgData name="James Pengelly" userId="d269fecd-a8a2-4e5a-93ae-88bdaab21f51" providerId="ADAL" clId="{6100050C-8CC4-44F1-9E1C-1FB6CE2935FB}" dt="2023-09-19T10:55:45.697" v="156" actId="478"/>
          <ac:spMkLst>
            <pc:docMk/>
            <pc:sldMk cId="712675271" sldId="279"/>
            <ac:spMk id="5" creationId="{372FA240-3863-4D01-94C7-5E89B539BF0B}"/>
          </ac:spMkLst>
        </pc:spChg>
        <pc:spChg chg="mod">
          <ac:chgData name="James Pengelly" userId="d269fecd-a8a2-4e5a-93ae-88bdaab21f51" providerId="ADAL" clId="{6100050C-8CC4-44F1-9E1C-1FB6CE2935FB}" dt="2023-09-19T10:56:09.857" v="171" actId="14100"/>
          <ac:spMkLst>
            <pc:docMk/>
            <pc:sldMk cId="712675271" sldId="279"/>
            <ac:spMk id="6" creationId="{6C97A144-0634-4203-BEE3-57B7B2ADD04C}"/>
          </ac:spMkLst>
        </pc:spChg>
        <pc:spChg chg="add del mod">
          <ac:chgData name="James Pengelly" userId="d269fecd-a8a2-4e5a-93ae-88bdaab21f51" providerId="ADAL" clId="{6100050C-8CC4-44F1-9E1C-1FB6CE2935FB}" dt="2023-09-19T10:55:42.452" v="154" actId="478"/>
          <ac:spMkLst>
            <pc:docMk/>
            <pc:sldMk cId="712675271" sldId="279"/>
            <ac:spMk id="7" creationId="{E11377A4-C47E-2641-B735-6AADF552C361}"/>
          </ac:spMkLst>
        </pc:spChg>
        <pc:spChg chg="add mod ord">
          <ac:chgData name="James Pengelly" userId="d269fecd-a8a2-4e5a-93ae-88bdaab21f51" providerId="ADAL" clId="{6100050C-8CC4-44F1-9E1C-1FB6CE2935FB}" dt="2023-09-19T10:56:00.536" v="167" actId="6549"/>
          <ac:spMkLst>
            <pc:docMk/>
            <pc:sldMk cId="712675271" sldId="279"/>
            <ac:spMk id="10" creationId="{8624BCDF-DBA4-A997-1946-47E38B10CB9E}"/>
          </ac:spMkLst>
        </pc:spChg>
        <pc:spChg chg="add del mod ord">
          <ac:chgData name="James Pengelly" userId="d269fecd-a8a2-4e5a-93ae-88bdaab21f51" providerId="ADAL" clId="{6100050C-8CC4-44F1-9E1C-1FB6CE2935FB}" dt="2023-09-19T10:56:03.658" v="169"/>
          <ac:spMkLst>
            <pc:docMk/>
            <pc:sldMk cId="712675271" sldId="279"/>
            <ac:spMk id="11" creationId="{C229034C-E96D-13B4-0516-5AABC5DA683B}"/>
          </ac:spMkLst>
        </pc:spChg>
        <pc:picChg chg="del">
          <ac:chgData name="James Pengelly" userId="d269fecd-a8a2-4e5a-93ae-88bdaab21f51" providerId="ADAL" clId="{6100050C-8CC4-44F1-9E1C-1FB6CE2935FB}" dt="2023-09-19T10:55:37.327" v="151" actId="21"/>
          <ac:picMkLst>
            <pc:docMk/>
            <pc:sldMk cId="712675271" sldId="279"/>
            <ac:picMk id="8" creationId="{150399BE-C9EB-E76F-774B-3F2C5D98C627}"/>
          </ac:picMkLst>
        </pc:picChg>
        <pc:picChg chg="add del mod">
          <ac:chgData name="James Pengelly" userId="d269fecd-a8a2-4e5a-93ae-88bdaab21f51" providerId="ADAL" clId="{6100050C-8CC4-44F1-9E1C-1FB6CE2935FB}" dt="2023-09-19T10:56:02.921" v="168" actId="21"/>
          <ac:picMkLst>
            <pc:docMk/>
            <pc:sldMk cId="712675271" sldId="279"/>
            <ac:picMk id="9" creationId="{0E501945-0E90-F9A1-61D6-5AD2B8271E10}"/>
          </ac:picMkLst>
        </pc:picChg>
        <pc:picChg chg="add mod">
          <ac:chgData name="James Pengelly" userId="d269fecd-a8a2-4e5a-93ae-88bdaab21f51" providerId="ADAL" clId="{6100050C-8CC4-44F1-9E1C-1FB6CE2935FB}" dt="2023-09-19T10:56:03.658" v="169"/>
          <ac:picMkLst>
            <pc:docMk/>
            <pc:sldMk cId="712675271" sldId="279"/>
            <ac:picMk id="12" creationId="{224BD30E-38C4-4241-B047-3385433A0E07}"/>
          </ac:picMkLst>
        </pc:picChg>
      </pc:sldChg>
      <pc:sldChg chg="addSp delSp modSp mod modClrScheme chgLayout">
        <pc:chgData name="James Pengelly" userId="d269fecd-a8a2-4e5a-93ae-88bdaab21f51" providerId="ADAL" clId="{6100050C-8CC4-44F1-9E1C-1FB6CE2935FB}" dt="2023-09-19T10:56:36.152" v="191" actId="1076"/>
        <pc:sldMkLst>
          <pc:docMk/>
          <pc:sldMk cId="147823611" sldId="280"/>
        </pc:sldMkLst>
        <pc:spChg chg="mod ord">
          <ac:chgData name="James Pengelly" userId="d269fecd-a8a2-4e5a-93ae-88bdaab21f51" providerId="ADAL" clId="{6100050C-8CC4-44F1-9E1C-1FB6CE2935FB}" dt="2023-09-19T10:56:18.455" v="174" actId="700"/>
          <ac:spMkLst>
            <pc:docMk/>
            <pc:sldMk cId="147823611" sldId="280"/>
            <ac:spMk id="2" creationId="{EBE9F564-251E-4378-B4D0-692726090772}"/>
          </ac:spMkLst>
        </pc:spChg>
        <pc:spChg chg="add mod ord">
          <ac:chgData name="James Pengelly" userId="d269fecd-a8a2-4e5a-93ae-88bdaab21f51" providerId="ADAL" clId="{6100050C-8CC4-44F1-9E1C-1FB6CE2935FB}" dt="2023-09-19T10:56:30.397" v="190" actId="15"/>
          <ac:spMkLst>
            <pc:docMk/>
            <pc:sldMk cId="147823611" sldId="280"/>
            <ac:spMk id="3" creationId="{D76ED70A-8FE7-651C-BC9A-FD51C6E68B52}"/>
          </ac:spMkLst>
        </pc:spChg>
        <pc:spChg chg="mod ord">
          <ac:chgData name="James Pengelly" userId="d269fecd-a8a2-4e5a-93ae-88bdaab21f51" providerId="ADAL" clId="{6100050C-8CC4-44F1-9E1C-1FB6CE2935FB}" dt="2023-09-19T10:56:18.455" v="174" actId="700"/>
          <ac:spMkLst>
            <pc:docMk/>
            <pc:sldMk cId="147823611" sldId="280"/>
            <ac:spMk id="4" creationId="{80C4C0A8-03F5-4F2B-9EB9-918B55C258A2}"/>
          </ac:spMkLst>
        </pc:spChg>
        <pc:spChg chg="del mod">
          <ac:chgData name="James Pengelly" userId="d269fecd-a8a2-4e5a-93ae-88bdaab21f51" providerId="ADAL" clId="{6100050C-8CC4-44F1-9E1C-1FB6CE2935FB}" dt="2023-09-19T10:56:16.275" v="173" actId="478"/>
          <ac:spMkLst>
            <pc:docMk/>
            <pc:sldMk cId="147823611" sldId="280"/>
            <ac:spMk id="5" creationId="{372FA240-3863-4D01-94C7-5E89B539BF0B}"/>
          </ac:spMkLst>
        </pc:spChg>
        <pc:spChg chg="mod">
          <ac:chgData name="James Pengelly" userId="d269fecd-a8a2-4e5a-93ae-88bdaab21f51" providerId="ADAL" clId="{6100050C-8CC4-44F1-9E1C-1FB6CE2935FB}" dt="2023-09-19T10:56:36.152" v="191" actId="1076"/>
          <ac:spMkLst>
            <pc:docMk/>
            <pc:sldMk cId="147823611" sldId="280"/>
            <ac:spMk id="6" creationId="{6C97A144-0634-4203-BEE3-57B7B2ADD04C}"/>
          </ac:spMkLst>
        </pc:spChg>
        <pc:picChg chg="mod ord">
          <ac:chgData name="James Pengelly" userId="d269fecd-a8a2-4e5a-93ae-88bdaab21f51" providerId="ADAL" clId="{6100050C-8CC4-44F1-9E1C-1FB6CE2935FB}" dt="2023-09-19T10:56:18.455" v="174" actId="700"/>
          <ac:picMkLst>
            <pc:docMk/>
            <pc:sldMk cId="147823611" sldId="280"/>
            <ac:picMk id="8" creationId="{8D02C211-E93F-FBAE-0C97-C608C41A68BB}"/>
          </ac:picMkLst>
        </pc:picChg>
      </pc:sldChg>
      <pc:sldChg chg="addSp delSp modSp mod chgLayout">
        <pc:chgData name="James Pengelly" userId="d269fecd-a8a2-4e5a-93ae-88bdaab21f51" providerId="ADAL" clId="{6100050C-8CC4-44F1-9E1C-1FB6CE2935FB}" dt="2023-09-19T10:57:28.571" v="237" actId="6549"/>
        <pc:sldMkLst>
          <pc:docMk/>
          <pc:sldMk cId="1437258443" sldId="281"/>
        </pc:sldMkLst>
        <pc:spChg chg="mod ord">
          <ac:chgData name="James Pengelly" userId="d269fecd-a8a2-4e5a-93ae-88bdaab21f51" providerId="ADAL" clId="{6100050C-8CC4-44F1-9E1C-1FB6CE2935FB}" dt="2023-09-19T10:56:41.832" v="194" actId="6264"/>
          <ac:spMkLst>
            <pc:docMk/>
            <pc:sldMk cId="1437258443" sldId="281"/>
            <ac:spMk id="2" creationId="{5A78B9D2-75C6-4E31-8D20-2472152AE3E2}"/>
          </ac:spMkLst>
        </pc:spChg>
        <pc:spChg chg="add del mod">
          <ac:chgData name="James Pengelly" userId="d269fecd-a8a2-4e5a-93ae-88bdaab21f51" providerId="ADAL" clId="{6100050C-8CC4-44F1-9E1C-1FB6CE2935FB}" dt="2023-09-19T10:56:41.832" v="194" actId="6264"/>
          <ac:spMkLst>
            <pc:docMk/>
            <pc:sldMk cId="1437258443" sldId="281"/>
            <ac:spMk id="3" creationId="{01125999-263A-5DBA-69A4-F6E49C8C302F}"/>
          </ac:spMkLst>
        </pc:spChg>
        <pc:spChg chg="mod ord">
          <ac:chgData name="James Pengelly" userId="d269fecd-a8a2-4e5a-93ae-88bdaab21f51" providerId="ADAL" clId="{6100050C-8CC4-44F1-9E1C-1FB6CE2935FB}" dt="2023-09-19T10:56:41.832" v="194" actId="6264"/>
          <ac:spMkLst>
            <pc:docMk/>
            <pc:sldMk cId="1437258443" sldId="281"/>
            <ac:spMk id="4" creationId="{81D661B8-EEC6-4B47-84B5-8687AB7DEF59}"/>
          </ac:spMkLst>
        </pc:spChg>
        <pc:spChg chg="del mod">
          <ac:chgData name="James Pengelly" userId="d269fecd-a8a2-4e5a-93ae-88bdaab21f51" providerId="ADAL" clId="{6100050C-8CC4-44F1-9E1C-1FB6CE2935FB}" dt="2023-09-19T10:56:40.576" v="193" actId="478"/>
          <ac:spMkLst>
            <pc:docMk/>
            <pc:sldMk cId="1437258443" sldId="281"/>
            <ac:spMk id="5" creationId="{137E005E-A66D-4D0E-9B1A-24F6766E1709}"/>
          </ac:spMkLst>
        </pc:spChg>
        <pc:spChg chg="add del mod">
          <ac:chgData name="James Pengelly" userId="d269fecd-a8a2-4e5a-93ae-88bdaab21f51" providerId="ADAL" clId="{6100050C-8CC4-44F1-9E1C-1FB6CE2935FB}" dt="2023-09-19T10:56:41.832" v="194" actId="6264"/>
          <ac:spMkLst>
            <pc:docMk/>
            <pc:sldMk cId="1437258443" sldId="281"/>
            <ac:spMk id="6" creationId="{7FE8D1AE-C740-170B-9A24-0B244705443C}"/>
          </ac:spMkLst>
        </pc:spChg>
        <pc:spChg chg="add mod ord">
          <ac:chgData name="James Pengelly" userId="d269fecd-a8a2-4e5a-93ae-88bdaab21f51" providerId="ADAL" clId="{6100050C-8CC4-44F1-9E1C-1FB6CE2935FB}" dt="2023-09-19T10:57:28.571" v="237" actId="6549"/>
          <ac:spMkLst>
            <pc:docMk/>
            <pc:sldMk cId="1437258443" sldId="281"/>
            <ac:spMk id="7" creationId="{D75F2AD5-AA66-2019-1099-6E62E5BAC15D}"/>
          </ac:spMkLst>
        </pc:spChg>
      </pc:sldChg>
      <pc:sldChg chg="addSp delSp modSp mod chgLayout">
        <pc:chgData name="James Pengelly" userId="d269fecd-a8a2-4e5a-93ae-88bdaab21f51" providerId="ADAL" clId="{6100050C-8CC4-44F1-9E1C-1FB6CE2935FB}" dt="2023-09-19T10:58:11.534" v="297" actId="20577"/>
        <pc:sldMkLst>
          <pc:docMk/>
          <pc:sldMk cId="2590406708" sldId="282"/>
        </pc:sldMkLst>
        <pc:spChg chg="mod ord">
          <ac:chgData name="James Pengelly" userId="d269fecd-a8a2-4e5a-93ae-88bdaab21f51" providerId="ADAL" clId="{6100050C-8CC4-44F1-9E1C-1FB6CE2935FB}" dt="2023-09-19T10:57:35.014" v="240" actId="6264"/>
          <ac:spMkLst>
            <pc:docMk/>
            <pc:sldMk cId="2590406708" sldId="282"/>
            <ac:spMk id="2" creationId="{5A78B9D2-75C6-4E31-8D20-2472152AE3E2}"/>
          </ac:spMkLst>
        </pc:spChg>
        <pc:spChg chg="add del mod">
          <ac:chgData name="James Pengelly" userId="d269fecd-a8a2-4e5a-93ae-88bdaab21f51" providerId="ADAL" clId="{6100050C-8CC4-44F1-9E1C-1FB6CE2935FB}" dt="2023-09-19T10:57:35.014" v="240" actId="6264"/>
          <ac:spMkLst>
            <pc:docMk/>
            <pc:sldMk cId="2590406708" sldId="282"/>
            <ac:spMk id="3" creationId="{8D911D09-9E5E-1F31-455C-B7A095A0DE9E}"/>
          </ac:spMkLst>
        </pc:spChg>
        <pc:spChg chg="mod ord">
          <ac:chgData name="James Pengelly" userId="d269fecd-a8a2-4e5a-93ae-88bdaab21f51" providerId="ADAL" clId="{6100050C-8CC4-44F1-9E1C-1FB6CE2935FB}" dt="2023-09-19T10:57:35.014" v="240" actId="6264"/>
          <ac:spMkLst>
            <pc:docMk/>
            <pc:sldMk cId="2590406708" sldId="282"/>
            <ac:spMk id="4" creationId="{81D661B8-EEC6-4B47-84B5-8687AB7DEF59}"/>
          </ac:spMkLst>
        </pc:spChg>
        <pc:spChg chg="del mod">
          <ac:chgData name="James Pengelly" userId="d269fecd-a8a2-4e5a-93ae-88bdaab21f51" providerId="ADAL" clId="{6100050C-8CC4-44F1-9E1C-1FB6CE2935FB}" dt="2023-09-19T10:57:33.911" v="239" actId="478"/>
          <ac:spMkLst>
            <pc:docMk/>
            <pc:sldMk cId="2590406708" sldId="282"/>
            <ac:spMk id="5" creationId="{137E005E-A66D-4D0E-9B1A-24F6766E1709}"/>
          </ac:spMkLst>
        </pc:spChg>
        <pc:spChg chg="add del mod">
          <ac:chgData name="James Pengelly" userId="d269fecd-a8a2-4e5a-93ae-88bdaab21f51" providerId="ADAL" clId="{6100050C-8CC4-44F1-9E1C-1FB6CE2935FB}" dt="2023-09-19T10:57:35.014" v="240" actId="6264"/>
          <ac:spMkLst>
            <pc:docMk/>
            <pc:sldMk cId="2590406708" sldId="282"/>
            <ac:spMk id="6" creationId="{AFD5511B-45F7-E41B-4BB9-6E730185D48D}"/>
          </ac:spMkLst>
        </pc:spChg>
        <pc:spChg chg="add mod ord">
          <ac:chgData name="James Pengelly" userId="d269fecd-a8a2-4e5a-93ae-88bdaab21f51" providerId="ADAL" clId="{6100050C-8CC4-44F1-9E1C-1FB6CE2935FB}" dt="2023-09-19T10:58:11.534" v="297" actId="20577"/>
          <ac:spMkLst>
            <pc:docMk/>
            <pc:sldMk cId="2590406708" sldId="282"/>
            <ac:spMk id="7" creationId="{9CA26CA1-4DFD-839A-E2F6-8C0BACF047B3}"/>
          </ac:spMkLst>
        </pc:spChg>
      </pc:sldChg>
      <pc:sldChg chg="addSp delSp modSp mod chgLayout">
        <pc:chgData name="James Pengelly" userId="d269fecd-a8a2-4e5a-93ae-88bdaab21f51" providerId="ADAL" clId="{6100050C-8CC4-44F1-9E1C-1FB6CE2935FB}" dt="2023-09-19T11:01:12.537" v="438" actId="6549"/>
        <pc:sldMkLst>
          <pc:docMk/>
          <pc:sldMk cId="1377787595" sldId="283"/>
        </pc:sldMkLst>
        <pc:spChg chg="mod ord">
          <ac:chgData name="James Pengelly" userId="d269fecd-a8a2-4e5a-93ae-88bdaab21f51" providerId="ADAL" clId="{6100050C-8CC4-44F1-9E1C-1FB6CE2935FB}" dt="2023-09-19T11:00:57.720" v="424" actId="6264"/>
          <ac:spMkLst>
            <pc:docMk/>
            <pc:sldMk cId="1377787595" sldId="283"/>
            <ac:spMk id="2" creationId="{5A78B9D2-75C6-4E31-8D20-2472152AE3E2}"/>
          </ac:spMkLst>
        </pc:spChg>
        <pc:spChg chg="add del mod">
          <ac:chgData name="James Pengelly" userId="d269fecd-a8a2-4e5a-93ae-88bdaab21f51" providerId="ADAL" clId="{6100050C-8CC4-44F1-9E1C-1FB6CE2935FB}" dt="2023-09-19T11:00:57.720" v="424" actId="6264"/>
          <ac:spMkLst>
            <pc:docMk/>
            <pc:sldMk cId="1377787595" sldId="283"/>
            <ac:spMk id="3" creationId="{0EA6F201-D70C-77D1-40C3-C10E2FEC1B84}"/>
          </ac:spMkLst>
        </pc:spChg>
        <pc:spChg chg="mod ord">
          <ac:chgData name="James Pengelly" userId="d269fecd-a8a2-4e5a-93ae-88bdaab21f51" providerId="ADAL" clId="{6100050C-8CC4-44F1-9E1C-1FB6CE2935FB}" dt="2023-09-19T11:00:57.720" v="424" actId="6264"/>
          <ac:spMkLst>
            <pc:docMk/>
            <pc:sldMk cId="1377787595" sldId="283"/>
            <ac:spMk id="4" creationId="{81D661B8-EEC6-4B47-84B5-8687AB7DEF59}"/>
          </ac:spMkLst>
        </pc:spChg>
        <pc:spChg chg="del mod">
          <ac:chgData name="James Pengelly" userId="d269fecd-a8a2-4e5a-93ae-88bdaab21f51" providerId="ADAL" clId="{6100050C-8CC4-44F1-9E1C-1FB6CE2935FB}" dt="2023-09-19T11:00:56.887" v="423" actId="478"/>
          <ac:spMkLst>
            <pc:docMk/>
            <pc:sldMk cId="1377787595" sldId="283"/>
            <ac:spMk id="5" creationId="{137E005E-A66D-4D0E-9B1A-24F6766E1709}"/>
          </ac:spMkLst>
        </pc:spChg>
        <pc:spChg chg="add del mod">
          <ac:chgData name="James Pengelly" userId="d269fecd-a8a2-4e5a-93ae-88bdaab21f51" providerId="ADAL" clId="{6100050C-8CC4-44F1-9E1C-1FB6CE2935FB}" dt="2023-09-19T11:00:57.720" v="424" actId="6264"/>
          <ac:spMkLst>
            <pc:docMk/>
            <pc:sldMk cId="1377787595" sldId="283"/>
            <ac:spMk id="6" creationId="{C0A44FD9-741F-2137-D070-729D6454B1FE}"/>
          </ac:spMkLst>
        </pc:spChg>
        <pc:spChg chg="add mod ord">
          <ac:chgData name="James Pengelly" userId="d269fecd-a8a2-4e5a-93ae-88bdaab21f51" providerId="ADAL" clId="{6100050C-8CC4-44F1-9E1C-1FB6CE2935FB}" dt="2023-09-19T11:01:12.537" v="438" actId="6549"/>
          <ac:spMkLst>
            <pc:docMk/>
            <pc:sldMk cId="1377787595" sldId="283"/>
            <ac:spMk id="7" creationId="{6323C068-6553-A5A7-6412-A822B8236438}"/>
          </ac:spMkLst>
        </pc:spChg>
      </pc:sldChg>
      <pc:sldChg chg="addSp delSp modSp mod chgLayout">
        <pc:chgData name="James Pengelly" userId="d269fecd-a8a2-4e5a-93ae-88bdaab21f51" providerId="ADAL" clId="{6100050C-8CC4-44F1-9E1C-1FB6CE2935FB}" dt="2023-09-19T11:00:52.243" v="421" actId="27636"/>
        <pc:sldMkLst>
          <pc:docMk/>
          <pc:sldMk cId="3190931397" sldId="284"/>
        </pc:sldMkLst>
        <pc:spChg chg="mod ord">
          <ac:chgData name="James Pengelly" userId="d269fecd-a8a2-4e5a-93ae-88bdaab21f51" providerId="ADAL" clId="{6100050C-8CC4-44F1-9E1C-1FB6CE2935FB}" dt="2023-09-19T11:00:49.990" v="416" actId="6264"/>
          <ac:spMkLst>
            <pc:docMk/>
            <pc:sldMk cId="3190931397" sldId="284"/>
            <ac:spMk id="2" creationId="{5A78B9D2-75C6-4E31-8D20-2472152AE3E2}"/>
          </ac:spMkLst>
        </pc:spChg>
        <pc:spChg chg="add del mod">
          <ac:chgData name="James Pengelly" userId="d269fecd-a8a2-4e5a-93ae-88bdaab21f51" providerId="ADAL" clId="{6100050C-8CC4-44F1-9E1C-1FB6CE2935FB}" dt="2023-09-19T11:00:49.990" v="416" actId="6264"/>
          <ac:spMkLst>
            <pc:docMk/>
            <pc:sldMk cId="3190931397" sldId="284"/>
            <ac:spMk id="3" creationId="{88D1772E-E8C1-E95F-B95B-EB7BE5B0900B}"/>
          </ac:spMkLst>
        </pc:spChg>
        <pc:spChg chg="mod ord">
          <ac:chgData name="James Pengelly" userId="d269fecd-a8a2-4e5a-93ae-88bdaab21f51" providerId="ADAL" clId="{6100050C-8CC4-44F1-9E1C-1FB6CE2935FB}" dt="2023-09-19T11:00:49.990" v="416" actId="6264"/>
          <ac:spMkLst>
            <pc:docMk/>
            <pc:sldMk cId="3190931397" sldId="284"/>
            <ac:spMk id="4" creationId="{81D661B8-EEC6-4B47-84B5-8687AB7DEF59}"/>
          </ac:spMkLst>
        </pc:spChg>
        <pc:spChg chg="del mod">
          <ac:chgData name="James Pengelly" userId="d269fecd-a8a2-4e5a-93ae-88bdaab21f51" providerId="ADAL" clId="{6100050C-8CC4-44F1-9E1C-1FB6CE2935FB}" dt="2023-09-19T11:00:48.820" v="415" actId="478"/>
          <ac:spMkLst>
            <pc:docMk/>
            <pc:sldMk cId="3190931397" sldId="284"/>
            <ac:spMk id="5" creationId="{137E005E-A66D-4D0E-9B1A-24F6766E1709}"/>
          </ac:spMkLst>
        </pc:spChg>
        <pc:spChg chg="add del mod">
          <ac:chgData name="James Pengelly" userId="d269fecd-a8a2-4e5a-93ae-88bdaab21f51" providerId="ADAL" clId="{6100050C-8CC4-44F1-9E1C-1FB6CE2935FB}" dt="2023-09-19T11:00:49.990" v="416" actId="6264"/>
          <ac:spMkLst>
            <pc:docMk/>
            <pc:sldMk cId="3190931397" sldId="284"/>
            <ac:spMk id="6" creationId="{AEBA6941-5296-D20C-584D-92AD660931D9}"/>
          </ac:spMkLst>
        </pc:spChg>
        <pc:spChg chg="add mod ord">
          <ac:chgData name="James Pengelly" userId="d269fecd-a8a2-4e5a-93ae-88bdaab21f51" providerId="ADAL" clId="{6100050C-8CC4-44F1-9E1C-1FB6CE2935FB}" dt="2023-09-19T11:00:52.243" v="421" actId="27636"/>
          <ac:spMkLst>
            <pc:docMk/>
            <pc:sldMk cId="3190931397" sldId="284"/>
            <ac:spMk id="7" creationId="{0F2767B2-69F8-7D07-836C-B47BFE1C39F9}"/>
          </ac:spMkLst>
        </pc:spChg>
      </pc:sldChg>
      <pc:sldChg chg="addSp delSp modSp mod modClrScheme chgLayout">
        <pc:chgData name="James Pengelly" userId="d269fecd-a8a2-4e5a-93ae-88bdaab21f51" providerId="ADAL" clId="{6100050C-8CC4-44F1-9E1C-1FB6CE2935FB}" dt="2023-09-19T11:00:44.655" v="413" actId="1076"/>
        <pc:sldMkLst>
          <pc:docMk/>
          <pc:sldMk cId="1317812040" sldId="285"/>
        </pc:sldMkLst>
        <pc:spChg chg="mod ord">
          <ac:chgData name="James Pengelly" userId="d269fecd-a8a2-4e5a-93ae-88bdaab21f51" providerId="ADAL" clId="{6100050C-8CC4-44F1-9E1C-1FB6CE2935FB}" dt="2023-09-19T11:00:29.189" v="406" actId="700"/>
          <ac:spMkLst>
            <pc:docMk/>
            <pc:sldMk cId="1317812040" sldId="285"/>
            <ac:spMk id="2" creationId="{EBE9F564-251E-4378-B4D0-692726090772}"/>
          </ac:spMkLst>
        </pc:spChg>
        <pc:spChg chg="mod ord">
          <ac:chgData name="James Pengelly" userId="d269fecd-a8a2-4e5a-93ae-88bdaab21f51" providerId="ADAL" clId="{6100050C-8CC4-44F1-9E1C-1FB6CE2935FB}" dt="2023-09-19T11:00:29.189" v="406" actId="700"/>
          <ac:spMkLst>
            <pc:docMk/>
            <pc:sldMk cId="1317812040" sldId="285"/>
            <ac:spMk id="4" creationId="{80C4C0A8-03F5-4F2B-9EB9-918B55C258A2}"/>
          </ac:spMkLst>
        </pc:spChg>
        <pc:spChg chg="del mod">
          <ac:chgData name="James Pengelly" userId="d269fecd-a8a2-4e5a-93ae-88bdaab21f51" providerId="ADAL" clId="{6100050C-8CC4-44F1-9E1C-1FB6CE2935FB}" dt="2023-09-19T11:00:27.487" v="405" actId="478"/>
          <ac:spMkLst>
            <pc:docMk/>
            <pc:sldMk cId="1317812040" sldId="285"/>
            <ac:spMk id="5" creationId="{372FA240-3863-4D01-94C7-5E89B539BF0B}"/>
          </ac:spMkLst>
        </pc:spChg>
        <pc:spChg chg="mod">
          <ac:chgData name="James Pengelly" userId="d269fecd-a8a2-4e5a-93ae-88bdaab21f51" providerId="ADAL" clId="{6100050C-8CC4-44F1-9E1C-1FB6CE2935FB}" dt="2023-09-19T11:00:44.655" v="413" actId="1076"/>
          <ac:spMkLst>
            <pc:docMk/>
            <pc:sldMk cId="1317812040" sldId="285"/>
            <ac:spMk id="6" creationId="{6C97A144-0634-4203-BEE3-57B7B2ADD04C}"/>
          </ac:spMkLst>
        </pc:spChg>
        <pc:spChg chg="add del mod">
          <ac:chgData name="James Pengelly" userId="d269fecd-a8a2-4e5a-93ae-88bdaab21f51" providerId="ADAL" clId="{6100050C-8CC4-44F1-9E1C-1FB6CE2935FB}" dt="2023-09-19T11:00:23.863" v="403" actId="478"/>
          <ac:spMkLst>
            <pc:docMk/>
            <pc:sldMk cId="1317812040" sldId="285"/>
            <ac:spMk id="7" creationId="{798A6B2B-905F-6944-1D24-069A9CC9F9CF}"/>
          </ac:spMkLst>
        </pc:spChg>
        <pc:spChg chg="add mod ord">
          <ac:chgData name="James Pengelly" userId="d269fecd-a8a2-4e5a-93ae-88bdaab21f51" providerId="ADAL" clId="{6100050C-8CC4-44F1-9E1C-1FB6CE2935FB}" dt="2023-09-19T11:00:30.248" v="408" actId="27636"/>
          <ac:spMkLst>
            <pc:docMk/>
            <pc:sldMk cId="1317812040" sldId="285"/>
            <ac:spMk id="10" creationId="{2DC7822F-B0CF-31F9-B349-91FAA15FEA0E}"/>
          </ac:spMkLst>
        </pc:spChg>
        <pc:spChg chg="add del mod ord">
          <ac:chgData name="James Pengelly" userId="d269fecd-a8a2-4e5a-93ae-88bdaab21f51" providerId="ADAL" clId="{6100050C-8CC4-44F1-9E1C-1FB6CE2935FB}" dt="2023-09-19T11:00:35.866" v="410"/>
          <ac:spMkLst>
            <pc:docMk/>
            <pc:sldMk cId="1317812040" sldId="285"/>
            <ac:spMk id="11" creationId="{FBDAB60E-ACF8-56AA-4A3B-63282130AB16}"/>
          </ac:spMkLst>
        </pc:spChg>
        <pc:picChg chg="del">
          <ac:chgData name="James Pengelly" userId="d269fecd-a8a2-4e5a-93ae-88bdaab21f51" providerId="ADAL" clId="{6100050C-8CC4-44F1-9E1C-1FB6CE2935FB}" dt="2023-09-19T11:00:19.643" v="401" actId="21"/>
          <ac:picMkLst>
            <pc:docMk/>
            <pc:sldMk cId="1317812040" sldId="285"/>
            <ac:picMk id="8" creationId="{A35CD0F1-A6A3-9E30-3C4C-FC6DB73DCCBB}"/>
          </ac:picMkLst>
        </pc:picChg>
        <pc:picChg chg="add del mod">
          <ac:chgData name="James Pengelly" userId="d269fecd-a8a2-4e5a-93ae-88bdaab21f51" providerId="ADAL" clId="{6100050C-8CC4-44F1-9E1C-1FB6CE2935FB}" dt="2023-09-19T11:00:35.253" v="409" actId="21"/>
          <ac:picMkLst>
            <pc:docMk/>
            <pc:sldMk cId="1317812040" sldId="285"/>
            <ac:picMk id="9" creationId="{FD289DF2-81B6-90DF-FAE4-33C3276D222E}"/>
          </ac:picMkLst>
        </pc:picChg>
        <pc:picChg chg="add mod">
          <ac:chgData name="James Pengelly" userId="d269fecd-a8a2-4e5a-93ae-88bdaab21f51" providerId="ADAL" clId="{6100050C-8CC4-44F1-9E1C-1FB6CE2935FB}" dt="2023-09-19T11:00:35.866" v="410"/>
          <ac:picMkLst>
            <pc:docMk/>
            <pc:sldMk cId="1317812040" sldId="285"/>
            <ac:picMk id="12" creationId="{806C57A6-D51F-E59B-879D-CF43C3C63545}"/>
          </ac:picMkLst>
        </pc:picChg>
      </pc:sldChg>
      <pc:sldChg chg="addSp delSp modSp mod chgLayout">
        <pc:chgData name="James Pengelly" userId="d269fecd-a8a2-4e5a-93ae-88bdaab21f51" providerId="ADAL" clId="{6100050C-8CC4-44F1-9E1C-1FB6CE2935FB}" dt="2023-09-19T11:01:27.146" v="451" actId="27636"/>
        <pc:sldMkLst>
          <pc:docMk/>
          <pc:sldMk cId="2916529086" sldId="286"/>
        </pc:sldMkLst>
        <pc:spChg chg="mod ord">
          <ac:chgData name="James Pengelly" userId="d269fecd-a8a2-4e5a-93ae-88bdaab21f51" providerId="ADAL" clId="{6100050C-8CC4-44F1-9E1C-1FB6CE2935FB}" dt="2023-09-19T11:01:19.491" v="441" actId="6264"/>
          <ac:spMkLst>
            <pc:docMk/>
            <pc:sldMk cId="2916529086" sldId="286"/>
            <ac:spMk id="2" creationId="{5A78B9D2-75C6-4E31-8D20-2472152AE3E2}"/>
          </ac:spMkLst>
        </pc:spChg>
        <pc:spChg chg="add del mod">
          <ac:chgData name="James Pengelly" userId="d269fecd-a8a2-4e5a-93ae-88bdaab21f51" providerId="ADAL" clId="{6100050C-8CC4-44F1-9E1C-1FB6CE2935FB}" dt="2023-09-19T11:01:19.491" v="441" actId="6264"/>
          <ac:spMkLst>
            <pc:docMk/>
            <pc:sldMk cId="2916529086" sldId="286"/>
            <ac:spMk id="3" creationId="{2664FAD8-843E-A471-C0D2-B968C9A4FFFD}"/>
          </ac:spMkLst>
        </pc:spChg>
        <pc:spChg chg="mod ord">
          <ac:chgData name="James Pengelly" userId="d269fecd-a8a2-4e5a-93ae-88bdaab21f51" providerId="ADAL" clId="{6100050C-8CC4-44F1-9E1C-1FB6CE2935FB}" dt="2023-09-19T11:01:19.491" v="441" actId="6264"/>
          <ac:spMkLst>
            <pc:docMk/>
            <pc:sldMk cId="2916529086" sldId="286"/>
            <ac:spMk id="4" creationId="{81D661B8-EEC6-4B47-84B5-8687AB7DEF59}"/>
          </ac:spMkLst>
        </pc:spChg>
        <pc:spChg chg="del mod">
          <ac:chgData name="James Pengelly" userId="d269fecd-a8a2-4e5a-93ae-88bdaab21f51" providerId="ADAL" clId="{6100050C-8CC4-44F1-9E1C-1FB6CE2935FB}" dt="2023-09-19T11:01:18.475" v="440" actId="478"/>
          <ac:spMkLst>
            <pc:docMk/>
            <pc:sldMk cId="2916529086" sldId="286"/>
            <ac:spMk id="5" creationId="{137E005E-A66D-4D0E-9B1A-24F6766E1709}"/>
          </ac:spMkLst>
        </pc:spChg>
        <pc:spChg chg="add del mod">
          <ac:chgData name="James Pengelly" userId="d269fecd-a8a2-4e5a-93ae-88bdaab21f51" providerId="ADAL" clId="{6100050C-8CC4-44F1-9E1C-1FB6CE2935FB}" dt="2023-09-19T11:01:19.491" v="441" actId="6264"/>
          <ac:spMkLst>
            <pc:docMk/>
            <pc:sldMk cId="2916529086" sldId="286"/>
            <ac:spMk id="6" creationId="{3C8DD633-2579-F1DB-A0AF-006921CDA41C}"/>
          </ac:spMkLst>
        </pc:spChg>
        <pc:spChg chg="add mod ord">
          <ac:chgData name="James Pengelly" userId="d269fecd-a8a2-4e5a-93ae-88bdaab21f51" providerId="ADAL" clId="{6100050C-8CC4-44F1-9E1C-1FB6CE2935FB}" dt="2023-09-19T11:01:27.146" v="451" actId="27636"/>
          <ac:spMkLst>
            <pc:docMk/>
            <pc:sldMk cId="2916529086" sldId="286"/>
            <ac:spMk id="7" creationId="{8D4560B4-9251-B482-5C02-8C9AAF01D4E3}"/>
          </ac:spMkLst>
        </pc:spChg>
      </pc:sldChg>
    </pc:docChg>
  </pc:docChgLst>
  <pc:docChgLst>
    <pc:chgData name="Danielle Andries" userId="93d179e4-3c18-40f7-920e-ae80b202540d" providerId="ADAL" clId="{3E3BE2CF-8130-442B-9D1D-02B0E6C65866}"/>
    <pc:docChg chg="undo custSel addSld delSld modSld sldOrd modMainMaster">
      <pc:chgData name="Danielle Andries" userId="93d179e4-3c18-40f7-920e-ae80b202540d" providerId="ADAL" clId="{3E3BE2CF-8130-442B-9D1D-02B0E6C65866}" dt="2023-08-15T15:18:04.311" v="64" actId="20577"/>
      <pc:docMkLst>
        <pc:docMk/>
      </pc:docMkLst>
      <pc:sldChg chg="modSp mod">
        <pc:chgData name="Danielle Andries" userId="93d179e4-3c18-40f7-920e-ae80b202540d" providerId="ADAL" clId="{3E3BE2CF-8130-442B-9D1D-02B0E6C65866}" dt="2023-08-15T15:16:32.321" v="34" actId="14100"/>
        <pc:sldMkLst>
          <pc:docMk/>
          <pc:sldMk cId="3995608643" sldId="257"/>
        </pc:sldMkLst>
        <pc:spChg chg="mod">
          <ac:chgData name="Danielle Andries" userId="93d179e4-3c18-40f7-920e-ae80b202540d" providerId="ADAL" clId="{3E3BE2CF-8130-442B-9D1D-02B0E6C65866}" dt="2023-08-15T15:16:32.321" v="34" actId="14100"/>
          <ac:spMkLst>
            <pc:docMk/>
            <pc:sldMk cId="3995608643" sldId="257"/>
            <ac:spMk id="2" creationId="{B8F195E7-CEB7-44B4-8D15-A6FE845CE6B2}"/>
          </ac:spMkLst>
        </pc:spChg>
        <pc:spChg chg="mod">
          <ac:chgData name="Danielle Andries" userId="93d179e4-3c18-40f7-920e-ae80b202540d" providerId="ADAL" clId="{3E3BE2CF-8130-442B-9D1D-02B0E6C65866}" dt="2023-08-15T15:10:26.064" v="9" actId="20577"/>
          <ac:spMkLst>
            <pc:docMk/>
            <pc:sldMk cId="3995608643" sldId="257"/>
            <ac:spMk id="3" creationId="{3CFC5BFA-DF53-4407-9187-19E2D701E00B}"/>
          </ac:spMkLst>
        </pc:spChg>
        <pc:spChg chg="mod">
          <ac:chgData name="Danielle Andries" userId="93d179e4-3c18-40f7-920e-ae80b202540d" providerId="ADAL" clId="{3E3BE2CF-8130-442B-9D1D-02B0E6C65866}" dt="2023-08-15T15:10:06.212" v="1" actId="27636"/>
          <ac:spMkLst>
            <pc:docMk/>
            <pc:sldMk cId="3995608643" sldId="257"/>
            <ac:spMk id="4" creationId="{10E64DD8-93CF-45E0-BBB1-D21C74EEE754}"/>
          </ac:spMkLst>
        </pc:spChg>
      </pc:sldChg>
      <pc:sldChg chg="modSp mod ord">
        <pc:chgData name="Danielle Andries" userId="93d179e4-3c18-40f7-920e-ae80b202540d" providerId="ADAL" clId="{3E3BE2CF-8130-442B-9D1D-02B0E6C65866}" dt="2023-08-15T15:16:39.617" v="35"/>
        <pc:sldMkLst>
          <pc:docMk/>
          <pc:sldMk cId="2170154808" sldId="258"/>
        </pc:sldMkLst>
        <pc:spChg chg="mod">
          <ac:chgData name="Danielle Andries" userId="93d179e4-3c18-40f7-920e-ae80b202540d" providerId="ADAL" clId="{3E3BE2CF-8130-442B-9D1D-02B0E6C65866}" dt="2023-08-15T15:16:39.617" v="35"/>
          <ac:spMkLst>
            <pc:docMk/>
            <pc:sldMk cId="2170154808" sldId="258"/>
            <ac:spMk id="2" creationId="{3B584BAD-EC4F-4728-93AF-D36C5D808653}"/>
          </ac:spMkLst>
        </pc:spChg>
        <pc:spChg chg="mod">
          <ac:chgData name="Danielle Andries" userId="93d179e4-3c18-40f7-920e-ae80b202540d" providerId="ADAL" clId="{3E3BE2CF-8130-442B-9D1D-02B0E6C65866}" dt="2023-08-15T15:11:31.192" v="27" actId="20577"/>
          <ac:spMkLst>
            <pc:docMk/>
            <pc:sldMk cId="2170154808" sldId="258"/>
            <ac:spMk id="3" creationId="{64FA1437-B024-4A30-A4F5-99BD676DEE0E}"/>
          </ac:spMkLst>
        </pc:spChg>
        <pc:spChg chg="mod">
          <ac:chgData name="Danielle Andries" userId="93d179e4-3c18-40f7-920e-ae80b202540d" providerId="ADAL" clId="{3E3BE2CF-8130-442B-9D1D-02B0E6C65866}" dt="2023-08-15T15:11:26.688" v="19" actId="20577"/>
          <ac:spMkLst>
            <pc:docMk/>
            <pc:sldMk cId="2170154808" sldId="258"/>
            <ac:spMk id="4" creationId="{EB4C854E-2009-4A48-BF5C-7AC043B72217}"/>
          </ac:spMkLst>
        </pc:spChg>
      </pc:sldChg>
      <pc:sldChg chg="del">
        <pc:chgData name="Danielle Andries" userId="93d179e4-3c18-40f7-920e-ae80b202540d" providerId="ADAL" clId="{3E3BE2CF-8130-442B-9D1D-02B0E6C65866}" dt="2023-08-15T15:11:44.388" v="28" actId="2696"/>
        <pc:sldMkLst>
          <pc:docMk/>
          <pc:sldMk cId="3549381897" sldId="259"/>
        </pc:sldMkLst>
      </pc:sldChg>
      <pc:sldChg chg="addSp delSp modSp mod">
        <pc:chgData name="Danielle Andries" userId="93d179e4-3c18-40f7-920e-ae80b202540d" providerId="ADAL" clId="{3E3BE2CF-8130-442B-9D1D-02B0E6C65866}" dt="2023-08-15T15:15:59.700" v="30" actId="478"/>
        <pc:sldMkLst>
          <pc:docMk/>
          <pc:sldMk cId="2298346470" sldId="262"/>
        </pc:sldMkLst>
        <pc:spChg chg="add mod">
          <ac:chgData name="Danielle Andries" userId="93d179e4-3c18-40f7-920e-ae80b202540d" providerId="ADAL" clId="{3E3BE2CF-8130-442B-9D1D-02B0E6C65866}" dt="2023-08-15T15:15:59.700" v="30" actId="478"/>
          <ac:spMkLst>
            <pc:docMk/>
            <pc:sldMk cId="2298346470" sldId="262"/>
            <ac:spMk id="7" creationId="{59CC715D-C4EE-14E0-5433-1C951F4038D9}"/>
          </ac:spMkLst>
        </pc:spChg>
        <pc:picChg chg="del">
          <ac:chgData name="Danielle Andries" userId="93d179e4-3c18-40f7-920e-ae80b202540d" providerId="ADAL" clId="{3E3BE2CF-8130-442B-9D1D-02B0E6C65866}" dt="2023-08-15T15:15:59.700" v="30" actId="478"/>
          <ac:picMkLst>
            <pc:docMk/>
            <pc:sldMk cId="2298346470" sldId="262"/>
            <ac:picMk id="5" creationId="{9940E4FA-497F-4350-827F-482C52E199A5}"/>
          </ac:picMkLst>
        </pc:picChg>
        <pc:picChg chg="del">
          <ac:chgData name="Danielle Andries" userId="93d179e4-3c18-40f7-920e-ae80b202540d" providerId="ADAL" clId="{3E3BE2CF-8130-442B-9D1D-02B0E6C65866}" dt="2023-08-15T15:15:58.927" v="29" actId="478"/>
          <ac:picMkLst>
            <pc:docMk/>
            <pc:sldMk cId="2298346470" sldId="262"/>
            <ac:picMk id="6" creationId="{7C4AADDE-9AD8-4263-9B5E-D5BADF4D69FD}"/>
          </ac:picMkLst>
        </pc:picChg>
      </pc:sldChg>
      <pc:sldChg chg="modSp mod">
        <pc:chgData name="Danielle Andries" userId="93d179e4-3c18-40f7-920e-ae80b202540d" providerId="ADAL" clId="{3E3BE2CF-8130-442B-9D1D-02B0E6C65866}" dt="2023-08-15T15:18:04.311" v="64" actId="20577"/>
        <pc:sldMkLst>
          <pc:docMk/>
          <pc:sldMk cId="997338478" sldId="266"/>
        </pc:sldMkLst>
        <pc:spChg chg="mod">
          <ac:chgData name="Danielle Andries" userId="93d179e4-3c18-40f7-920e-ae80b202540d" providerId="ADAL" clId="{3E3BE2CF-8130-442B-9D1D-02B0E6C65866}" dt="2023-08-15T15:18:04.311" v="64" actId="20577"/>
          <ac:spMkLst>
            <pc:docMk/>
            <pc:sldMk cId="997338478" sldId="266"/>
            <ac:spMk id="3" creationId="{3CFC5BFA-DF53-4407-9187-19E2D701E00B}"/>
          </ac:spMkLst>
        </pc:spChg>
        <pc:spChg chg="mod">
          <ac:chgData name="Danielle Andries" userId="93d179e4-3c18-40f7-920e-ae80b202540d" providerId="ADAL" clId="{3E3BE2CF-8130-442B-9D1D-02B0E6C65866}" dt="2023-08-15T15:18:00.789" v="56" actId="27636"/>
          <ac:spMkLst>
            <pc:docMk/>
            <pc:sldMk cId="997338478" sldId="266"/>
            <ac:spMk id="4" creationId="{10E64DD8-93CF-45E0-BBB1-D21C74EEE754}"/>
          </ac:spMkLst>
        </pc:spChg>
      </pc:sldChg>
      <pc:sldChg chg="modSp add mod ord">
        <pc:chgData name="Danielle Andries" userId="93d179e4-3c18-40f7-920e-ae80b202540d" providerId="ADAL" clId="{3E3BE2CF-8130-442B-9D1D-02B0E6C65866}" dt="2023-08-15T15:17:02.581" v="45"/>
        <pc:sldMkLst>
          <pc:docMk/>
          <pc:sldMk cId="674909909" sldId="267"/>
        </pc:sldMkLst>
        <pc:spChg chg="mod">
          <ac:chgData name="Danielle Andries" userId="93d179e4-3c18-40f7-920e-ae80b202540d" providerId="ADAL" clId="{3E3BE2CF-8130-442B-9D1D-02B0E6C65866}" dt="2023-08-15T15:17:02.581" v="45"/>
          <ac:spMkLst>
            <pc:docMk/>
            <pc:sldMk cId="674909909" sldId="267"/>
            <ac:spMk id="2" creationId="{3B584BAD-EC4F-4728-93AF-D36C5D808653}"/>
          </ac:spMkLst>
        </pc:spChg>
        <pc:spChg chg="mod">
          <ac:chgData name="Danielle Andries" userId="93d179e4-3c18-40f7-920e-ae80b202540d" providerId="ADAL" clId="{3E3BE2CF-8130-442B-9D1D-02B0E6C65866}" dt="2023-08-15T15:16:54.313" v="42" actId="20577"/>
          <ac:spMkLst>
            <pc:docMk/>
            <pc:sldMk cId="674909909" sldId="267"/>
            <ac:spMk id="3" creationId="{64FA1437-B024-4A30-A4F5-99BD676DEE0E}"/>
          </ac:spMkLst>
        </pc:spChg>
      </pc:sldChg>
      <pc:sldChg chg="modSp add mod">
        <pc:chgData name="Danielle Andries" userId="93d179e4-3c18-40f7-920e-ae80b202540d" providerId="ADAL" clId="{3E3BE2CF-8130-442B-9D1D-02B0E6C65866}" dt="2023-08-15T15:17:50.240" v="54"/>
        <pc:sldMkLst>
          <pc:docMk/>
          <pc:sldMk cId="925647113" sldId="268"/>
        </pc:sldMkLst>
        <pc:spChg chg="mod">
          <ac:chgData name="Danielle Andries" userId="93d179e4-3c18-40f7-920e-ae80b202540d" providerId="ADAL" clId="{3E3BE2CF-8130-442B-9D1D-02B0E6C65866}" dt="2023-08-15T15:17:50.240" v="54"/>
          <ac:spMkLst>
            <pc:docMk/>
            <pc:sldMk cId="925647113" sldId="268"/>
            <ac:spMk id="2" creationId="{3B584BAD-EC4F-4728-93AF-D36C5D808653}"/>
          </ac:spMkLst>
        </pc:spChg>
        <pc:spChg chg="mod">
          <ac:chgData name="Danielle Andries" userId="93d179e4-3c18-40f7-920e-ae80b202540d" providerId="ADAL" clId="{3E3BE2CF-8130-442B-9D1D-02B0E6C65866}" dt="2023-08-15T15:17:46.482" v="53" actId="20577"/>
          <ac:spMkLst>
            <pc:docMk/>
            <pc:sldMk cId="925647113" sldId="268"/>
            <ac:spMk id="3" creationId="{64FA1437-B024-4A30-A4F5-99BD676DEE0E}"/>
          </ac:spMkLst>
        </pc:spChg>
      </pc:sldChg>
      <pc:sldMasterChg chg="modSldLayout">
        <pc:chgData name="Danielle Andries" userId="93d179e4-3c18-40f7-920e-ae80b202540d" providerId="ADAL" clId="{3E3BE2CF-8130-442B-9D1D-02B0E6C65866}" dt="2023-08-15T15:17:31.403" v="49" actId="20577"/>
        <pc:sldMasterMkLst>
          <pc:docMk/>
          <pc:sldMasterMk cId="58932730" sldId="2147483910"/>
        </pc:sldMasterMkLst>
        <pc:sldLayoutChg chg="modSp mod">
          <pc:chgData name="Danielle Andries" userId="93d179e4-3c18-40f7-920e-ae80b202540d" providerId="ADAL" clId="{3E3BE2CF-8130-442B-9D1D-02B0E6C65866}" dt="2023-08-15T15:17:27.736" v="48" actId="20577"/>
          <pc:sldLayoutMkLst>
            <pc:docMk/>
            <pc:sldMasterMk cId="58932730" sldId="2147483910"/>
            <pc:sldLayoutMk cId="4084809213" sldId="2147483911"/>
          </pc:sldLayoutMkLst>
          <pc:spChg chg="mod">
            <ac:chgData name="Danielle Andries" userId="93d179e4-3c18-40f7-920e-ae80b202540d" providerId="ADAL" clId="{3E3BE2CF-8130-442B-9D1D-02B0E6C65866}" dt="2023-08-15T15:17:27.736" v="48" actId="20577"/>
            <ac:spMkLst>
              <pc:docMk/>
              <pc:sldMasterMk cId="58932730" sldId="2147483910"/>
              <pc:sldLayoutMk cId="4084809213" sldId="2147483911"/>
              <ac:spMk id="8" creationId="{85CB60B9-005C-47AF-9FB6-D41274CD49DC}"/>
            </ac:spMkLst>
          </pc:spChg>
        </pc:sldLayoutChg>
        <pc:sldLayoutChg chg="modSp mod">
          <pc:chgData name="Danielle Andries" userId="93d179e4-3c18-40f7-920e-ae80b202540d" providerId="ADAL" clId="{3E3BE2CF-8130-442B-9D1D-02B0E6C65866}" dt="2023-08-15T15:17:23.888" v="47" actId="20577"/>
          <pc:sldLayoutMkLst>
            <pc:docMk/>
            <pc:sldMasterMk cId="58932730" sldId="2147483910"/>
            <pc:sldLayoutMk cId="1974321300" sldId="2147483912"/>
          </pc:sldLayoutMkLst>
          <pc:spChg chg="mod">
            <ac:chgData name="Danielle Andries" userId="93d179e4-3c18-40f7-920e-ae80b202540d" providerId="ADAL" clId="{3E3BE2CF-8130-442B-9D1D-02B0E6C65866}" dt="2023-08-15T15:17:23.888" v="47" actId="20577"/>
            <ac:spMkLst>
              <pc:docMk/>
              <pc:sldMasterMk cId="58932730" sldId="2147483910"/>
              <pc:sldLayoutMk cId="1974321300" sldId="2147483912"/>
              <ac:spMk id="14" creationId="{DC95779D-C23F-4838-A4E9-42CBBB5D9F56}"/>
            </ac:spMkLst>
          </pc:spChg>
        </pc:sldLayoutChg>
        <pc:sldLayoutChg chg="modSp mod">
          <pc:chgData name="Danielle Andries" userId="93d179e4-3c18-40f7-920e-ae80b202540d" providerId="ADAL" clId="{3E3BE2CF-8130-442B-9D1D-02B0E6C65866}" dt="2023-08-15T15:17:31.403" v="49" actId="20577"/>
          <pc:sldLayoutMkLst>
            <pc:docMk/>
            <pc:sldMasterMk cId="58932730" sldId="2147483910"/>
            <pc:sldLayoutMk cId="4111725238" sldId="2147483926"/>
          </pc:sldLayoutMkLst>
          <pc:spChg chg="mod">
            <ac:chgData name="Danielle Andries" userId="93d179e4-3c18-40f7-920e-ae80b202540d" providerId="ADAL" clId="{3E3BE2CF-8130-442B-9D1D-02B0E6C65866}" dt="2023-08-15T15:17:31.403" v="49" actId="20577"/>
            <ac:spMkLst>
              <pc:docMk/>
              <pc:sldMasterMk cId="58932730" sldId="2147483910"/>
              <pc:sldLayoutMk cId="4111725238" sldId="2147483926"/>
              <ac:spMk id="14" creationId="{A81A1DFC-41A7-4E3E-A038-1E4DC1D675D6}"/>
            </ac:spMkLst>
          </pc:spChg>
        </pc:sldLayoutChg>
        <pc:sldLayoutChg chg="modSp mod">
          <pc:chgData name="Danielle Andries" userId="93d179e4-3c18-40f7-920e-ae80b202540d" providerId="ADAL" clId="{3E3BE2CF-8130-442B-9D1D-02B0E6C65866}" dt="2023-08-15T15:17:20.368" v="46" actId="20577"/>
          <pc:sldLayoutMkLst>
            <pc:docMk/>
            <pc:sldMasterMk cId="58932730" sldId="2147483910"/>
            <pc:sldLayoutMk cId="2001968655" sldId="2147483932"/>
          </pc:sldLayoutMkLst>
          <pc:spChg chg="mod">
            <ac:chgData name="Danielle Andries" userId="93d179e4-3c18-40f7-920e-ae80b202540d" providerId="ADAL" clId="{3E3BE2CF-8130-442B-9D1D-02B0E6C65866}" dt="2023-08-15T15:17:20.368" v="46" actId="20577"/>
            <ac:spMkLst>
              <pc:docMk/>
              <pc:sldMasterMk cId="58932730" sldId="2147483910"/>
              <pc:sldLayoutMk cId="2001968655" sldId="2147483932"/>
              <ac:spMk id="14" creationId="{DC95779D-C23F-4838-A4E9-42CBBB5D9F56}"/>
            </ac:spMkLst>
          </pc:spChg>
        </pc:sldLayoutChg>
      </pc:sldMaster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This Cloudflare blog provides an excellent overview of the problems with earlier TLS versions for students who want more detail: blog.cloudflare.com/rfc-8446-aka-tls-1-3</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2316415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Students may question why the version field reads TLS 1.2. This field is prone to a compatibility problem when servers cannot identify a new version. As a workaround, servers supporting TLS 1.3 should use the </a:t>
            </a:r>
            <a:r>
              <a:rPr lang="en-US" b="0" i="1" dirty="0" err="1">
                <a:solidFill>
                  <a:srgbClr val="45545F"/>
                </a:solidFill>
                <a:effectLst/>
                <a:latin typeface="Open Sans" panose="020B0606030504020204" pitchFamily="34" charset="0"/>
              </a:rPr>
              <a:t>supported_versions</a:t>
            </a:r>
            <a:r>
              <a:rPr lang="en-US" b="0" i="1" dirty="0">
                <a:solidFill>
                  <a:srgbClr val="45545F"/>
                </a:solidFill>
                <a:effectLst/>
                <a:latin typeface="Open Sans" panose="020B0606030504020204" pitchFamily="34" charset="0"/>
              </a:rPr>
              <a:t> extension instead.</a:t>
            </a:r>
            <a:r>
              <a:rPr lang="en-US" dirty="0"/>
              <a:t> </a:t>
            </a:r>
          </a:p>
        </p:txBody>
      </p:sp>
      <p:sp>
        <p:nvSpPr>
          <p:cNvPr id="4" name="Slide Number Placeholder 3"/>
          <p:cNvSpPr>
            <a:spLocks noGrp="1"/>
          </p:cNvSpPr>
          <p:nvPr>
            <p:ph type="sldNum" sz="quarter" idx="5"/>
          </p:nvPr>
        </p:nvSpPr>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36247174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Using TLS as part of SASL (STARTTLS) is referred to as opportunistic encryption. </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11273075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SNMP is one of those services that should be shut down if it is not being used. SNMP may run on devices such as switches, firewalls, and printers.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860319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Make sure students know the differences among FTP, FTPS, and SFTP, including which ports are associated with which variant.</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8</a:t>
            </a:fld>
            <a:endParaRPr lang="en-US"/>
          </a:p>
        </p:txBody>
      </p:sp>
    </p:spTree>
    <p:extLst>
      <p:ext uri="{BB962C8B-B14F-4D97-AF65-F5344CB8AC3E}">
        <p14:creationId xmlns:p14="http://schemas.microsoft.com/office/powerpoint/2010/main" val="34571978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Make sure students understand the difference between mail transfer and mailbox access.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12701602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algn="l"/>
            <a:r>
              <a:rPr lang="en-US" b="0" i="1" dirty="0">
                <a:solidFill>
                  <a:srgbClr val="45545F"/>
                </a:solidFill>
                <a:effectLst/>
                <a:latin typeface="Open Sans" panose="020B0606030504020204" pitchFamily="34" charset="0"/>
              </a:rPr>
              <a:t>Stress the difference between providing secure ports for accessing SMTP and mailbox profiles with the use of S/MIME to authenticate senders and encrypt messages.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10</a:t>
            </a:fld>
            <a:endParaRPr lang="en-US"/>
          </a:p>
        </p:txBody>
      </p:sp>
    </p:spTree>
    <p:extLst>
      <p:ext uri="{BB962C8B-B14F-4D97-AF65-F5344CB8AC3E}">
        <p14:creationId xmlns:p14="http://schemas.microsoft.com/office/powerpoint/2010/main" val="36129469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You might also want to mention policy-based encryption. This requires the use of S/MIME if there are matches to keywords in a certain message. </a:t>
            </a:r>
          </a:p>
        </p:txBody>
      </p:sp>
      <p:sp>
        <p:nvSpPr>
          <p:cNvPr id="4" name="Slide Number Placeholder 3"/>
          <p:cNvSpPr>
            <a:spLocks noGrp="1"/>
          </p:cNvSpPr>
          <p:nvPr>
            <p:ph type="sldNum" sz="quarter" idx="5"/>
          </p:nvPr>
        </p:nvSpPr>
        <p:spPr/>
        <p:txBody>
          <a:bodyPr/>
          <a:lstStyle/>
          <a:p>
            <a:fld id="{B7CF8A19-3A9E-4ABC-B336-2FDDE321C72D}" type="slidenum">
              <a:rPr lang="en-US" smtClean="0"/>
              <a:pPr/>
              <a:t>12</a:t>
            </a:fld>
            <a:endParaRPr lang="en-US"/>
          </a:p>
        </p:txBody>
      </p:sp>
    </p:spTree>
    <p:extLst>
      <p:ext uri="{BB962C8B-B14F-4D97-AF65-F5344CB8AC3E}">
        <p14:creationId xmlns:p14="http://schemas.microsoft.com/office/powerpoint/2010/main" val="22507644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9851064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The majority of top-level domains (TLDs) and country code TLDs are signed. Otherwise, adoption of DNSSEC is patchy except in the .gov domain. </a:t>
            </a:r>
            <a:r>
              <a:rPr lang="en-US" dirty="0"/>
              <a:t>You can refer students to charts about DNSSEC adoption at internetsociety.org/deploy360/</a:t>
            </a:r>
            <a:r>
              <a:rPr lang="en-US" dirty="0" err="1"/>
              <a:t>dnssec</a:t>
            </a:r>
            <a:r>
              <a:rPr lang="en-US" dirty="0"/>
              <a:t>/statistics.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36909951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review questions for discussion in class or set them for students to complete individually during or after class.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6702870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b="0" i="1" dirty="0">
                <a:solidFill>
                  <a:srgbClr val="45545F"/>
                </a:solidFill>
                <a:effectLst/>
                <a:latin typeface="Open Sans" panose="020B0606030504020204" pitchFamily="34" charset="0"/>
              </a:rPr>
              <a:t>Having covered the main attack types, this topic looks at coding techniques that mitigate those risks.</a:t>
            </a:r>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18</a:t>
            </a:fld>
            <a:endParaRPr lang="en-US"/>
          </a:p>
        </p:txBody>
      </p:sp>
    </p:spTree>
    <p:extLst>
      <p:ext uri="{BB962C8B-B14F-4D97-AF65-F5344CB8AC3E}">
        <p14:creationId xmlns:p14="http://schemas.microsoft.com/office/powerpoint/2010/main" val="21778278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OWASP provides an excellent overview of input validation at https://cheatsheetseries.owasp.org/cheatsheets/Input_Validation_Cheat_Sheet.html. </a:t>
            </a:r>
          </a:p>
        </p:txBody>
      </p:sp>
      <p:sp>
        <p:nvSpPr>
          <p:cNvPr id="4" name="Slide Number Placeholder 3"/>
          <p:cNvSpPr>
            <a:spLocks noGrp="1"/>
          </p:cNvSpPr>
          <p:nvPr>
            <p:ph type="sldNum" sz="quarter" idx="5"/>
          </p:nvPr>
        </p:nvSpPr>
        <p:spPr/>
        <p:txBody>
          <a:bodyPr/>
          <a:lstStyle/>
          <a:p>
            <a:fld id="{B7CF8A19-3A9E-4ABC-B336-2FDDE321C72D}" type="slidenum">
              <a:rPr lang="en-US" smtClean="0"/>
              <a:pPr/>
              <a:t>20</a:t>
            </a:fld>
            <a:endParaRPr lang="en-US"/>
          </a:p>
        </p:txBody>
      </p:sp>
    </p:spTree>
    <p:extLst>
      <p:ext uri="{BB962C8B-B14F-4D97-AF65-F5344CB8AC3E}">
        <p14:creationId xmlns:p14="http://schemas.microsoft.com/office/powerpoint/2010/main" val="41331309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review questions for discussion in class or set them for students to complete individually during or after class.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24</a:t>
            </a:fld>
            <a:endParaRPr lang="en-US"/>
          </a:p>
        </p:txBody>
      </p:sp>
    </p:spTree>
    <p:extLst>
      <p:ext uri="{BB962C8B-B14F-4D97-AF65-F5344CB8AC3E}">
        <p14:creationId xmlns:p14="http://schemas.microsoft.com/office/powerpoint/2010/main" val="33480284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13.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p:nvPr>
        </p:nvSpPr>
        <p:spPr>
          <a:xfrm>
            <a:off x="0" y="0"/>
            <a:ext cx="9143999" cy="603250"/>
          </a:xfrm>
          <a:prstGeom prst="rect">
            <a:avLst/>
          </a:prstGeom>
        </p:spPr>
        <p:txBody>
          <a:bodyPr/>
          <a:lstStyle/>
          <a:p>
            <a:r>
              <a:rPr lang="en-US"/>
              <a:t>Click to edit Master title style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err="1"/>
              <a:t>ActivityTitle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p:nvPr>
        </p:nvSpPr>
        <p:spPr>
          <a:xfrm>
            <a:off x="146049" y="748621"/>
            <a:ext cx="8870950" cy="4044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41009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1046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38294"/>
            <a:ext cx="8870950" cy="405468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1316358"/>
            <a:ext cx="8870950" cy="361886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7" name="Text Placeholder 2">
            <a:extLst>
              <a:ext uri="{FF2B5EF4-FFF2-40B4-BE49-F238E27FC236}">
                <a16:creationId xmlns:a16="http://schemas.microsoft.com/office/drawing/2014/main" id="{66E5E767-ABBB-28F4-B396-B3E810584A84}"/>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27174682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content shi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5" name="Text Placeholder 10">
            <a:extLst>
              <a:ext uri="{FF2B5EF4-FFF2-40B4-BE49-F238E27FC236}">
                <a16:creationId xmlns:a16="http://schemas.microsoft.com/office/drawing/2014/main" id="{E6F385FD-7227-A6D8-CF34-8C0AA0F4442F}"/>
              </a:ext>
            </a:extLst>
          </p:cNvPr>
          <p:cNvSpPr>
            <a:spLocks noGrp="1"/>
          </p:cNvSpPr>
          <p:nvPr>
            <p:ph idx="15"/>
          </p:nvPr>
        </p:nvSpPr>
        <p:spPr>
          <a:xfrm>
            <a:off x="146049" y="1367538"/>
            <a:ext cx="308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10">
            <a:extLst>
              <a:ext uri="{FF2B5EF4-FFF2-40B4-BE49-F238E27FC236}">
                <a16:creationId xmlns:a16="http://schemas.microsoft.com/office/drawing/2014/main" id="{DFCA9826-9EB9-7C1E-5E72-8CE6EEE35BF5}"/>
              </a:ext>
            </a:extLst>
          </p:cNvPr>
          <p:cNvSpPr>
            <a:spLocks noGrp="1"/>
          </p:cNvSpPr>
          <p:nvPr>
            <p:ph idx="16"/>
          </p:nvPr>
        </p:nvSpPr>
        <p:spPr>
          <a:xfrm>
            <a:off x="3386667" y="1367538"/>
            <a:ext cx="5630333"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a:extLst>
              <a:ext uri="{FF2B5EF4-FFF2-40B4-BE49-F238E27FC236}">
                <a16:creationId xmlns:a16="http://schemas.microsoft.com/office/drawing/2014/main" id="{557019AA-58B5-21F3-571B-CF88C0B4535C}"/>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5878699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ntent 1 smal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GB"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5" name="Text Placeholder 10">
            <a:extLst>
              <a:ext uri="{FF2B5EF4-FFF2-40B4-BE49-F238E27FC236}">
                <a16:creationId xmlns:a16="http://schemas.microsoft.com/office/drawing/2014/main" id="{E6F385FD-7227-A6D8-CF34-8C0AA0F4442F}"/>
              </a:ext>
            </a:extLst>
          </p:cNvPr>
          <p:cNvSpPr>
            <a:spLocks noGrp="1"/>
          </p:cNvSpPr>
          <p:nvPr>
            <p:ph idx="15"/>
          </p:nvPr>
        </p:nvSpPr>
        <p:spPr>
          <a:xfrm>
            <a:off x="146049" y="1367538"/>
            <a:ext cx="562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10">
            <a:extLst>
              <a:ext uri="{FF2B5EF4-FFF2-40B4-BE49-F238E27FC236}">
                <a16:creationId xmlns:a16="http://schemas.microsoft.com/office/drawing/2014/main" id="{DFCA9826-9EB9-7C1E-5E72-8CE6EEE35BF5}"/>
              </a:ext>
            </a:extLst>
          </p:cNvPr>
          <p:cNvSpPr>
            <a:spLocks noGrp="1"/>
          </p:cNvSpPr>
          <p:nvPr>
            <p:ph idx="16"/>
          </p:nvPr>
        </p:nvSpPr>
        <p:spPr>
          <a:xfrm>
            <a:off x="5932169" y="1367538"/>
            <a:ext cx="3084831" cy="34254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2">
            <a:extLst>
              <a:ext uri="{FF2B5EF4-FFF2-40B4-BE49-F238E27FC236}">
                <a16:creationId xmlns:a16="http://schemas.microsoft.com/office/drawing/2014/main" id="{557019AA-58B5-21F3-571B-CF88C0B4535C}"/>
              </a:ext>
            </a:extLst>
          </p:cNvPr>
          <p:cNvSpPr>
            <a:spLocks noGrp="1"/>
          </p:cNvSpPr>
          <p:nvPr>
            <p:ph type="body" idx="11"/>
          </p:nvPr>
        </p:nvSpPr>
        <p:spPr>
          <a:xfrm>
            <a:off x="146049" y="745483"/>
            <a:ext cx="8870949"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Tree>
    <p:extLst>
      <p:ext uri="{BB962C8B-B14F-4D97-AF65-F5344CB8AC3E}">
        <p14:creationId xmlns:p14="http://schemas.microsoft.com/office/powerpoint/2010/main" val="30116147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w/Captio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Text Placeholder 3">
            <a:extLst>
              <a:ext uri="{FF2B5EF4-FFF2-40B4-BE49-F238E27FC236}">
                <a16:creationId xmlns:a16="http://schemas.microsoft.com/office/drawing/2014/main" id="{71AD28C1-FD19-F774-9521-7A20689A464F}"/>
              </a:ext>
            </a:extLst>
          </p:cNvPr>
          <p:cNvSpPr>
            <a:spLocks noGrp="1"/>
          </p:cNvSpPr>
          <p:nvPr>
            <p:ph type="body" sz="quarter" idx="14" hasCustomPrompt="1"/>
          </p:nvPr>
        </p:nvSpPr>
        <p:spPr>
          <a:xfrm>
            <a:off x="141286" y="4395892"/>
            <a:ext cx="8861426" cy="392855"/>
          </a:xfrm>
        </p:spPr>
        <p:txBody>
          <a:bodyPr anchor="ctr">
            <a:normAutofit/>
          </a:bodyPr>
          <a:lstStyle>
            <a:lvl1pPr marL="0" indent="0" algn="ctr">
              <a:buNone/>
              <a:defRPr sz="1800" i="1">
                <a:solidFill>
                  <a:schemeClr val="tx2"/>
                </a:solidFill>
              </a:defRPr>
            </a:lvl1pPr>
            <a:lvl2pPr marL="342900" indent="0" algn="ctr">
              <a:buNone/>
              <a:defRPr/>
            </a:lvl2pPr>
            <a:lvl3pPr marL="685800" indent="0" algn="ctr">
              <a:buNone/>
              <a:defRPr/>
            </a:lvl3pPr>
            <a:lvl4pPr marL="1028700" indent="0" algn="ctr">
              <a:buNone/>
              <a:defRPr/>
            </a:lvl4pPr>
            <a:lvl5pPr marL="1371600" indent="0" algn="ctr">
              <a:buNone/>
              <a:defRPr/>
            </a:lvl5pPr>
          </a:lstStyle>
          <a:p>
            <a:pPr lvl="0"/>
            <a:r>
              <a:rPr lang="en-US" dirty="0"/>
              <a:t>Insert Caption</a:t>
            </a:r>
          </a:p>
        </p:txBody>
      </p:sp>
      <p:sp>
        <p:nvSpPr>
          <p:cNvPr id="6" name="Content Placeholder 5">
            <a:extLst>
              <a:ext uri="{FF2B5EF4-FFF2-40B4-BE49-F238E27FC236}">
                <a16:creationId xmlns:a16="http://schemas.microsoft.com/office/drawing/2014/main" id="{9F574EA0-61D0-7FF7-8B79-5F96C7D02A17}"/>
              </a:ext>
            </a:extLst>
          </p:cNvPr>
          <p:cNvSpPr>
            <a:spLocks noGrp="1"/>
          </p:cNvSpPr>
          <p:nvPr>
            <p:ph sz="quarter" idx="15"/>
          </p:nvPr>
        </p:nvSpPr>
        <p:spPr>
          <a:xfrm>
            <a:off x="141286" y="700192"/>
            <a:ext cx="8861427" cy="3695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628437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Content w Sub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67536"/>
            <a:ext cx="4371507" cy="342544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5545092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hasCustomPrompt="1"/>
          </p:nvPr>
        </p:nvSpPr>
        <p:spPr>
          <a:xfrm>
            <a:off x="0" y="0"/>
            <a:ext cx="9143999" cy="603250"/>
          </a:xfrm>
          <a:prstGeom prst="rect">
            <a:avLst/>
          </a:prstGeom>
        </p:spPr>
        <p:txBody>
          <a:bodyPr/>
          <a:lstStyle/>
          <a:p>
            <a:r>
              <a:rPr lang="en-US" noProof="0" dirty="0"/>
              <a:t>Click to enter Slide Show(s) name From </a:t>
            </a:r>
            <a:r>
              <a:rPr lang="en-US" noProof="0" dirty="0" err="1"/>
              <a:t>MeF</a:t>
            </a:r>
            <a:endParaRPr lang="en-US" dirty="0"/>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hasCustomPrompt="1"/>
          </p:nvPr>
        </p:nvSpPr>
        <p:spPr>
          <a:xfrm>
            <a:off x="146050" y="748623"/>
            <a:ext cx="8870950" cy="4044357"/>
          </a:xfrm>
          <a:prstGeom prst="rect">
            <a:avLst/>
          </a:prstGeom>
        </p:spPr>
        <p:txBody>
          <a:bodyPr/>
          <a:lstStyle>
            <a:lvl1pPr marL="457200" indent="-457200">
              <a:buFont typeface="+mj-lt"/>
              <a:buAutoNum type="arabicPeriod"/>
              <a:defRPr b="1"/>
            </a:lvl1pPr>
          </a:lstStyle>
          <a:p>
            <a:pPr lvl="0"/>
            <a:r>
              <a:rPr lang="en-US" dirty="0"/>
              <a:t>List the questions from the review activity page.</a:t>
            </a:r>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a:t>Activity 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2022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5828A-A7EC-0777-DCF2-03FADF7CE572}"/>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2B2E5881-DB2B-B483-494C-F59C40B2594F}"/>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703C07-D880-A741-5039-396A7A6FD1B1}"/>
              </a:ext>
            </a:extLst>
          </p:cNvPr>
          <p:cNvSpPr>
            <a:spLocks noGrp="1"/>
          </p:cNvSpPr>
          <p:nvPr>
            <p:ph type="dt" sz="half" idx="10"/>
          </p:nvPr>
        </p:nvSpPr>
        <p:spPr/>
        <p:txBody>
          <a:bodyPr/>
          <a:lstStyle/>
          <a:p>
            <a:fld id="{0EE6F095-4831-4AF3-B815-7404BBBCB6E0}" type="datetimeFigureOut">
              <a:rPr lang="en-US" smtClean="0"/>
              <a:t>9/19/2023</a:t>
            </a:fld>
            <a:endParaRPr lang="en-US"/>
          </a:p>
        </p:txBody>
      </p:sp>
      <p:sp>
        <p:nvSpPr>
          <p:cNvPr id="5" name="Footer Placeholder 4">
            <a:extLst>
              <a:ext uri="{FF2B5EF4-FFF2-40B4-BE49-F238E27FC236}">
                <a16:creationId xmlns:a16="http://schemas.microsoft.com/office/drawing/2014/main" id="{3C986265-5616-ED16-B53E-F9CB2D08C7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AC5A67-179A-9C97-7025-D5D1473BDDED}"/>
              </a:ext>
            </a:extLst>
          </p:cNvPr>
          <p:cNvSpPr>
            <a:spLocks noGrp="1"/>
          </p:cNvSpPr>
          <p:nvPr>
            <p:ph type="sldNum" sz="quarter" idx="12"/>
          </p:nvPr>
        </p:nvSpPr>
        <p:spPr/>
        <p:txBody>
          <a:bodyPr/>
          <a:lstStyle/>
          <a:p>
            <a:fld id="{32F2B094-62D1-42B6-97B2-CE0CACB8FCA4}" type="slidenum">
              <a:rPr lang="en-US" smtClean="0"/>
              <a:t>‹#›</a:t>
            </a:fld>
            <a:endParaRPr lang="en-US"/>
          </a:p>
        </p:txBody>
      </p:sp>
    </p:spTree>
    <p:extLst>
      <p:ext uri="{BB962C8B-B14F-4D97-AF65-F5344CB8AC3E}">
        <p14:creationId xmlns:p14="http://schemas.microsoft.com/office/powerpoint/2010/main" val="3879206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14" r:id="rId1"/>
    <p:sldLayoutId id="2147483917" r:id="rId2"/>
    <p:sldLayoutId id="2147483918" r:id="rId3"/>
    <p:sldLayoutId id="2147483919" r:id="rId4"/>
    <p:sldLayoutId id="2147483922" r:id="rId5"/>
    <p:sldLayoutId id="2147483924" r:id="rId6"/>
    <p:sldLayoutId id="2147483932" r:id="rId7"/>
    <p:sldLayoutId id="2147483912" r:id="rId8"/>
    <p:sldLayoutId id="2147483911" r:id="rId9"/>
    <p:sldLayoutId id="2147483926" r:id="rId10"/>
    <p:sldLayoutId id="2147483927" r:id="rId11"/>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dirty="0"/>
              <a:t>Click to enter Slide Show(s) name From </a:t>
            </a:r>
            <a:r>
              <a:rPr lang="en-US" noProof="0" dirty="0" err="1"/>
              <a:t>MeF</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41" r:id="rId1"/>
    <p:sldLayoutId id="2147483937" r:id="rId2"/>
    <p:sldLayoutId id="2147483938" r:id="rId3"/>
    <p:sldLayoutId id="2147483939" r:id="rId4"/>
    <p:sldLayoutId id="2147483934" r:id="rId5"/>
    <p:sldLayoutId id="2147483942" r:id="rId6"/>
    <p:sldLayoutId id="2147483943" r:id="rId7"/>
    <p:sldLayoutId id="2147483936" r:id="rId8"/>
    <p:sldLayoutId id="2147483944" r:id="rId9"/>
    <p:sldLayoutId id="2147483945" r:id="rId10"/>
    <p:sldLayoutId id="2147483946" r:id="rId11"/>
    <p:sldLayoutId id="2147483947" r:id="rId12"/>
    <p:sldLayoutId id="2147483948" r:id="rId13"/>
    <p:sldLayoutId id="2147483949" r:id="rId14"/>
    <p:sldLayoutId id="2147483935" r:id="rId15"/>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www.quad9.net/" TargetMode="External"/><Relationship Id="rId7" Type="http://schemas.openxmlformats.org/officeDocument/2006/relationships/image" Target="../media/image19.png"/><Relationship Id="rId2" Type="http://schemas.openxmlformats.org/officeDocument/2006/relationships/hyperlink" Target="https://www.opendns.com/" TargetMode="External"/><Relationship Id="rId1" Type="http://schemas.openxmlformats.org/officeDocument/2006/relationships/slideLayout" Target="../slideLayouts/slideLayout2.xml"/><Relationship Id="rId6" Type="http://schemas.openxmlformats.org/officeDocument/2006/relationships/hyperlink" Target="https://www.cloudflare.com/application-services/products/dns/" TargetMode="External"/><Relationship Id="rId5" Type="http://schemas.openxmlformats.org/officeDocument/2006/relationships/hyperlink" Target="https://umbrella.cisco.com/products/dns-layer-network-security" TargetMode="External"/><Relationship Id="rId4" Type="http://schemas.openxmlformats.org/officeDocument/2006/relationships/hyperlink" Target="https://cleanbrowsing.org/"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5E7-CEB7-44B4-8D15-A6FE845CE6B2}"/>
              </a:ext>
            </a:extLst>
          </p:cNvPr>
          <p:cNvSpPr>
            <a:spLocks noGrp="1"/>
          </p:cNvSpPr>
          <p:nvPr>
            <p:ph type="ctrTitle"/>
          </p:nvPr>
        </p:nvSpPr>
        <p:spPr>
          <a:xfrm>
            <a:off x="650366" y="2166824"/>
            <a:ext cx="8366634" cy="1080000"/>
          </a:xfrm>
        </p:spPr>
        <p:txBody>
          <a:bodyPr/>
          <a:lstStyle/>
          <a:p>
            <a:r>
              <a:rPr lang="en-US" dirty="0"/>
              <a:t>Enhance Application Security Capabilities</a:t>
            </a:r>
          </a:p>
        </p:txBody>
      </p:sp>
      <p:sp>
        <p:nvSpPr>
          <p:cNvPr id="3" name="Subtitle 2">
            <a:extLst>
              <a:ext uri="{FF2B5EF4-FFF2-40B4-BE49-F238E27FC236}">
                <a16:creationId xmlns:a16="http://schemas.microsoft.com/office/drawing/2014/main" id="{3CFC5BFA-DF53-4407-9187-19E2D701E00B}"/>
              </a:ext>
            </a:extLst>
          </p:cNvPr>
          <p:cNvSpPr>
            <a:spLocks noGrp="1"/>
          </p:cNvSpPr>
          <p:nvPr>
            <p:ph type="subTitle" idx="1"/>
          </p:nvPr>
        </p:nvSpPr>
        <p:spPr/>
        <p:txBody>
          <a:bodyPr/>
          <a:lstStyle/>
          <a:p>
            <a:r>
              <a:rPr lang="en-US" dirty="0"/>
              <a:t>Lesson 11</a:t>
            </a:r>
          </a:p>
        </p:txBody>
      </p:sp>
      <p:sp>
        <p:nvSpPr>
          <p:cNvPr id="4" name="Text Placeholder 3">
            <a:extLst>
              <a:ext uri="{FF2B5EF4-FFF2-40B4-BE49-F238E27FC236}">
                <a16:creationId xmlns:a16="http://schemas.microsoft.com/office/drawing/2014/main" id="{10E64DD8-93CF-45E0-BBB1-D21C74EEE754}"/>
              </a:ext>
            </a:extLst>
          </p:cNvPr>
          <p:cNvSpPr>
            <a:spLocks noGrp="1"/>
          </p:cNvSpPr>
          <p:nvPr>
            <p:ph type="body" sz="quarter" idx="12"/>
          </p:nvPr>
        </p:nvSpPr>
        <p:spPr/>
        <p:txBody>
          <a:bodyPr>
            <a:normAutofit fontScale="92500" lnSpcReduction="10000"/>
          </a:bodyPr>
          <a:lstStyle/>
          <a:p>
            <a:r>
              <a:rPr lang="en-US" noProof="0" dirty="0"/>
              <a:t>CompTIA Security+ Exam SY0-701</a:t>
            </a:r>
          </a:p>
          <a:p>
            <a:endParaRPr lang="en-US" dirty="0"/>
          </a:p>
        </p:txBody>
      </p:sp>
      <p:sp>
        <p:nvSpPr>
          <p:cNvPr id="5" name="Slide Number Placeholder 4">
            <a:extLst>
              <a:ext uri="{FF2B5EF4-FFF2-40B4-BE49-F238E27FC236}">
                <a16:creationId xmlns:a16="http://schemas.microsoft.com/office/drawing/2014/main" id="{62FE90A5-9E27-4EEC-9D36-E853C33CA9D6}"/>
              </a:ext>
            </a:extLst>
          </p:cNvPr>
          <p:cNvSpPr>
            <a:spLocks noGrp="1"/>
          </p:cNvSpPr>
          <p:nvPr>
            <p:ph type="sldNum" sz="quarter" idx="10"/>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3995608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4BAD-EC4F-4728-93AF-D36C5D808653}"/>
              </a:ext>
            </a:extLst>
          </p:cNvPr>
          <p:cNvSpPr>
            <a:spLocks noGrp="1"/>
          </p:cNvSpPr>
          <p:nvPr>
            <p:ph type="ctrTitle"/>
          </p:nvPr>
        </p:nvSpPr>
        <p:spPr/>
        <p:txBody>
          <a:bodyPr/>
          <a:lstStyle/>
          <a:p>
            <a:r>
              <a:rPr lang="en-US" dirty="0"/>
              <a:t>Application Protocol Security Baselines</a:t>
            </a:r>
          </a:p>
        </p:txBody>
      </p:sp>
      <p:sp>
        <p:nvSpPr>
          <p:cNvPr id="3" name="Subtitle 2">
            <a:extLst>
              <a:ext uri="{FF2B5EF4-FFF2-40B4-BE49-F238E27FC236}">
                <a16:creationId xmlns:a16="http://schemas.microsoft.com/office/drawing/2014/main" id="{64FA1437-B024-4A30-A4F5-99BD676DEE0E}"/>
              </a:ext>
            </a:extLst>
          </p:cNvPr>
          <p:cNvSpPr>
            <a:spLocks noGrp="1"/>
          </p:cNvSpPr>
          <p:nvPr>
            <p:ph type="subTitle" idx="1"/>
          </p:nvPr>
        </p:nvSpPr>
        <p:spPr/>
        <p:txBody>
          <a:bodyPr/>
          <a:lstStyle/>
          <a:p>
            <a:r>
              <a:rPr lang="en-US" dirty="0"/>
              <a:t>Topic 11A</a:t>
            </a:r>
          </a:p>
        </p:txBody>
      </p:sp>
      <p:sp>
        <p:nvSpPr>
          <p:cNvPr id="4" name="Text Placeholder 3">
            <a:extLst>
              <a:ext uri="{FF2B5EF4-FFF2-40B4-BE49-F238E27FC236}">
                <a16:creationId xmlns:a16="http://schemas.microsoft.com/office/drawing/2014/main" id="{EB4C854E-2009-4A48-BF5C-7AC043B72217}"/>
              </a:ext>
            </a:extLst>
          </p:cNvPr>
          <p:cNvSpPr>
            <a:spLocks noGrp="1"/>
          </p:cNvSpPr>
          <p:nvPr>
            <p:ph type="body" sz="quarter" idx="12"/>
          </p:nvPr>
        </p:nvSpPr>
        <p:spPr/>
        <p:txBody>
          <a:bodyPr/>
          <a:lstStyle/>
          <a:p>
            <a:r>
              <a:rPr lang="en-US" dirty="0"/>
              <a:t>Lesson 11</a:t>
            </a:r>
          </a:p>
        </p:txBody>
      </p:sp>
      <p:sp>
        <p:nvSpPr>
          <p:cNvPr id="5" name="Slide Number Placeholder 4">
            <a:extLst>
              <a:ext uri="{FF2B5EF4-FFF2-40B4-BE49-F238E27FC236}">
                <a16:creationId xmlns:a16="http://schemas.microsoft.com/office/drawing/2014/main" id="{7DF36CFC-7807-412C-9168-A8CA604E808C}"/>
              </a:ext>
            </a:extLst>
          </p:cNvPr>
          <p:cNvSpPr>
            <a:spLocks noGrp="1"/>
          </p:cNvSpPr>
          <p:nvPr>
            <p:ph type="sldNum" sz="quarter" idx="10"/>
          </p:nvPr>
        </p:nvSpPr>
        <p:spPr/>
        <p:txBody>
          <a:bodyPr/>
          <a:lstStyle/>
          <a:p>
            <a:fld id="{B7CF8A19-3A9E-4ABC-B336-2FDDE321C72D}" type="slidenum">
              <a:rPr lang="en-US" smtClean="0"/>
              <a:pPr/>
              <a:t>2</a:t>
            </a:fld>
            <a:endParaRPr lang="en-US"/>
          </a:p>
        </p:txBody>
      </p:sp>
    </p:spTree>
    <p:extLst>
      <p:ext uri="{BB962C8B-B14F-4D97-AF65-F5344CB8AC3E}">
        <p14:creationId xmlns:p14="http://schemas.microsoft.com/office/powerpoint/2010/main" val="2170154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p:txBody>
          <a:bodyPr/>
          <a:lstStyle/>
          <a:p>
            <a:r>
              <a:rPr lang="en-US" dirty="0"/>
              <a:t>Secure Protocols</a:t>
            </a:r>
          </a:p>
        </p:txBody>
      </p:sp>
      <p:sp>
        <p:nvSpPr>
          <p:cNvPr id="8" name="Content Placeholder 7">
            <a:extLst>
              <a:ext uri="{FF2B5EF4-FFF2-40B4-BE49-F238E27FC236}">
                <a16:creationId xmlns:a16="http://schemas.microsoft.com/office/drawing/2014/main" id="{A1E8C893-74A9-5D3E-DF54-209BFC668029}"/>
              </a:ext>
            </a:extLst>
          </p:cNvPr>
          <p:cNvSpPr>
            <a:spLocks noGrp="1"/>
          </p:cNvSpPr>
          <p:nvPr>
            <p:ph idx="1"/>
          </p:nvPr>
        </p:nvSpPr>
        <p:spPr>
          <a:xfrm>
            <a:off x="146049" y="746760"/>
            <a:ext cx="5542775" cy="4046220"/>
          </a:xfrm>
        </p:spPr>
        <p:txBody>
          <a:bodyPr>
            <a:normAutofit fontScale="55000" lnSpcReduction="20000"/>
          </a:bodyPr>
          <a:lstStyle/>
          <a:p>
            <a:r>
              <a:rPr lang="en-US" dirty="0"/>
              <a:t>Many of the protocols used today were developed many decades ago</a:t>
            </a:r>
          </a:p>
          <a:p>
            <a:pPr marL="714375" lvl="1" indent="-285750"/>
            <a:r>
              <a:rPr lang="en-US" dirty="0"/>
              <a:t>Functionality was primary focus</a:t>
            </a:r>
          </a:p>
          <a:p>
            <a:pPr marL="714375" lvl="1" indent="-285750"/>
            <a:r>
              <a:rPr lang="en-US" dirty="0"/>
              <a:t>Trustworthiness was assumed </a:t>
            </a:r>
          </a:p>
          <a:p>
            <a:pPr marL="714375" lvl="1" indent="-285750"/>
            <a:r>
              <a:rPr lang="en-US" dirty="0"/>
              <a:t>Cybersecurity was less of an issue than it is today</a:t>
            </a:r>
          </a:p>
          <a:p>
            <a:r>
              <a:rPr lang="en-US" dirty="0"/>
              <a:t>Insecure Protocols</a:t>
            </a:r>
          </a:p>
          <a:p>
            <a:pPr marL="714375" lvl="1" indent="-285750"/>
            <a:r>
              <a:rPr lang="en-US" dirty="0"/>
              <a:t>Transmit data in clear text format</a:t>
            </a:r>
          </a:p>
          <a:p>
            <a:pPr marL="714375" lvl="1" indent="-285750"/>
            <a:r>
              <a:rPr lang="en-US" dirty="0"/>
              <a:t>Generally, cannot be secured</a:t>
            </a:r>
          </a:p>
          <a:p>
            <a:pPr marL="714375" lvl="1" indent="-285750"/>
            <a:r>
              <a:rPr lang="en-US" dirty="0"/>
              <a:t>Must be avoided</a:t>
            </a:r>
          </a:p>
          <a:p>
            <a:r>
              <a:rPr lang="en-US" dirty="0"/>
              <a:t>Secure Protocols</a:t>
            </a:r>
          </a:p>
          <a:p>
            <a:pPr marL="714375" lvl="1" indent="-285750"/>
            <a:r>
              <a:rPr lang="en-US" dirty="0"/>
              <a:t>Same functionality and secure</a:t>
            </a:r>
          </a:p>
          <a:p>
            <a:pPr marL="714375" lvl="1" indent="-285750"/>
            <a:r>
              <a:rPr lang="en-US" dirty="0"/>
              <a:t>More complex to configure</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3"/>
          </p:nvPr>
        </p:nvSpPr>
        <p:spPr/>
        <p:txBody>
          <a:bodyPr/>
          <a:lstStyle/>
          <a:p>
            <a:fld id="{B7CF8A19-3A9E-4ABC-B336-2FDDE321C72D}" type="slidenum">
              <a:rPr lang="en-US" smtClean="0"/>
              <a:pPr/>
              <a:t>3</a:t>
            </a:fld>
            <a:endParaRPr lang="en-US"/>
          </a:p>
        </p:txBody>
      </p:sp>
      <p:graphicFrame>
        <p:nvGraphicFramePr>
          <p:cNvPr id="10" name="Table 5">
            <a:extLst>
              <a:ext uri="{FF2B5EF4-FFF2-40B4-BE49-F238E27FC236}">
                <a16:creationId xmlns:a16="http://schemas.microsoft.com/office/drawing/2014/main" id="{FB463EE8-5934-DF8C-6319-047741732235}"/>
              </a:ext>
            </a:extLst>
          </p:cNvPr>
          <p:cNvGraphicFramePr>
            <a:graphicFrameLocks noGrp="1"/>
          </p:cNvGraphicFramePr>
          <p:nvPr>
            <p:ph idx="12"/>
            <p:extLst>
              <p:ext uri="{D42A27DB-BD31-4B8C-83A1-F6EECF244321}">
                <p14:modId xmlns:p14="http://schemas.microsoft.com/office/powerpoint/2010/main" val="3492054816"/>
              </p:ext>
            </p:extLst>
          </p:nvPr>
        </p:nvGraphicFramePr>
        <p:xfrm>
          <a:off x="5774144" y="2107255"/>
          <a:ext cx="2763672" cy="1518144"/>
        </p:xfrm>
        <a:graphic>
          <a:graphicData uri="http://schemas.openxmlformats.org/drawingml/2006/table">
            <a:tbl>
              <a:tblPr firstRow="1" bandRow="1">
                <a:tableStyleId>{5C22544A-7EE6-4342-B048-85BDC9FD1C3A}</a:tableStyleId>
              </a:tblPr>
              <a:tblGrid>
                <a:gridCol w="921224">
                  <a:extLst>
                    <a:ext uri="{9D8B030D-6E8A-4147-A177-3AD203B41FA5}">
                      <a16:colId xmlns:a16="http://schemas.microsoft.com/office/drawing/2014/main" val="3873226507"/>
                    </a:ext>
                  </a:extLst>
                </a:gridCol>
                <a:gridCol w="1842448">
                  <a:extLst>
                    <a:ext uri="{9D8B030D-6E8A-4147-A177-3AD203B41FA5}">
                      <a16:colId xmlns:a16="http://schemas.microsoft.com/office/drawing/2014/main" val="2516965442"/>
                    </a:ext>
                  </a:extLst>
                </a:gridCol>
              </a:tblGrid>
              <a:tr h="379536">
                <a:tc>
                  <a:txBody>
                    <a:bodyPr/>
                    <a:lstStyle/>
                    <a:p>
                      <a:pPr algn="l"/>
                      <a:r>
                        <a:rPr lang="en-US" dirty="0"/>
                        <a:t>Insecure</a:t>
                      </a:r>
                    </a:p>
                  </a:txBody>
                  <a:tcPr/>
                </a:tc>
                <a:tc>
                  <a:txBody>
                    <a:bodyPr/>
                    <a:lstStyle/>
                    <a:p>
                      <a:pPr algn="l"/>
                      <a:r>
                        <a:rPr lang="en-US" dirty="0"/>
                        <a:t>Secure Alternative</a:t>
                      </a:r>
                    </a:p>
                  </a:txBody>
                  <a:tcPr/>
                </a:tc>
                <a:extLst>
                  <a:ext uri="{0D108BD9-81ED-4DB2-BD59-A6C34878D82A}">
                    <a16:rowId xmlns:a16="http://schemas.microsoft.com/office/drawing/2014/main" val="3944229395"/>
                  </a:ext>
                </a:extLst>
              </a:tr>
              <a:tr h="379536">
                <a:tc>
                  <a:txBody>
                    <a:bodyPr/>
                    <a:lstStyle/>
                    <a:p>
                      <a:pPr algn="l"/>
                      <a:r>
                        <a:rPr lang="en-US" dirty="0"/>
                        <a:t>Telnet</a:t>
                      </a:r>
                    </a:p>
                  </a:txBody>
                  <a:tcPr/>
                </a:tc>
                <a:tc>
                  <a:txBody>
                    <a:bodyPr/>
                    <a:lstStyle/>
                    <a:p>
                      <a:pPr algn="l"/>
                      <a:r>
                        <a:rPr lang="en-US" dirty="0"/>
                        <a:t>SSH</a:t>
                      </a:r>
                    </a:p>
                  </a:txBody>
                  <a:tcPr/>
                </a:tc>
                <a:extLst>
                  <a:ext uri="{0D108BD9-81ED-4DB2-BD59-A6C34878D82A}">
                    <a16:rowId xmlns:a16="http://schemas.microsoft.com/office/drawing/2014/main" val="4076813950"/>
                  </a:ext>
                </a:extLst>
              </a:tr>
              <a:tr h="379536">
                <a:tc>
                  <a:txBody>
                    <a:bodyPr/>
                    <a:lstStyle/>
                    <a:p>
                      <a:pPr algn="l"/>
                      <a:r>
                        <a:rPr lang="en-US" dirty="0"/>
                        <a:t>HTTP</a:t>
                      </a:r>
                    </a:p>
                  </a:txBody>
                  <a:tcPr/>
                </a:tc>
                <a:tc>
                  <a:txBody>
                    <a:bodyPr/>
                    <a:lstStyle/>
                    <a:p>
                      <a:pPr algn="l"/>
                      <a:r>
                        <a:rPr lang="en-US" dirty="0"/>
                        <a:t>HTTPS</a:t>
                      </a:r>
                    </a:p>
                  </a:txBody>
                  <a:tcPr/>
                </a:tc>
                <a:extLst>
                  <a:ext uri="{0D108BD9-81ED-4DB2-BD59-A6C34878D82A}">
                    <a16:rowId xmlns:a16="http://schemas.microsoft.com/office/drawing/2014/main" val="3529663369"/>
                  </a:ext>
                </a:extLst>
              </a:tr>
              <a:tr h="379536">
                <a:tc>
                  <a:txBody>
                    <a:bodyPr/>
                    <a:lstStyle/>
                    <a:p>
                      <a:pPr algn="l"/>
                      <a:r>
                        <a:rPr lang="en-US" dirty="0"/>
                        <a:t>FTP</a:t>
                      </a:r>
                    </a:p>
                  </a:txBody>
                  <a:tcPr/>
                </a:tc>
                <a:tc>
                  <a:txBody>
                    <a:bodyPr/>
                    <a:lstStyle/>
                    <a:p>
                      <a:pPr algn="l"/>
                      <a:r>
                        <a:rPr lang="en-US" dirty="0"/>
                        <a:t>FTPS/SFTP</a:t>
                      </a:r>
                    </a:p>
                  </a:txBody>
                  <a:tcPr/>
                </a:tc>
                <a:extLst>
                  <a:ext uri="{0D108BD9-81ED-4DB2-BD59-A6C34878D82A}">
                    <a16:rowId xmlns:a16="http://schemas.microsoft.com/office/drawing/2014/main" val="3064879318"/>
                  </a:ext>
                </a:extLst>
              </a:tr>
            </a:tbl>
          </a:graphicData>
        </a:graphic>
      </p:graphicFrame>
    </p:spTree>
    <p:extLst>
      <p:ext uri="{BB962C8B-B14F-4D97-AF65-F5344CB8AC3E}">
        <p14:creationId xmlns:p14="http://schemas.microsoft.com/office/powerpoint/2010/main" val="1702716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Transport Layer Security </a:t>
            </a:r>
          </a:p>
        </p:txBody>
      </p:sp>
      <p:sp>
        <p:nvSpPr>
          <p:cNvPr id="7" name="Content Placeholder 6">
            <a:extLst>
              <a:ext uri="{FF2B5EF4-FFF2-40B4-BE49-F238E27FC236}">
                <a16:creationId xmlns:a16="http://schemas.microsoft.com/office/drawing/2014/main" id="{E31176B2-CE39-B725-2466-60F09D6250BA}"/>
              </a:ext>
            </a:extLst>
          </p:cNvPr>
          <p:cNvSpPr>
            <a:spLocks noGrp="1"/>
          </p:cNvSpPr>
          <p:nvPr>
            <p:ph idx="1"/>
          </p:nvPr>
        </p:nvSpPr>
        <p:spPr/>
        <p:txBody>
          <a:bodyPr>
            <a:normAutofit fontScale="92500" lnSpcReduction="20000"/>
          </a:bodyPr>
          <a:lstStyle/>
          <a:p>
            <a:r>
              <a:rPr lang="en-US" dirty="0"/>
              <a:t>Most Common Uses</a:t>
            </a:r>
          </a:p>
          <a:p>
            <a:pPr marL="714375" lvl="1" indent="-285750"/>
            <a:r>
              <a:rPr lang="en-US" dirty="0"/>
              <a:t>Secure HTTP communications</a:t>
            </a:r>
          </a:p>
          <a:p>
            <a:pPr marL="714375" lvl="1" indent="-285750"/>
            <a:r>
              <a:rPr lang="en-US" dirty="0"/>
              <a:t>Virtual Private Networking (VPN)</a:t>
            </a:r>
          </a:p>
          <a:p>
            <a:r>
              <a:rPr lang="en-US" dirty="0"/>
              <a:t>SSL/TLS Versions</a:t>
            </a:r>
          </a:p>
          <a:p>
            <a:pPr marL="714375" lvl="1" indent="-285750"/>
            <a:r>
              <a:rPr lang="en-US" dirty="0"/>
              <a:t>SSL 2.0, 3.0</a:t>
            </a:r>
          </a:p>
          <a:p>
            <a:pPr marL="714375" lvl="1" indent="-285750"/>
            <a:r>
              <a:rPr lang="en-US" dirty="0"/>
              <a:t>TLS 1.0, 1.1, 1.2, 1.3</a:t>
            </a:r>
          </a:p>
          <a:p>
            <a:pPr marL="714375" lvl="1" indent="-285750"/>
            <a:r>
              <a:rPr lang="en-US" dirty="0"/>
              <a:t>Only use TLS version 1.2 or newer</a:t>
            </a:r>
          </a:p>
          <a:p>
            <a:pPr marL="714375" lvl="1" indent="-285750"/>
            <a:r>
              <a:rPr lang="en-US" dirty="0"/>
              <a:t>Disable all others</a:t>
            </a:r>
          </a:p>
          <a:p>
            <a:pPr marL="914400" lvl="2" indent="-285750"/>
            <a:r>
              <a:rPr lang="en-US" dirty="0"/>
              <a:t>Downgrade attack</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3028823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Transport Layer Security </a:t>
            </a:r>
          </a:p>
        </p:txBody>
      </p:sp>
      <p:sp>
        <p:nvSpPr>
          <p:cNvPr id="10" name="Content Placeholder 9">
            <a:extLst>
              <a:ext uri="{FF2B5EF4-FFF2-40B4-BE49-F238E27FC236}">
                <a16:creationId xmlns:a16="http://schemas.microsoft.com/office/drawing/2014/main" id="{FE625469-DBAB-7FC1-836E-A4E420C5E068}"/>
              </a:ext>
            </a:extLst>
          </p:cNvPr>
          <p:cNvSpPr>
            <a:spLocks noGrp="1"/>
          </p:cNvSpPr>
          <p:nvPr>
            <p:ph idx="1"/>
          </p:nvPr>
        </p:nvSpPr>
        <p:spPr/>
        <p:txBody>
          <a:bodyPr>
            <a:normAutofit fontScale="85000" lnSpcReduction="10000"/>
          </a:bodyPr>
          <a:lstStyle/>
          <a:p>
            <a:r>
              <a:rPr lang="en-US" dirty="0"/>
              <a:t>Cipher Suites</a:t>
            </a:r>
          </a:p>
          <a:p>
            <a:pPr marL="714375" lvl="1" indent="-285750"/>
            <a:r>
              <a:rPr lang="en-US" dirty="0">
                <a:latin typeface="Calibri" panose="020F0502020204030204" pitchFamily="34" charset="0"/>
                <a:cs typeface="Calibri" panose="020F0502020204030204" pitchFamily="34" charset="0"/>
              </a:rPr>
              <a:t>Describe the mix of algorithms used to implement TLS protections</a:t>
            </a:r>
          </a:p>
          <a:p>
            <a:r>
              <a:rPr lang="en-US" dirty="0"/>
              <a:t>Prior to TLS 1.3</a:t>
            </a:r>
          </a:p>
          <a:p>
            <a:pPr marL="428625" lvl="1" indent="0">
              <a:buNone/>
            </a:pPr>
            <a:r>
              <a:rPr lang="en-US" dirty="0">
                <a:latin typeface="Courier New" panose="02070309020205020404" pitchFamily="49" charset="0"/>
                <a:cs typeface="Courier New" panose="02070309020205020404" pitchFamily="49" charset="0"/>
              </a:rPr>
              <a:t>ECDHE-RSA-AES128-GCM-SHA256</a:t>
            </a:r>
          </a:p>
          <a:p>
            <a:r>
              <a:rPr lang="en-US" dirty="0"/>
              <a:t>TLS 1.3 uses shortened suites</a:t>
            </a:r>
          </a:p>
          <a:p>
            <a:pPr marL="428625" lvl="1" indent="0">
              <a:buNone/>
            </a:pPr>
            <a:r>
              <a:rPr lang="en-US" dirty="0">
                <a:latin typeface="Courier New" panose="02070309020205020404" pitchFamily="49" charset="0"/>
                <a:cs typeface="Courier New" panose="02070309020205020404" pitchFamily="49" charset="0"/>
              </a:rPr>
              <a:t>TLS_AES_256_GCM_SHA384</a:t>
            </a:r>
          </a:p>
          <a:p>
            <a:pPr marL="285750" indent="-285750">
              <a:buFont typeface="Arial" panose="020B0604020202020204" pitchFamily="34" charset="0"/>
              <a:buChar char="•"/>
            </a:pPr>
            <a:r>
              <a:rPr lang="en-US" sz="2400" dirty="0">
                <a:latin typeface="Calibri" panose="020F0502020204030204" pitchFamily="34" charset="0"/>
                <a:cs typeface="Calibri" panose="020F0502020204030204" pitchFamily="34" charset="0"/>
              </a:rPr>
              <a:t>Only lists bulk encryption key strength, mode of operation and hash type</a:t>
            </a:r>
          </a:p>
          <a:p>
            <a:endParaRPr lang="en-US" dirty="0"/>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5</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4445000" y="4354453"/>
            <a:ext cx="4572000" cy="369332"/>
          </a:xfrm>
          <a:prstGeom prst="rect">
            <a:avLst/>
          </a:prstGeom>
        </p:spPr>
        <p:txBody>
          <a:bodyPr>
            <a:spAutoFit/>
          </a:bodyPr>
          <a:lstStyle/>
          <a:p>
            <a:pPr algn="ctr"/>
            <a:r>
              <a:rPr lang="en-US" sz="900" i="1" dirty="0">
                <a:solidFill>
                  <a:srgbClr val="45545F"/>
                </a:solidFill>
              </a:rPr>
              <a:t>Viewing the TLS handshake in a Wireshark packet capture. Note that the connection is using TLS 1.3 and one of the shortened cipher suites (TLS_AES_128_GCM_SHA256).</a:t>
            </a:r>
          </a:p>
        </p:txBody>
      </p:sp>
      <p:pic>
        <p:nvPicPr>
          <p:cNvPr id="12" name="Content Placeholder 7" descr="A table lists the number, time, source, destination, protocol, length, and info. The table is followed by few lines of code.">
            <a:extLst>
              <a:ext uri="{FF2B5EF4-FFF2-40B4-BE49-F238E27FC236}">
                <a16:creationId xmlns:a16="http://schemas.microsoft.com/office/drawing/2014/main" id="{B19386E5-3469-C1C9-FB17-3464BE08E25C}"/>
              </a:ext>
            </a:extLst>
          </p:cNvPr>
          <p:cNvPicPr>
            <a:picLocks noGrp="1" noChangeAspect="1"/>
          </p:cNvPicPr>
          <p:nvPr>
            <p:ph idx="12"/>
          </p:nvPr>
        </p:nvPicPr>
        <p:blipFill>
          <a:blip r:embed="rId3"/>
          <a:stretch>
            <a:fillRect/>
          </a:stretch>
        </p:blipFill>
        <p:spPr>
          <a:xfrm>
            <a:off x="4541044" y="947607"/>
            <a:ext cx="4379912" cy="3325893"/>
          </a:xfrm>
          <a:prstGeom prst="rect">
            <a:avLst/>
          </a:prstGeom>
        </p:spPr>
      </p:pic>
    </p:spTree>
    <p:extLst>
      <p:ext uri="{BB962C8B-B14F-4D97-AF65-F5344CB8AC3E}">
        <p14:creationId xmlns:p14="http://schemas.microsoft.com/office/powerpoint/2010/main" val="1821724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Secure Directory Services </a:t>
            </a:r>
          </a:p>
        </p:txBody>
      </p:sp>
      <p:sp>
        <p:nvSpPr>
          <p:cNvPr id="7" name="Content Placeholder 6">
            <a:extLst>
              <a:ext uri="{FF2B5EF4-FFF2-40B4-BE49-F238E27FC236}">
                <a16:creationId xmlns:a16="http://schemas.microsoft.com/office/drawing/2014/main" id="{26A96FCE-B234-A02D-E31A-2ACDA437E3FE}"/>
              </a:ext>
            </a:extLst>
          </p:cNvPr>
          <p:cNvSpPr>
            <a:spLocks noGrp="1"/>
          </p:cNvSpPr>
          <p:nvPr>
            <p:ph idx="1"/>
          </p:nvPr>
        </p:nvSpPr>
        <p:spPr/>
        <p:txBody>
          <a:bodyPr>
            <a:normAutofit lnSpcReduction="10000"/>
          </a:bodyPr>
          <a:lstStyle/>
          <a:p>
            <a:r>
              <a:rPr lang="en-US" dirty="0"/>
              <a:t>A Network directory contains</a:t>
            </a:r>
          </a:p>
          <a:p>
            <a:pPr marL="714375" lvl="1" indent="-285750"/>
            <a:r>
              <a:rPr lang="en-US" noProof="0" dirty="0">
                <a:latin typeface="Calibri" panose="020F0502020204030204" pitchFamily="34" charset="0"/>
                <a:cs typeface="Calibri" panose="020F0502020204030204" pitchFamily="34" charset="0"/>
              </a:rPr>
              <a:t>Subjects (users, computers, and services) </a:t>
            </a:r>
          </a:p>
          <a:p>
            <a:pPr marL="714375" lvl="1" indent="-285750"/>
            <a:r>
              <a:rPr lang="en-US" noProof="0" dirty="0">
                <a:latin typeface="Calibri" panose="020F0502020204030204" pitchFamily="34" charset="0"/>
                <a:cs typeface="Calibri" panose="020F0502020204030204" pitchFamily="34" charset="0"/>
              </a:rPr>
              <a:t>Objects (directories and files) available in the environment</a:t>
            </a:r>
          </a:p>
          <a:p>
            <a:pPr marL="714375" lvl="1" indent="-285750"/>
            <a:r>
              <a:rPr lang="en-US" noProof="0" dirty="0">
                <a:latin typeface="Calibri" panose="020F0502020204030204" pitchFamily="34" charset="0"/>
                <a:cs typeface="Calibri" panose="020F0502020204030204" pitchFamily="34" charset="0"/>
              </a:rPr>
              <a:t>Permissions that subjects have over objects</a:t>
            </a:r>
          </a:p>
          <a:p>
            <a:pPr marL="714375" lvl="1" indent="-285750"/>
            <a:r>
              <a:rPr lang="en-US" dirty="0">
                <a:latin typeface="Calibri" panose="020F0502020204030204" pitchFamily="34" charset="0"/>
                <a:cs typeface="Calibri" panose="020F0502020204030204" pitchFamily="34" charset="0"/>
              </a:rPr>
              <a:t>High-value attack target</a:t>
            </a:r>
            <a:endParaRPr lang="en-US" noProof="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r>
              <a:rPr lang="en-US" dirty="0"/>
              <a:t>Lightweight Directory Access Protocol (LDAP)</a:t>
            </a:r>
          </a:p>
          <a:p>
            <a:pPr marL="714375" lvl="1" indent="-285750"/>
            <a:r>
              <a:rPr lang="en-US" dirty="0">
                <a:latin typeface="Calibri" panose="020F0502020204030204" pitchFamily="34" charset="0"/>
                <a:cs typeface="Calibri" panose="020F0502020204030204" pitchFamily="34" charset="0"/>
              </a:rPr>
              <a:t>Default is cleartext communication</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2566202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Simple Network Management Protocol Security</a:t>
            </a:r>
          </a:p>
        </p:txBody>
      </p:sp>
      <p:sp>
        <p:nvSpPr>
          <p:cNvPr id="7" name="Content Placeholder 6">
            <a:extLst>
              <a:ext uri="{FF2B5EF4-FFF2-40B4-BE49-F238E27FC236}">
                <a16:creationId xmlns:a16="http://schemas.microsoft.com/office/drawing/2014/main" id="{5B0EA5BB-3E64-A1DC-2820-2F02C0AFA41F}"/>
              </a:ext>
            </a:extLst>
          </p:cNvPr>
          <p:cNvSpPr>
            <a:spLocks noGrp="1"/>
          </p:cNvSpPr>
          <p:nvPr>
            <p:ph idx="1"/>
          </p:nvPr>
        </p:nvSpPr>
        <p:spPr/>
        <p:txBody>
          <a:bodyPr/>
          <a:lstStyle/>
          <a:p>
            <a:r>
              <a:rPr lang="en-US" dirty="0"/>
              <a:t>Simple Network Management Protocol (SNMP)</a:t>
            </a:r>
          </a:p>
          <a:p>
            <a:pPr marL="285750" indent="-285750"/>
            <a:r>
              <a:rPr lang="en-US" dirty="0">
                <a:latin typeface="Calibri" panose="020F0502020204030204" pitchFamily="34" charset="0"/>
                <a:cs typeface="Calibri" panose="020F0502020204030204" pitchFamily="34" charset="0"/>
              </a:rPr>
              <a:t>Management and monitoring</a:t>
            </a:r>
          </a:p>
          <a:p>
            <a:pPr marL="285750" indent="-285750"/>
            <a:r>
              <a:rPr lang="en-US" dirty="0">
                <a:latin typeface="Calibri" panose="020F0502020204030204" pitchFamily="34" charset="0"/>
                <a:cs typeface="Calibri" panose="020F0502020204030204" pitchFamily="34" charset="0"/>
              </a:rPr>
              <a:t>SNMP monitor + agents</a:t>
            </a:r>
          </a:p>
          <a:p>
            <a:pPr marL="285750" indent="-285750"/>
            <a:r>
              <a:rPr lang="en-US" dirty="0">
                <a:latin typeface="Calibri" panose="020F0502020204030204" pitchFamily="34" charset="0"/>
                <a:cs typeface="Calibri" panose="020F0502020204030204" pitchFamily="34" charset="0"/>
              </a:rPr>
              <a:t>Provides very detailed information about systems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Uses “Community Strings” default “Public” and “Private”</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Can be used to issue commands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SNMPv3 has secure features, other versions should be avoided</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261034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File Transfer Services</a:t>
            </a:r>
          </a:p>
        </p:txBody>
      </p:sp>
      <p:sp>
        <p:nvSpPr>
          <p:cNvPr id="7" name="Content Placeholder 6">
            <a:extLst>
              <a:ext uri="{FF2B5EF4-FFF2-40B4-BE49-F238E27FC236}">
                <a16:creationId xmlns:a16="http://schemas.microsoft.com/office/drawing/2014/main" id="{B3A9BB2D-4FF8-3BE8-965C-39805C04E49C}"/>
              </a:ext>
            </a:extLst>
          </p:cNvPr>
          <p:cNvSpPr>
            <a:spLocks noGrp="1"/>
          </p:cNvSpPr>
          <p:nvPr>
            <p:ph idx="1"/>
          </p:nvPr>
        </p:nvSpPr>
        <p:spPr/>
        <p:txBody>
          <a:bodyPr>
            <a:normAutofit fontScale="77500" lnSpcReduction="20000"/>
          </a:bodyPr>
          <a:lstStyle/>
          <a:p>
            <a:r>
              <a:rPr lang="en-US" dirty="0"/>
              <a:t>File Transfer Protocol </a:t>
            </a:r>
          </a:p>
          <a:p>
            <a:pPr marL="714375" lvl="1" indent="-285750"/>
            <a:r>
              <a:rPr lang="en-US" dirty="0"/>
              <a:t>Cleartext</a:t>
            </a:r>
          </a:p>
          <a:p>
            <a:pPr marL="714375" lvl="1" indent="-285750"/>
            <a:r>
              <a:rPr lang="en-US" dirty="0"/>
              <a:t>Used to host and share files</a:t>
            </a:r>
          </a:p>
          <a:p>
            <a:r>
              <a:rPr lang="en-US" dirty="0"/>
              <a:t>SSH</a:t>
            </a:r>
          </a:p>
          <a:p>
            <a:pPr marL="714375" lvl="1" indent="-285750"/>
            <a:r>
              <a:rPr lang="en-US" dirty="0"/>
              <a:t>Primarily used to access a shell remotely</a:t>
            </a:r>
          </a:p>
          <a:p>
            <a:pPr marL="714375" lvl="1" indent="-285750"/>
            <a:r>
              <a:rPr lang="en-US" dirty="0"/>
              <a:t>Very versatile protocol</a:t>
            </a:r>
          </a:p>
          <a:p>
            <a:pPr marL="714375" lvl="1" indent="-285750"/>
            <a:r>
              <a:rPr lang="en-US" dirty="0"/>
              <a:t>Can be used as a tunnel for other protocols</a:t>
            </a:r>
          </a:p>
          <a:p>
            <a:r>
              <a:rPr lang="en-US" dirty="0"/>
              <a:t>FTP (SFTP) and FTP Over SSL (FTPS)</a:t>
            </a:r>
          </a:p>
          <a:p>
            <a:pPr marL="714375" lvl="1" indent="-285750"/>
            <a:r>
              <a:rPr lang="en-US" dirty="0"/>
              <a:t>SFTP is FTP tunneled through SSH</a:t>
            </a:r>
          </a:p>
          <a:p>
            <a:pPr marL="714375" lvl="1" indent="-285750"/>
            <a:r>
              <a:rPr lang="en-US" dirty="0"/>
              <a:t>FTPS is FTP secured using TLS</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8</a:t>
            </a:fld>
            <a:endParaRPr lang="en-US"/>
          </a:p>
        </p:txBody>
      </p:sp>
    </p:spTree>
    <p:extLst>
      <p:ext uri="{BB962C8B-B14F-4D97-AF65-F5344CB8AC3E}">
        <p14:creationId xmlns:p14="http://schemas.microsoft.com/office/powerpoint/2010/main" val="4126023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Email Services</a:t>
            </a:r>
          </a:p>
        </p:txBody>
      </p:sp>
      <p:sp>
        <p:nvSpPr>
          <p:cNvPr id="7" name="Content Placeholder 6">
            <a:extLst>
              <a:ext uri="{FF2B5EF4-FFF2-40B4-BE49-F238E27FC236}">
                <a16:creationId xmlns:a16="http://schemas.microsoft.com/office/drawing/2014/main" id="{9D7EC62D-1708-17DE-0716-A4EA7CD9798C}"/>
              </a:ext>
            </a:extLst>
          </p:cNvPr>
          <p:cNvSpPr>
            <a:spLocks noGrp="1"/>
          </p:cNvSpPr>
          <p:nvPr>
            <p:ph idx="12"/>
          </p:nvPr>
        </p:nvSpPr>
        <p:spPr/>
        <p:txBody>
          <a:bodyPr>
            <a:normAutofit fontScale="62500" lnSpcReduction="20000"/>
          </a:bodyPr>
          <a:lstStyle/>
          <a:p>
            <a:r>
              <a:rPr lang="en-US" dirty="0"/>
              <a:t>SMTP</a:t>
            </a:r>
          </a:p>
          <a:p>
            <a:pPr marL="714375" lvl="1" indent="-285750"/>
            <a:r>
              <a:rPr lang="en-US" dirty="0"/>
              <a:t>Cleartext by default</a:t>
            </a:r>
          </a:p>
          <a:p>
            <a:pPr marL="714375" lvl="1" indent="-285750"/>
            <a:r>
              <a:rPr lang="en-US" dirty="0"/>
              <a:t>Transmit email between systems</a:t>
            </a:r>
          </a:p>
          <a:p>
            <a:pPr marL="714375" lvl="1" indent="-285750"/>
            <a:r>
              <a:rPr lang="en-US" dirty="0"/>
              <a:t>SMTPS is secure configuration</a:t>
            </a:r>
          </a:p>
          <a:p>
            <a:r>
              <a:rPr lang="en-US" dirty="0"/>
              <a:t>Open Relay</a:t>
            </a:r>
          </a:p>
          <a:p>
            <a:pPr marL="714375" lvl="1" indent="-285750"/>
            <a:r>
              <a:rPr lang="en-US" dirty="0"/>
              <a:t>Improperly configured SMTP server </a:t>
            </a:r>
          </a:p>
          <a:p>
            <a:pPr marL="714375" lvl="1" indent="-285750"/>
            <a:r>
              <a:rPr lang="en-US" dirty="0"/>
              <a:t>Used to send SPAM</a:t>
            </a:r>
          </a:p>
          <a:p>
            <a:r>
              <a:rPr lang="en-US" dirty="0"/>
              <a:t>POP &amp; IMAP</a:t>
            </a:r>
          </a:p>
          <a:p>
            <a:pPr marL="714375" lvl="1" indent="-285750"/>
            <a:r>
              <a:rPr lang="en-US" dirty="0"/>
              <a:t>Used to access mailboxes</a:t>
            </a:r>
          </a:p>
          <a:p>
            <a:pPr marL="714375" lvl="1" indent="-285750"/>
            <a:r>
              <a:rPr lang="en-US" dirty="0"/>
              <a:t>Cleartext by default</a:t>
            </a:r>
          </a:p>
          <a:p>
            <a:pPr marL="714375" lvl="1" indent="-285750"/>
            <a:r>
              <a:rPr lang="en-US" dirty="0"/>
              <a:t>POPS &amp; IMAPS are secure</a:t>
            </a:r>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9</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0" y="4402336"/>
            <a:ext cx="4572000" cy="230832"/>
          </a:xfrm>
          <a:prstGeom prst="rect">
            <a:avLst/>
          </a:prstGeom>
        </p:spPr>
        <p:txBody>
          <a:bodyPr>
            <a:spAutoFit/>
          </a:bodyPr>
          <a:lstStyle/>
          <a:p>
            <a:pPr algn="ctr"/>
            <a:r>
              <a:rPr lang="en-US" sz="900" i="1" dirty="0">
                <a:solidFill>
                  <a:srgbClr val="45545F"/>
                </a:solidFill>
              </a:rPr>
              <a:t>Configuring mailbox access protocols on a server.</a:t>
            </a:r>
          </a:p>
        </p:txBody>
      </p:sp>
      <p:pic>
        <p:nvPicPr>
          <p:cNvPr id="8" name="Picture 2" descr="A Screengrab shows few lines of code to configure mailbox access protocols on a server.">
            <a:extLst>
              <a:ext uri="{FF2B5EF4-FFF2-40B4-BE49-F238E27FC236}">
                <a16:creationId xmlns:a16="http://schemas.microsoft.com/office/drawing/2014/main" id="{DDBF9C45-83E1-8D80-4314-368AFF701BA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46050" y="1136451"/>
            <a:ext cx="4354513" cy="3265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9252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Email Security</a:t>
            </a:r>
          </a:p>
        </p:txBody>
      </p:sp>
      <p:sp>
        <p:nvSpPr>
          <p:cNvPr id="10" name="Content Placeholder 9">
            <a:extLst>
              <a:ext uri="{FF2B5EF4-FFF2-40B4-BE49-F238E27FC236}">
                <a16:creationId xmlns:a16="http://schemas.microsoft.com/office/drawing/2014/main" id="{8624BCDF-DBA4-A997-1946-47E38B10CB9E}"/>
              </a:ext>
            </a:extLst>
          </p:cNvPr>
          <p:cNvSpPr>
            <a:spLocks noGrp="1"/>
          </p:cNvSpPr>
          <p:nvPr>
            <p:ph idx="1"/>
          </p:nvPr>
        </p:nvSpPr>
        <p:spPr/>
        <p:txBody>
          <a:bodyPr>
            <a:normAutofit lnSpcReduction="10000"/>
          </a:bodyPr>
          <a:lstStyle/>
          <a:p>
            <a:r>
              <a:rPr lang="en-US" dirty="0"/>
              <a:t>Sender Policy Framework (SPF) </a:t>
            </a:r>
          </a:p>
          <a:p>
            <a:pPr marL="714375" lvl="1" indent="-285750"/>
            <a:r>
              <a:rPr lang="en-US" dirty="0"/>
              <a:t>Email validation method that helps detect and prevent sender address forgery</a:t>
            </a:r>
          </a:p>
          <a:p>
            <a:pPr marL="714375" lvl="1" indent="-285750"/>
            <a:r>
              <a:rPr lang="en-US" dirty="0"/>
              <a:t>Uses data saved in DNS TXT Records</a:t>
            </a:r>
          </a:p>
          <a:p>
            <a:pPr marL="714375" lvl="1" indent="-285750"/>
            <a:r>
              <a:rPr lang="en-US" dirty="0"/>
              <a:t>Can use to identify “authorized senders”</a:t>
            </a:r>
          </a:p>
          <a:p>
            <a:pPr marL="914400" lvl="2" indent="-285750"/>
            <a:r>
              <a:rPr lang="en-US" dirty="0"/>
              <a:t>Hosted email</a:t>
            </a:r>
          </a:p>
          <a:p>
            <a:pPr marL="914400" lvl="2" indent="-285750"/>
            <a:r>
              <a:rPr lang="en-US" dirty="0"/>
              <a:t>Marketing campaigns, etc.</a:t>
            </a:r>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10</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4499998" y="3690067"/>
            <a:ext cx="4517002" cy="369332"/>
          </a:xfrm>
          <a:prstGeom prst="rect">
            <a:avLst/>
          </a:prstGeom>
        </p:spPr>
        <p:txBody>
          <a:bodyPr wrap="square">
            <a:spAutoFit/>
          </a:bodyPr>
          <a:lstStyle/>
          <a:p>
            <a:pPr algn="ctr"/>
            <a:r>
              <a:rPr lang="en-US" sz="900" i="1" dirty="0">
                <a:solidFill>
                  <a:srgbClr val="45545F"/>
                </a:solidFill>
              </a:rPr>
              <a:t>Displaying the TXT records for microsoft.com using the dig tool. (Screenshot used with permission from Microsoft.)</a:t>
            </a:r>
          </a:p>
        </p:txBody>
      </p:sp>
      <p:pic>
        <p:nvPicPr>
          <p:cNvPr id="12" name="Content Placeholder 7" descr="A Screengrab displays the T X T records for Microsoft.com. One of the entries under the answer section is highlighted.">
            <a:extLst>
              <a:ext uri="{FF2B5EF4-FFF2-40B4-BE49-F238E27FC236}">
                <a16:creationId xmlns:a16="http://schemas.microsoft.com/office/drawing/2014/main" id="{224BD30E-38C4-4241-B047-3385433A0E07}"/>
              </a:ext>
            </a:extLst>
          </p:cNvPr>
          <p:cNvPicPr>
            <a:picLocks noGrp="1" noChangeAspect="1"/>
          </p:cNvPicPr>
          <p:nvPr>
            <p:ph idx="12"/>
          </p:nvPr>
        </p:nvPicPr>
        <p:blipFill>
          <a:blip r:embed="rId3"/>
          <a:stretch>
            <a:fillRect/>
          </a:stretch>
        </p:blipFill>
        <p:spPr>
          <a:xfrm>
            <a:off x="4637088" y="1936347"/>
            <a:ext cx="4379912" cy="1666094"/>
          </a:xfrm>
          <a:prstGeom prst="rect">
            <a:avLst/>
          </a:prstGeom>
        </p:spPr>
      </p:pic>
    </p:spTree>
    <p:extLst>
      <p:ext uri="{BB962C8B-B14F-4D97-AF65-F5344CB8AC3E}">
        <p14:creationId xmlns:p14="http://schemas.microsoft.com/office/powerpoint/2010/main" val="712675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Email Security</a:t>
            </a:r>
          </a:p>
        </p:txBody>
      </p:sp>
      <p:pic>
        <p:nvPicPr>
          <p:cNvPr id="8" name="Content Placeholder 7" descr="A screenshot of a computer&#10;&#10;Description automatically generated">
            <a:extLst>
              <a:ext uri="{FF2B5EF4-FFF2-40B4-BE49-F238E27FC236}">
                <a16:creationId xmlns:a16="http://schemas.microsoft.com/office/drawing/2014/main" id="{8D02C211-E93F-FBAE-0C97-C608C41A68BB}"/>
              </a:ext>
            </a:extLst>
          </p:cNvPr>
          <p:cNvPicPr>
            <a:picLocks noGrp="1" noChangeAspect="1"/>
          </p:cNvPicPr>
          <p:nvPr>
            <p:ph idx="1"/>
          </p:nvPr>
        </p:nvPicPr>
        <p:blipFill>
          <a:blip r:embed="rId2"/>
          <a:stretch>
            <a:fillRect/>
          </a:stretch>
        </p:blipFill>
        <p:spPr>
          <a:xfrm>
            <a:off x="444940" y="746125"/>
            <a:ext cx="3756732" cy="4046538"/>
          </a:xfrm>
        </p:spPr>
      </p:pic>
      <p:sp>
        <p:nvSpPr>
          <p:cNvPr id="3" name="Content Placeholder 2">
            <a:extLst>
              <a:ext uri="{FF2B5EF4-FFF2-40B4-BE49-F238E27FC236}">
                <a16:creationId xmlns:a16="http://schemas.microsoft.com/office/drawing/2014/main" id="{D76ED70A-8FE7-651C-BC9A-FD51C6E68B52}"/>
              </a:ext>
            </a:extLst>
          </p:cNvPr>
          <p:cNvSpPr>
            <a:spLocks noGrp="1"/>
          </p:cNvSpPr>
          <p:nvPr>
            <p:ph idx="12"/>
          </p:nvPr>
        </p:nvSpPr>
        <p:spPr/>
        <p:txBody>
          <a:bodyPr>
            <a:normAutofit fontScale="70000" lnSpcReduction="20000"/>
          </a:bodyPr>
          <a:lstStyle/>
          <a:p>
            <a:r>
              <a:rPr lang="en-US" dirty="0"/>
              <a:t>DomainKeys Identified Mail (DKIM) </a:t>
            </a:r>
          </a:p>
          <a:p>
            <a:pPr marL="714375" lvl="1" indent="-285750"/>
            <a:r>
              <a:rPr lang="en-US" dirty="0"/>
              <a:t>Sender signs emails using a digital signature</a:t>
            </a:r>
          </a:p>
          <a:p>
            <a:pPr marL="714375" lvl="1" indent="-285750"/>
            <a:r>
              <a:rPr lang="en-US" dirty="0"/>
              <a:t>Receiver uses a DKIM record in the sender's DNS to verify the signature</a:t>
            </a:r>
          </a:p>
          <a:p>
            <a:r>
              <a:rPr lang="en-US" dirty="0"/>
              <a:t>Domain-based Message Authentication, Reporting &amp; Conformance (DMARC)</a:t>
            </a:r>
          </a:p>
          <a:p>
            <a:pPr marL="714375" lvl="1" indent="-285750"/>
            <a:r>
              <a:rPr lang="en-US" dirty="0"/>
              <a:t>Uses the results of SPF and DKIM checks to define rules for handling messages</a:t>
            </a:r>
          </a:p>
          <a:p>
            <a:pPr marL="714375" lvl="1" indent="-285750"/>
            <a:r>
              <a:rPr lang="en-US" dirty="0"/>
              <a:t>Provides reporting capabilities </a:t>
            </a:r>
          </a:p>
          <a:p>
            <a:pPr marL="914400" lvl="2" indent="-285750"/>
            <a:r>
              <a:rPr lang="en-US" dirty="0"/>
              <a:t>Email activity </a:t>
            </a:r>
          </a:p>
          <a:p>
            <a:pPr marL="914400" lvl="2" indent="-285750"/>
            <a:r>
              <a:rPr lang="en-US" dirty="0"/>
              <a:t>Identify systems sending emails</a:t>
            </a:r>
          </a:p>
          <a:p>
            <a:pPr marL="914400" lvl="2" indent="-285750"/>
            <a:r>
              <a:rPr lang="en-US" dirty="0"/>
              <a:t>Identify unauthorized activity</a:t>
            </a:r>
          </a:p>
          <a:p>
            <a:endParaRPr lang="en-US" dirty="0"/>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11</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229379" y="4743885"/>
            <a:ext cx="4572000" cy="230832"/>
          </a:xfrm>
          <a:prstGeom prst="rect">
            <a:avLst/>
          </a:prstGeom>
        </p:spPr>
        <p:txBody>
          <a:bodyPr>
            <a:spAutoFit/>
          </a:bodyPr>
          <a:lstStyle/>
          <a:p>
            <a:pPr algn="ctr"/>
            <a:r>
              <a:rPr lang="en-US" sz="900" i="1" dirty="0">
                <a:solidFill>
                  <a:srgbClr val="45545F"/>
                </a:solidFill>
              </a:rPr>
              <a:t>Performing a DMARC lookup using the </a:t>
            </a:r>
            <a:r>
              <a:rPr lang="en-US" sz="900" i="1" dirty="0" err="1">
                <a:solidFill>
                  <a:srgbClr val="45545F"/>
                </a:solidFill>
              </a:rPr>
              <a:t>DNSChecker</a:t>
            </a:r>
            <a:r>
              <a:rPr lang="en-US" sz="900" i="1" dirty="0">
                <a:solidFill>
                  <a:srgbClr val="45545F"/>
                </a:solidFill>
              </a:rPr>
              <a:t> website https://dnschecker.org.</a:t>
            </a:r>
          </a:p>
        </p:txBody>
      </p:sp>
    </p:spTree>
    <p:extLst>
      <p:ext uri="{BB962C8B-B14F-4D97-AF65-F5344CB8AC3E}">
        <p14:creationId xmlns:p14="http://schemas.microsoft.com/office/powerpoint/2010/main" val="147823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Email Security</a:t>
            </a:r>
          </a:p>
        </p:txBody>
      </p:sp>
      <p:sp>
        <p:nvSpPr>
          <p:cNvPr id="7" name="Content Placeholder 6">
            <a:extLst>
              <a:ext uri="{FF2B5EF4-FFF2-40B4-BE49-F238E27FC236}">
                <a16:creationId xmlns:a16="http://schemas.microsoft.com/office/drawing/2014/main" id="{D75F2AD5-AA66-2019-1099-6E62E5BAC15D}"/>
              </a:ext>
            </a:extLst>
          </p:cNvPr>
          <p:cNvSpPr>
            <a:spLocks noGrp="1"/>
          </p:cNvSpPr>
          <p:nvPr>
            <p:ph idx="1"/>
          </p:nvPr>
        </p:nvSpPr>
        <p:spPr/>
        <p:txBody>
          <a:bodyPr>
            <a:normAutofit fontScale="77500" lnSpcReduction="20000"/>
          </a:bodyPr>
          <a:lstStyle/>
          <a:p>
            <a:r>
              <a:rPr lang="en-US" dirty="0"/>
              <a:t>Email Gateway</a:t>
            </a:r>
          </a:p>
          <a:p>
            <a:pPr marL="714375" lvl="1" indent="-285750"/>
            <a:r>
              <a:rPr lang="en-US" dirty="0"/>
              <a:t>Control point for all incoming and outgoing email</a:t>
            </a:r>
          </a:p>
          <a:p>
            <a:pPr marL="714375" lvl="1" indent="-285750"/>
            <a:r>
              <a:rPr lang="en-US" dirty="0"/>
              <a:t>Anti-spam filters and antivirus scanners</a:t>
            </a:r>
          </a:p>
          <a:p>
            <a:pPr marL="714375" lvl="1" indent="-285750"/>
            <a:r>
              <a:rPr lang="en-US" dirty="0"/>
              <a:t>Sophisticated threat detection algorithms</a:t>
            </a:r>
          </a:p>
          <a:p>
            <a:pPr marL="914400" lvl="2" indent="-285750"/>
            <a:r>
              <a:rPr lang="en-US" dirty="0"/>
              <a:t>Identify phishing attempts, Business Email Compromise (BEC) Attack</a:t>
            </a:r>
          </a:p>
          <a:p>
            <a:pPr marL="714375" lvl="1" indent="-285750"/>
            <a:r>
              <a:rPr lang="en-US" dirty="0"/>
              <a:t>Harmful attachments and malicious URLs</a:t>
            </a:r>
          </a:p>
          <a:p>
            <a:pPr marL="914400" lvl="2" indent="-285750"/>
            <a:r>
              <a:rPr lang="en-US" dirty="0"/>
              <a:t>URL Sanitization/Link Anonymization/Safe Linking/Web Link Transformation</a:t>
            </a:r>
          </a:p>
          <a:p>
            <a:r>
              <a:rPr lang="fr-FR" dirty="0"/>
              <a:t>Secure/Multipurpose Internet Mail Extensions</a:t>
            </a:r>
            <a:r>
              <a:rPr lang="en-US" dirty="0"/>
              <a:t> (S/MIME)</a:t>
            </a:r>
          </a:p>
          <a:p>
            <a:pPr marL="714375" lvl="1" indent="-285750"/>
            <a:r>
              <a:rPr lang="en-US" dirty="0"/>
              <a:t>Encrypts emails to provide the confidentiality and integrity protections</a:t>
            </a:r>
          </a:p>
          <a:p>
            <a:pPr marL="714375" lvl="1" indent="-285750"/>
            <a:r>
              <a:rPr lang="en-US" dirty="0"/>
              <a:t>Requires Public Key Infrastructure (PKI)</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12</a:t>
            </a:fld>
            <a:endParaRPr lang="en-US"/>
          </a:p>
        </p:txBody>
      </p:sp>
    </p:spTree>
    <p:extLst>
      <p:ext uri="{BB962C8B-B14F-4D97-AF65-F5344CB8AC3E}">
        <p14:creationId xmlns:p14="http://schemas.microsoft.com/office/powerpoint/2010/main" val="14372584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Email Data Loss Prevention </a:t>
            </a:r>
          </a:p>
        </p:txBody>
      </p:sp>
      <p:sp>
        <p:nvSpPr>
          <p:cNvPr id="7" name="Content Placeholder 6">
            <a:extLst>
              <a:ext uri="{FF2B5EF4-FFF2-40B4-BE49-F238E27FC236}">
                <a16:creationId xmlns:a16="http://schemas.microsoft.com/office/drawing/2014/main" id="{9CA26CA1-4DFD-839A-E2F6-8C0BACF047B3}"/>
              </a:ext>
            </a:extLst>
          </p:cNvPr>
          <p:cNvSpPr>
            <a:spLocks noGrp="1"/>
          </p:cNvSpPr>
          <p:nvPr>
            <p:ph idx="1"/>
          </p:nvPr>
        </p:nvSpPr>
        <p:spPr/>
        <p:txBody>
          <a:bodyPr>
            <a:normAutofit fontScale="70000" lnSpcReduction="20000"/>
          </a:bodyPr>
          <a:lstStyle/>
          <a:p>
            <a:r>
              <a:rPr lang="en-US" dirty="0"/>
              <a:t>Email is one of the most frequently used communication channels within organizations</a:t>
            </a:r>
          </a:p>
          <a:p>
            <a:pPr marL="714375" lvl="1" indent="-285750"/>
            <a:r>
              <a:rPr lang="en-US" dirty="0"/>
              <a:t>Conduit for sensitive data</a:t>
            </a:r>
          </a:p>
          <a:p>
            <a:pPr marL="714375" lvl="1" indent="-285750"/>
            <a:r>
              <a:rPr lang="en-US" dirty="0"/>
              <a:t>Encourages careless handling of sensitive data (ease of use) and prone to human error</a:t>
            </a:r>
          </a:p>
          <a:p>
            <a:pPr marL="714375" lvl="1" indent="-285750"/>
            <a:r>
              <a:rPr lang="en-US" dirty="0"/>
              <a:t>Common channel for data loss</a:t>
            </a:r>
          </a:p>
          <a:p>
            <a:pPr marL="714375" lvl="1" indent="-285750"/>
            <a:r>
              <a:rPr lang="en-US" dirty="0"/>
              <a:t>GDPR, HIPAA, and PCI DSS, (and others) have requirements for protecting data</a:t>
            </a:r>
          </a:p>
          <a:p>
            <a:r>
              <a:rPr lang="en-US" dirty="0"/>
              <a:t>DLP scans emails and attachments for certain types of sensitive information </a:t>
            </a:r>
          </a:p>
          <a:p>
            <a:pPr marL="714375" lvl="1" indent="-285750"/>
            <a:r>
              <a:rPr lang="en-US" dirty="0"/>
              <a:t>Prevents unauthorized sharing of sensitive information</a:t>
            </a:r>
          </a:p>
          <a:p>
            <a:pPr marL="714375" lvl="1" indent="-285750"/>
            <a:r>
              <a:rPr lang="en-US" dirty="0"/>
              <a:t>Create organization-wide DLP policies</a:t>
            </a:r>
          </a:p>
          <a:p>
            <a:pPr marL="714375" lvl="1" indent="-285750"/>
            <a:r>
              <a:rPr lang="en-US" dirty="0"/>
              <a:t>Actions are based on predefined rules, such as </a:t>
            </a:r>
          </a:p>
          <a:p>
            <a:pPr marL="914400" lvl="2" indent="-285750"/>
            <a:r>
              <a:rPr lang="en-US" dirty="0"/>
              <a:t>Blocking the email, alerting the sender, automatically encrypting it</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2590406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DNS Filtering</a:t>
            </a:r>
          </a:p>
        </p:txBody>
      </p:sp>
      <p:sp>
        <p:nvSpPr>
          <p:cNvPr id="10" name="Content Placeholder 9">
            <a:extLst>
              <a:ext uri="{FF2B5EF4-FFF2-40B4-BE49-F238E27FC236}">
                <a16:creationId xmlns:a16="http://schemas.microsoft.com/office/drawing/2014/main" id="{E530B5A2-6DD1-F31C-ABEA-A6075E6D07C5}"/>
              </a:ext>
            </a:extLst>
          </p:cNvPr>
          <p:cNvSpPr>
            <a:spLocks noGrp="1"/>
          </p:cNvSpPr>
          <p:nvPr>
            <p:ph idx="1"/>
          </p:nvPr>
        </p:nvSpPr>
        <p:spPr/>
        <p:txBody>
          <a:bodyPr>
            <a:normAutofit fontScale="55000" lnSpcReduction="20000"/>
          </a:bodyPr>
          <a:lstStyle/>
          <a:p>
            <a:r>
              <a:rPr lang="en-US" dirty="0"/>
              <a:t>Block or allow access to specific websites </a:t>
            </a:r>
          </a:p>
          <a:p>
            <a:pPr marL="714375" lvl="1" indent="-285750"/>
            <a:r>
              <a:rPr lang="en-US" dirty="0"/>
              <a:t>DNS filter checks requests against a database of domain names</a:t>
            </a:r>
          </a:p>
          <a:p>
            <a:pPr marL="714375" lvl="1" indent="-285750"/>
            <a:r>
              <a:rPr lang="en-US" dirty="0"/>
              <a:t>Block access to malicious sites</a:t>
            </a:r>
          </a:p>
          <a:p>
            <a:pPr marL="714375" lvl="1" indent="-285750"/>
            <a:r>
              <a:rPr lang="en-US" dirty="0"/>
              <a:t>Content/Site Restrictions</a:t>
            </a:r>
          </a:p>
          <a:p>
            <a:pPr marL="714375" lvl="1" indent="-285750"/>
            <a:r>
              <a:rPr lang="en-US" dirty="0"/>
              <a:t>Ad-blocking (Pi-Hole, </a:t>
            </a:r>
            <a:r>
              <a:rPr lang="en-US" dirty="0" err="1"/>
              <a:t>AdGuard</a:t>
            </a:r>
            <a:r>
              <a:rPr lang="en-US" dirty="0"/>
              <a:t>)</a:t>
            </a:r>
          </a:p>
          <a:p>
            <a:r>
              <a:rPr lang="en-US" dirty="0"/>
              <a:t>OpenDNS </a:t>
            </a:r>
            <a:r>
              <a:rPr lang="en-US" dirty="0">
                <a:hlinkClick r:id="rId2"/>
              </a:rPr>
              <a:t>opendns.com</a:t>
            </a:r>
            <a:endParaRPr lang="en-US" dirty="0"/>
          </a:p>
          <a:p>
            <a:r>
              <a:rPr lang="en-US" dirty="0"/>
              <a:t>Quad9 </a:t>
            </a:r>
            <a:r>
              <a:rPr lang="en-US" dirty="0">
                <a:hlinkClick r:id="rId3"/>
              </a:rPr>
              <a:t>quad9.net</a:t>
            </a:r>
            <a:endParaRPr lang="en-US" dirty="0"/>
          </a:p>
          <a:p>
            <a:r>
              <a:rPr lang="en-US" dirty="0" err="1"/>
              <a:t>CleanBrowsing</a:t>
            </a:r>
            <a:r>
              <a:rPr lang="en-US" dirty="0"/>
              <a:t> </a:t>
            </a:r>
            <a:r>
              <a:rPr lang="en-US" dirty="0">
                <a:hlinkClick r:id="rId4"/>
              </a:rPr>
              <a:t>cleanbrowsing.org</a:t>
            </a:r>
            <a:endParaRPr lang="en-US" dirty="0"/>
          </a:p>
          <a:p>
            <a:r>
              <a:rPr lang="en-US" dirty="0"/>
              <a:t>Cisco Umbrella </a:t>
            </a:r>
            <a:r>
              <a:rPr lang="en-US" dirty="0">
                <a:hlinkClick r:id="rId5"/>
              </a:rPr>
              <a:t>umbrella.cisco.com/products/dns-layer-network-security</a:t>
            </a:r>
            <a:endParaRPr lang="en-US" dirty="0"/>
          </a:p>
          <a:p>
            <a:r>
              <a:rPr lang="en-US" dirty="0" err="1"/>
              <a:t>CloudFlare</a:t>
            </a:r>
            <a:r>
              <a:rPr lang="en-US" dirty="0"/>
              <a:t> DNS </a:t>
            </a:r>
            <a:r>
              <a:rPr lang="en-US" dirty="0">
                <a:hlinkClick r:id="rId6"/>
              </a:rPr>
              <a:t>cloudflare.com/application-services/products/dns/</a:t>
            </a:r>
            <a:r>
              <a:rPr lang="en-US" dirty="0"/>
              <a:t> </a:t>
            </a:r>
          </a:p>
          <a:p>
            <a:endParaRPr lang="en-US" dirty="0"/>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14</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4217581" y="3406560"/>
            <a:ext cx="4856125" cy="369332"/>
          </a:xfrm>
          <a:prstGeom prst="rect">
            <a:avLst/>
          </a:prstGeom>
        </p:spPr>
        <p:txBody>
          <a:bodyPr wrap="square">
            <a:spAutoFit/>
          </a:bodyPr>
          <a:lstStyle/>
          <a:p>
            <a:pPr algn="ctr"/>
            <a:r>
              <a:rPr lang="en-US" sz="900" i="1" dirty="0">
                <a:solidFill>
                  <a:srgbClr val="45545F"/>
                </a:solidFill>
              </a:rPr>
              <a:t>The Pi-hole administrative dashboard showing DNS resolution statistics. (Screenshot courtesy of Pi-hole.)</a:t>
            </a:r>
          </a:p>
        </p:txBody>
      </p:sp>
      <p:pic>
        <p:nvPicPr>
          <p:cNvPr id="12" name="Content Placeholder 7" descr="A Screengrab of the Pi-hole dashboard.">
            <a:extLst>
              <a:ext uri="{FF2B5EF4-FFF2-40B4-BE49-F238E27FC236}">
                <a16:creationId xmlns:a16="http://schemas.microsoft.com/office/drawing/2014/main" id="{38B8C8A6-1D2D-59C2-774E-078F8D94F178}"/>
              </a:ext>
            </a:extLst>
          </p:cNvPr>
          <p:cNvPicPr>
            <a:picLocks noGrp="1" noChangeAspect="1"/>
          </p:cNvPicPr>
          <p:nvPr>
            <p:ph idx="12"/>
          </p:nvPr>
        </p:nvPicPr>
        <p:blipFill>
          <a:blip r:embed="rId7"/>
          <a:stretch>
            <a:fillRect/>
          </a:stretch>
        </p:blipFill>
        <p:spPr>
          <a:xfrm>
            <a:off x="4499998" y="1526796"/>
            <a:ext cx="4379912" cy="1869330"/>
          </a:xfrm>
          <a:prstGeom prst="rect">
            <a:avLst/>
          </a:prstGeom>
        </p:spPr>
      </p:pic>
    </p:spTree>
    <p:extLst>
      <p:ext uri="{BB962C8B-B14F-4D97-AF65-F5344CB8AC3E}">
        <p14:creationId xmlns:p14="http://schemas.microsoft.com/office/powerpoint/2010/main" val="1857930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DNS Security</a:t>
            </a:r>
          </a:p>
        </p:txBody>
      </p:sp>
      <p:sp>
        <p:nvSpPr>
          <p:cNvPr id="7" name="Content Placeholder 6">
            <a:extLst>
              <a:ext uri="{FF2B5EF4-FFF2-40B4-BE49-F238E27FC236}">
                <a16:creationId xmlns:a16="http://schemas.microsoft.com/office/drawing/2014/main" id="{1C4100DC-267A-13EF-07D2-BD696A396AF4}"/>
              </a:ext>
            </a:extLst>
          </p:cNvPr>
          <p:cNvSpPr>
            <a:spLocks noGrp="1"/>
          </p:cNvSpPr>
          <p:nvPr>
            <p:ph idx="1"/>
          </p:nvPr>
        </p:nvSpPr>
        <p:spPr/>
        <p:txBody>
          <a:bodyPr>
            <a:normAutofit fontScale="85000" lnSpcReduction="20000"/>
          </a:bodyPr>
          <a:lstStyle/>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DNS Contains valuable information about hosts on a network</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Internal records should not be accessible from the Internet</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DNS protocol is often exploited to perform data exfiltration</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DNS can be exploited to provide malicious data (ex. Attacker IP instead of real IP)</a:t>
            </a:r>
          </a:p>
          <a:p>
            <a:pPr marL="285750" indent="-285750">
              <a:buFont typeface="Arial" panose="020B0604020202020204" pitchFamily="34" charset="0"/>
              <a:buChar char="•"/>
            </a:pPr>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DNS Security Extensions (DNSSEC)</a:t>
            </a:r>
          </a:p>
          <a:p>
            <a:pPr marL="714375" lvl="1" indent="-285750"/>
            <a:r>
              <a:rPr lang="en-US" dirty="0">
                <a:latin typeface="Calibri" panose="020F0502020204030204" pitchFamily="34" charset="0"/>
                <a:cs typeface="Calibri" panose="020F0502020204030204" pitchFamily="34" charset="0"/>
              </a:rPr>
              <a:t>Mitigate spoofing and poisoning attacks</a:t>
            </a:r>
          </a:p>
          <a:p>
            <a:pPr marL="714375" lvl="1" indent="-285750"/>
            <a:r>
              <a:rPr lang="en-US" dirty="0">
                <a:latin typeface="Calibri" panose="020F0502020204030204" pitchFamily="34" charset="0"/>
                <a:cs typeface="Calibri" panose="020F0502020204030204" pitchFamily="34" charset="0"/>
              </a:rPr>
              <a:t>Provides a validation process for DNS responses</a:t>
            </a:r>
          </a:p>
          <a:p>
            <a:pPr marL="714375" lvl="1" indent="-285750"/>
            <a:r>
              <a:rPr lang="en-US" dirty="0">
                <a:latin typeface="Calibri" panose="020F0502020204030204" pitchFamily="34" charset="0"/>
                <a:cs typeface="Calibri" panose="020F0502020204030204" pitchFamily="34" charset="0"/>
              </a:rPr>
              <a:t>Authoritative server for the zone creates a "package" of resource records (RRset)</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3577475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CA571E-DEB7-46F2-8F35-C75EA28B441B}"/>
              </a:ext>
            </a:extLst>
          </p:cNvPr>
          <p:cNvSpPr>
            <a:spLocks noGrp="1"/>
          </p:cNvSpPr>
          <p:nvPr>
            <p:ph sz="quarter" idx="11"/>
          </p:nvPr>
        </p:nvSpPr>
        <p:spPr/>
        <p:txBody>
          <a:bodyPr>
            <a:normAutofit fontScale="85000" lnSpcReduction="20000"/>
          </a:bodyPr>
          <a:lstStyle/>
          <a:p>
            <a:r>
              <a:rPr lang="en-US" dirty="0"/>
              <a:t>Secure Protocols</a:t>
            </a:r>
          </a:p>
          <a:p>
            <a:r>
              <a:rPr lang="en-US" dirty="0"/>
              <a:t>Transport Layer Security</a:t>
            </a:r>
          </a:p>
          <a:p>
            <a:r>
              <a:rPr lang="en-US" dirty="0"/>
              <a:t>Secure Directory Services</a:t>
            </a:r>
          </a:p>
          <a:p>
            <a:r>
              <a:rPr lang="en-US" dirty="0"/>
              <a:t>Simple Network Management Protocol Security</a:t>
            </a:r>
          </a:p>
          <a:p>
            <a:r>
              <a:rPr lang="en-US" dirty="0"/>
              <a:t>File Transfer Services</a:t>
            </a:r>
          </a:p>
          <a:p>
            <a:r>
              <a:rPr lang="en-US" dirty="0"/>
              <a:t>Email Services</a:t>
            </a:r>
          </a:p>
          <a:p>
            <a:r>
              <a:rPr lang="en-US" dirty="0"/>
              <a:t>Email Security</a:t>
            </a:r>
          </a:p>
          <a:p>
            <a:r>
              <a:rPr lang="en-US" dirty="0"/>
              <a:t>Email Data Loss Prevention</a:t>
            </a:r>
          </a:p>
          <a:p>
            <a:r>
              <a:rPr lang="en-US" dirty="0"/>
              <a:t>DNS Filtering</a:t>
            </a:r>
          </a:p>
        </p:txBody>
      </p:sp>
      <p:sp>
        <p:nvSpPr>
          <p:cNvPr id="3" name="Title 2">
            <a:extLst>
              <a:ext uri="{FF2B5EF4-FFF2-40B4-BE49-F238E27FC236}">
                <a16:creationId xmlns:a16="http://schemas.microsoft.com/office/drawing/2014/main" id="{FC69CAD3-34EC-4D3B-A788-E05EF101E8B6}"/>
              </a:ext>
            </a:extLst>
          </p:cNvPr>
          <p:cNvSpPr>
            <a:spLocks noGrp="1"/>
          </p:cNvSpPr>
          <p:nvPr>
            <p:ph type="title"/>
          </p:nvPr>
        </p:nvSpPr>
        <p:spPr/>
        <p:txBody>
          <a:bodyPr/>
          <a:lstStyle/>
          <a:p>
            <a:r>
              <a:rPr lang="en-US" dirty="0"/>
              <a:t>Application Protocol Security Baselines</a:t>
            </a:r>
          </a:p>
        </p:txBody>
      </p:sp>
      <p:sp>
        <p:nvSpPr>
          <p:cNvPr id="4" name="Slide Number Placeholder 3">
            <a:extLst>
              <a:ext uri="{FF2B5EF4-FFF2-40B4-BE49-F238E27FC236}">
                <a16:creationId xmlns:a16="http://schemas.microsoft.com/office/drawing/2014/main" id="{269118DD-A53E-4F0B-AB99-4036684DA405}"/>
              </a:ext>
            </a:extLst>
          </p:cNvPr>
          <p:cNvSpPr>
            <a:spLocks noGrp="1"/>
          </p:cNvSpPr>
          <p:nvPr>
            <p:ph type="sldNum" sz="quarter" idx="12"/>
          </p:nvPr>
        </p:nvSpPr>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2631819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94332-D62B-47C7-80DD-A8FE3D25DB3C}"/>
              </a:ext>
            </a:extLst>
          </p:cNvPr>
          <p:cNvSpPr>
            <a:spLocks noGrp="1"/>
          </p:cNvSpPr>
          <p:nvPr>
            <p:ph type="sldNum" sz="quarter" idx="13"/>
          </p:nvPr>
        </p:nvSpPr>
        <p:spPr/>
        <p:txBody>
          <a:bodyPr/>
          <a:lstStyle/>
          <a:p>
            <a:fld id="{B7CF8A19-3A9E-4ABC-B336-2FDDE321C72D}" type="slidenum">
              <a:rPr lang="en-US" smtClean="0"/>
              <a:pPr/>
              <a:t>17</a:t>
            </a:fld>
            <a:endParaRPr lang="en-US"/>
          </a:p>
        </p:txBody>
      </p:sp>
      <p:sp>
        <p:nvSpPr>
          <p:cNvPr id="3" name="Content Placeholder 2">
            <a:extLst>
              <a:ext uri="{FF2B5EF4-FFF2-40B4-BE49-F238E27FC236}">
                <a16:creationId xmlns:a16="http://schemas.microsoft.com/office/drawing/2014/main" id="{89316A7B-EF56-4540-A124-0ACC23724F87}"/>
              </a:ext>
            </a:extLst>
          </p:cNvPr>
          <p:cNvSpPr>
            <a:spLocks noGrp="1"/>
          </p:cNvSpPr>
          <p:nvPr>
            <p:ph sz="quarter" idx="14"/>
          </p:nvPr>
        </p:nvSpPr>
        <p:spPr/>
        <p:txBody>
          <a:bodyPr/>
          <a:lstStyle/>
          <a:p>
            <a:r>
              <a:rPr lang="en-US" dirty="0"/>
              <a:t>Assisted Lab: Performing DNS Filtering</a:t>
            </a:r>
          </a:p>
        </p:txBody>
      </p:sp>
    </p:spTree>
    <p:extLst>
      <p:ext uri="{BB962C8B-B14F-4D97-AF65-F5344CB8AC3E}">
        <p14:creationId xmlns:p14="http://schemas.microsoft.com/office/powerpoint/2010/main" val="30517658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4BAD-EC4F-4728-93AF-D36C5D808653}"/>
              </a:ext>
            </a:extLst>
          </p:cNvPr>
          <p:cNvSpPr>
            <a:spLocks noGrp="1"/>
          </p:cNvSpPr>
          <p:nvPr>
            <p:ph type="ctrTitle"/>
          </p:nvPr>
        </p:nvSpPr>
        <p:spPr/>
        <p:txBody>
          <a:bodyPr/>
          <a:lstStyle/>
          <a:p>
            <a:r>
              <a:rPr lang="en-US" dirty="0"/>
              <a:t>Cloud and Web Application Security Concepts</a:t>
            </a:r>
          </a:p>
        </p:txBody>
      </p:sp>
      <p:sp>
        <p:nvSpPr>
          <p:cNvPr id="3" name="Subtitle 2">
            <a:extLst>
              <a:ext uri="{FF2B5EF4-FFF2-40B4-BE49-F238E27FC236}">
                <a16:creationId xmlns:a16="http://schemas.microsoft.com/office/drawing/2014/main" id="{64FA1437-B024-4A30-A4F5-99BD676DEE0E}"/>
              </a:ext>
            </a:extLst>
          </p:cNvPr>
          <p:cNvSpPr>
            <a:spLocks noGrp="1"/>
          </p:cNvSpPr>
          <p:nvPr>
            <p:ph type="subTitle" idx="1"/>
          </p:nvPr>
        </p:nvSpPr>
        <p:spPr/>
        <p:txBody>
          <a:bodyPr/>
          <a:lstStyle/>
          <a:p>
            <a:r>
              <a:rPr lang="en-US" dirty="0"/>
              <a:t>Topic 11B</a:t>
            </a:r>
          </a:p>
        </p:txBody>
      </p:sp>
      <p:sp>
        <p:nvSpPr>
          <p:cNvPr id="4" name="Text Placeholder 3">
            <a:extLst>
              <a:ext uri="{FF2B5EF4-FFF2-40B4-BE49-F238E27FC236}">
                <a16:creationId xmlns:a16="http://schemas.microsoft.com/office/drawing/2014/main" id="{EB4C854E-2009-4A48-BF5C-7AC043B72217}"/>
              </a:ext>
            </a:extLst>
          </p:cNvPr>
          <p:cNvSpPr>
            <a:spLocks noGrp="1"/>
          </p:cNvSpPr>
          <p:nvPr>
            <p:ph type="body" sz="quarter" idx="12"/>
          </p:nvPr>
        </p:nvSpPr>
        <p:spPr/>
        <p:txBody>
          <a:bodyPr/>
          <a:lstStyle/>
          <a:p>
            <a:r>
              <a:rPr lang="en-US" dirty="0"/>
              <a:t>Lesson 11</a:t>
            </a:r>
          </a:p>
        </p:txBody>
      </p:sp>
      <p:sp>
        <p:nvSpPr>
          <p:cNvPr id="5" name="Slide Number Placeholder 4">
            <a:extLst>
              <a:ext uri="{FF2B5EF4-FFF2-40B4-BE49-F238E27FC236}">
                <a16:creationId xmlns:a16="http://schemas.microsoft.com/office/drawing/2014/main" id="{7DF36CFC-7807-412C-9168-A8CA604E808C}"/>
              </a:ext>
            </a:extLst>
          </p:cNvPr>
          <p:cNvSpPr>
            <a:spLocks noGrp="1"/>
          </p:cNvSpPr>
          <p:nvPr>
            <p:ph type="sldNum" sz="quarter" idx="10"/>
          </p:nvPr>
        </p:nvSpPr>
        <p:spPr/>
        <p:txBody>
          <a:bodyPr/>
          <a:lstStyle/>
          <a:p>
            <a:fld id="{B7CF8A19-3A9E-4ABC-B336-2FDDE321C72D}" type="slidenum">
              <a:rPr lang="en-US" smtClean="0"/>
              <a:pPr/>
              <a:t>18</a:t>
            </a:fld>
            <a:endParaRPr lang="en-US"/>
          </a:p>
        </p:txBody>
      </p:sp>
    </p:spTree>
    <p:extLst>
      <p:ext uri="{BB962C8B-B14F-4D97-AF65-F5344CB8AC3E}">
        <p14:creationId xmlns:p14="http://schemas.microsoft.com/office/powerpoint/2010/main" val="6749099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Secure Coding Techniques </a:t>
            </a:r>
          </a:p>
        </p:txBody>
      </p:sp>
      <p:sp>
        <p:nvSpPr>
          <p:cNvPr id="10" name="Content Placeholder 9">
            <a:extLst>
              <a:ext uri="{FF2B5EF4-FFF2-40B4-BE49-F238E27FC236}">
                <a16:creationId xmlns:a16="http://schemas.microsoft.com/office/drawing/2014/main" id="{2DC7822F-B0CF-31F9-B349-91FAA15FEA0E}"/>
              </a:ext>
            </a:extLst>
          </p:cNvPr>
          <p:cNvSpPr>
            <a:spLocks noGrp="1"/>
          </p:cNvSpPr>
          <p:nvPr>
            <p:ph idx="1"/>
          </p:nvPr>
        </p:nvSpPr>
        <p:spPr/>
        <p:txBody>
          <a:bodyPr>
            <a:normAutofit fontScale="85000" lnSpcReduction="20000"/>
          </a:bodyPr>
          <a:lstStyle/>
          <a:p>
            <a:r>
              <a:rPr lang="en-US" dirty="0">
                <a:latin typeface="Calibri" panose="020F0502020204030204" pitchFamily="34" charset="0"/>
                <a:cs typeface="Calibri" panose="020F0502020204030204" pitchFamily="34" charset="0"/>
              </a:rPr>
              <a:t>Pressure to release an application often overshadows the requirement to ensure it is secure</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Coding practices must implement secure development practices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Code Signing</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Secure Cookies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Static/Dynamic Code Analysis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Peer Review</a:t>
            </a:r>
          </a:p>
          <a:p>
            <a:endParaRPr lang="en-US" dirty="0"/>
          </a:p>
          <a:p>
            <a:endParaRPr lang="en-US" dirty="0"/>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19</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5095063" y="4792663"/>
            <a:ext cx="3290244" cy="369332"/>
          </a:xfrm>
          <a:prstGeom prst="rect">
            <a:avLst/>
          </a:prstGeom>
        </p:spPr>
        <p:txBody>
          <a:bodyPr wrap="square">
            <a:spAutoFit/>
          </a:bodyPr>
          <a:lstStyle/>
          <a:p>
            <a:pPr algn="ctr"/>
            <a:r>
              <a:rPr lang="en-US" sz="900" i="1" dirty="0">
                <a:solidFill>
                  <a:srgbClr val="45545F"/>
                </a:solidFill>
              </a:rPr>
              <a:t>Reviewing the digital signature contained within the </a:t>
            </a:r>
            <a:r>
              <a:rPr lang="en-US" sz="900" i="1" dirty="0" err="1">
                <a:solidFill>
                  <a:srgbClr val="45545F"/>
                </a:solidFill>
              </a:rPr>
              <a:t>Bitwarden</a:t>
            </a:r>
            <a:r>
              <a:rPr lang="en-US" sz="900" i="1" dirty="0">
                <a:solidFill>
                  <a:srgbClr val="45545F"/>
                </a:solidFill>
              </a:rPr>
              <a:t> Password Management app installer.</a:t>
            </a:r>
          </a:p>
        </p:txBody>
      </p:sp>
      <p:pic>
        <p:nvPicPr>
          <p:cNvPr id="12" name="Content Placeholder 7" descr="A Screengrab shows three overlapping windows titled, Bitwarden installer, digital signature details, and certificate.">
            <a:extLst>
              <a:ext uri="{FF2B5EF4-FFF2-40B4-BE49-F238E27FC236}">
                <a16:creationId xmlns:a16="http://schemas.microsoft.com/office/drawing/2014/main" id="{806C57A6-D51F-E59B-879D-CF43C3C63545}"/>
              </a:ext>
            </a:extLst>
          </p:cNvPr>
          <p:cNvPicPr>
            <a:picLocks noGrp="1" noChangeAspect="1"/>
          </p:cNvPicPr>
          <p:nvPr>
            <p:ph idx="12"/>
          </p:nvPr>
        </p:nvPicPr>
        <p:blipFill>
          <a:blip r:embed="rId2"/>
          <a:stretch>
            <a:fillRect/>
          </a:stretch>
        </p:blipFill>
        <p:spPr>
          <a:xfrm>
            <a:off x="5268781" y="746125"/>
            <a:ext cx="3116526" cy="4046538"/>
          </a:xfrm>
          <a:prstGeom prst="rect">
            <a:avLst/>
          </a:prstGeom>
        </p:spPr>
      </p:pic>
    </p:spTree>
    <p:extLst>
      <p:ext uri="{BB962C8B-B14F-4D97-AF65-F5344CB8AC3E}">
        <p14:creationId xmlns:p14="http://schemas.microsoft.com/office/powerpoint/2010/main" val="13178120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Secure Coding Techniques </a:t>
            </a:r>
          </a:p>
        </p:txBody>
      </p:sp>
      <p:sp>
        <p:nvSpPr>
          <p:cNvPr id="7" name="Content Placeholder 6">
            <a:extLst>
              <a:ext uri="{FF2B5EF4-FFF2-40B4-BE49-F238E27FC236}">
                <a16:creationId xmlns:a16="http://schemas.microsoft.com/office/drawing/2014/main" id="{0F2767B2-69F8-7D07-836C-B47BFE1C39F9}"/>
              </a:ext>
            </a:extLst>
          </p:cNvPr>
          <p:cNvSpPr>
            <a:spLocks noGrp="1"/>
          </p:cNvSpPr>
          <p:nvPr>
            <p:ph idx="1"/>
          </p:nvPr>
        </p:nvSpPr>
        <p:spPr/>
        <p:txBody>
          <a:bodyPr>
            <a:normAutofit fontScale="85000" lnSpcReduction="20000"/>
          </a:bodyPr>
          <a:lstStyle/>
          <a:p>
            <a:r>
              <a:rPr lang="en-US" dirty="0">
                <a:latin typeface="Calibri" panose="020F0502020204030204" pitchFamily="34" charset="0"/>
                <a:cs typeface="Calibri" panose="020F0502020204030204" pitchFamily="34" charset="0"/>
              </a:rPr>
              <a:t>Input Validation</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Attacker provides specially crafted data to an application to manipulate its behavior</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Injection Attack</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Methods used to perform input validation:</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Allow/Block Lists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Data Type checks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Range checks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Regular Expressions</a:t>
            </a:r>
          </a:p>
          <a:p>
            <a:pPr marL="742950" lvl="1" indent="-285750">
              <a:buFont typeface="Arial" panose="020B0604020202020204" pitchFamily="34" charset="0"/>
              <a:buChar char="•"/>
            </a:pPr>
            <a:r>
              <a:rPr lang="en-US" dirty="0">
                <a:latin typeface="Calibri" panose="020F0502020204030204" pitchFamily="34" charset="0"/>
                <a:cs typeface="Calibri" panose="020F0502020204030204" pitchFamily="34" charset="0"/>
              </a:rPr>
              <a:t>Encoding</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20</a:t>
            </a:fld>
            <a:endParaRPr lang="en-US"/>
          </a:p>
        </p:txBody>
      </p:sp>
    </p:spTree>
    <p:extLst>
      <p:ext uri="{BB962C8B-B14F-4D97-AF65-F5344CB8AC3E}">
        <p14:creationId xmlns:p14="http://schemas.microsoft.com/office/powerpoint/2010/main" val="3190931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Application Protections</a:t>
            </a:r>
          </a:p>
        </p:txBody>
      </p:sp>
      <p:sp>
        <p:nvSpPr>
          <p:cNvPr id="7" name="Content Placeholder 6">
            <a:extLst>
              <a:ext uri="{FF2B5EF4-FFF2-40B4-BE49-F238E27FC236}">
                <a16:creationId xmlns:a16="http://schemas.microsoft.com/office/drawing/2014/main" id="{6323C068-6553-A5A7-6412-A822B8236438}"/>
              </a:ext>
            </a:extLst>
          </p:cNvPr>
          <p:cNvSpPr>
            <a:spLocks noGrp="1"/>
          </p:cNvSpPr>
          <p:nvPr>
            <p:ph idx="1"/>
          </p:nvPr>
        </p:nvSpPr>
        <p:spPr/>
        <p:txBody>
          <a:bodyPr>
            <a:normAutofit fontScale="62500" lnSpcReduction="20000"/>
          </a:bodyPr>
          <a:lstStyle/>
          <a:p>
            <a:r>
              <a:rPr lang="en-US" dirty="0"/>
              <a:t>Data exposure</a:t>
            </a:r>
          </a:p>
          <a:p>
            <a:pPr marL="285750" indent="-285750">
              <a:buFont typeface="Arial" panose="020B0604020202020204" pitchFamily="34" charset="0"/>
              <a:buChar char="•"/>
            </a:pPr>
            <a:r>
              <a:rPr lang="en-US" dirty="0"/>
              <a:t>Allows privileged information to be read by unauthorized user</a:t>
            </a:r>
          </a:p>
          <a:p>
            <a:pPr marL="742950" lvl="1" indent="-285750">
              <a:buFont typeface="Arial" panose="020B0604020202020204" pitchFamily="34" charset="0"/>
              <a:buChar char="•"/>
            </a:pPr>
            <a:r>
              <a:rPr lang="en-US" dirty="0"/>
              <a:t>Access token</a:t>
            </a:r>
          </a:p>
          <a:p>
            <a:pPr marL="742950" lvl="1" indent="-285750">
              <a:buFont typeface="Arial" panose="020B0604020202020204" pitchFamily="34" charset="0"/>
              <a:buChar char="•"/>
            </a:pPr>
            <a:r>
              <a:rPr lang="en-US" dirty="0"/>
              <a:t>Password</a:t>
            </a:r>
          </a:p>
          <a:p>
            <a:pPr marL="742950" lvl="1" indent="-285750">
              <a:buFont typeface="Arial" panose="020B0604020202020204" pitchFamily="34" charset="0"/>
              <a:buChar char="•"/>
            </a:pPr>
            <a:r>
              <a:rPr lang="en-US" dirty="0"/>
              <a:t>Personal data</a:t>
            </a:r>
          </a:p>
          <a:p>
            <a:r>
              <a:rPr lang="en-US" dirty="0"/>
              <a:t>Error Handling</a:t>
            </a:r>
          </a:p>
          <a:p>
            <a:pPr marL="714375" lvl="1" indent="-285750"/>
            <a:r>
              <a:rPr lang="en-US" dirty="0"/>
              <a:t>Safely handle and control errors</a:t>
            </a:r>
          </a:p>
          <a:p>
            <a:pPr marL="714375" lvl="1" indent="-285750"/>
            <a:r>
              <a:rPr lang="en-US" dirty="0"/>
              <a:t>Report errors to logs instead of user interface</a:t>
            </a:r>
          </a:p>
          <a:p>
            <a:r>
              <a:rPr lang="en-US" dirty="0"/>
              <a:t>Application Security in the Cloud</a:t>
            </a:r>
          </a:p>
          <a:p>
            <a:pPr marL="714375" lvl="1" indent="-285750"/>
            <a:r>
              <a:rPr lang="en-US" dirty="0"/>
              <a:t>Application security supports the shared responsibility model</a:t>
            </a:r>
          </a:p>
          <a:p>
            <a:pPr marL="714375" lvl="1" indent="-285750"/>
            <a:r>
              <a:rPr lang="en-US" dirty="0"/>
              <a:t>Secure applications running on a secure cloud platform</a:t>
            </a:r>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21</a:t>
            </a:fld>
            <a:endParaRPr lang="en-US"/>
          </a:p>
        </p:txBody>
      </p:sp>
    </p:spTree>
    <p:extLst>
      <p:ext uri="{BB962C8B-B14F-4D97-AF65-F5344CB8AC3E}">
        <p14:creationId xmlns:p14="http://schemas.microsoft.com/office/powerpoint/2010/main" val="13777875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8B9D2-75C6-4E31-8D20-2472152AE3E2}"/>
              </a:ext>
            </a:extLst>
          </p:cNvPr>
          <p:cNvSpPr>
            <a:spLocks noGrp="1"/>
          </p:cNvSpPr>
          <p:nvPr>
            <p:ph type="title"/>
          </p:nvPr>
        </p:nvSpPr>
        <p:spPr>
          <a:xfrm>
            <a:off x="0" y="0"/>
            <a:ext cx="9143999" cy="603250"/>
          </a:xfrm>
        </p:spPr>
        <p:txBody>
          <a:bodyPr/>
          <a:lstStyle/>
          <a:p>
            <a:r>
              <a:rPr lang="en-US" dirty="0"/>
              <a:t>Application Protections</a:t>
            </a:r>
          </a:p>
        </p:txBody>
      </p:sp>
      <p:sp>
        <p:nvSpPr>
          <p:cNvPr id="7" name="Content Placeholder 6">
            <a:extLst>
              <a:ext uri="{FF2B5EF4-FFF2-40B4-BE49-F238E27FC236}">
                <a16:creationId xmlns:a16="http://schemas.microsoft.com/office/drawing/2014/main" id="{8D4560B4-9251-B482-5C02-8C9AAF01D4E3}"/>
              </a:ext>
            </a:extLst>
          </p:cNvPr>
          <p:cNvSpPr>
            <a:spLocks noGrp="1"/>
          </p:cNvSpPr>
          <p:nvPr>
            <p:ph idx="1"/>
          </p:nvPr>
        </p:nvSpPr>
        <p:spPr/>
        <p:txBody>
          <a:bodyPr>
            <a:normAutofit lnSpcReduction="10000"/>
          </a:bodyPr>
          <a:lstStyle/>
          <a:p>
            <a:r>
              <a:rPr lang="en-US" dirty="0"/>
              <a:t>Memory Management</a:t>
            </a:r>
          </a:p>
          <a:p>
            <a:pPr marL="714375" lvl="1" indent="-285750"/>
            <a:r>
              <a:rPr lang="en-US" dirty="0"/>
              <a:t>Buffer overflow attacks are a decades-old problem</a:t>
            </a:r>
          </a:p>
          <a:p>
            <a:pPr marL="714375" lvl="1" indent="-285750"/>
            <a:r>
              <a:rPr lang="en-US" dirty="0"/>
              <a:t>Input validation is an important defense</a:t>
            </a:r>
          </a:p>
          <a:p>
            <a:endParaRPr lang="en-US" dirty="0"/>
          </a:p>
          <a:p>
            <a:r>
              <a:rPr lang="en-US" dirty="0"/>
              <a:t>Client-Side vs. Server-Side Validation</a:t>
            </a:r>
          </a:p>
          <a:p>
            <a:pPr marL="714375" lvl="1" indent="-285750"/>
            <a:r>
              <a:rPr lang="en-US" dirty="0"/>
              <a:t>Security checks should be performed server-side</a:t>
            </a:r>
          </a:p>
          <a:p>
            <a:pPr marL="714375" lvl="1" indent="-285750"/>
            <a:r>
              <a:rPr lang="en-US" dirty="0"/>
              <a:t>Developers often use client-side checks to improve application performance</a:t>
            </a:r>
          </a:p>
          <a:p>
            <a:pPr marL="714375" lvl="1" indent="-285750"/>
            <a:r>
              <a:rPr lang="en-US" dirty="0"/>
              <a:t>Client-side checks can be bypassed</a:t>
            </a:r>
          </a:p>
          <a:p>
            <a:endParaRPr lang="en-US" dirty="0"/>
          </a:p>
        </p:txBody>
      </p:sp>
      <p:sp>
        <p:nvSpPr>
          <p:cNvPr id="4" name="Slide Number Placeholder 3">
            <a:extLst>
              <a:ext uri="{FF2B5EF4-FFF2-40B4-BE49-F238E27FC236}">
                <a16:creationId xmlns:a16="http://schemas.microsoft.com/office/drawing/2014/main" id="{81D661B8-EEC6-4B47-84B5-8687AB7DEF59}"/>
              </a:ext>
            </a:extLst>
          </p:cNvPr>
          <p:cNvSpPr>
            <a:spLocks noGrp="1"/>
          </p:cNvSpPr>
          <p:nvPr>
            <p:ph type="sldNum" sz="quarter" idx="10"/>
          </p:nvPr>
        </p:nvSpPr>
        <p:spPr>
          <a:xfrm>
            <a:off x="8537816" y="4885690"/>
            <a:ext cx="479184" cy="198675"/>
          </a:xfrm>
        </p:spPr>
        <p:txBody>
          <a:bodyPr/>
          <a:lstStyle/>
          <a:p>
            <a:fld id="{B7CF8A19-3A9E-4ABC-B336-2FDDE321C72D}" type="slidenum">
              <a:rPr lang="en-US" smtClean="0"/>
              <a:pPr/>
              <a:t>22</a:t>
            </a:fld>
            <a:endParaRPr lang="en-US"/>
          </a:p>
        </p:txBody>
      </p:sp>
    </p:spTree>
    <p:extLst>
      <p:ext uri="{BB962C8B-B14F-4D97-AF65-F5344CB8AC3E}">
        <p14:creationId xmlns:p14="http://schemas.microsoft.com/office/powerpoint/2010/main" val="29165290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9F564-251E-4378-B4D0-692726090772}"/>
              </a:ext>
            </a:extLst>
          </p:cNvPr>
          <p:cNvSpPr>
            <a:spLocks noGrp="1"/>
          </p:cNvSpPr>
          <p:nvPr>
            <p:ph type="title"/>
          </p:nvPr>
        </p:nvSpPr>
        <p:spPr/>
        <p:txBody>
          <a:bodyPr/>
          <a:lstStyle/>
          <a:p>
            <a:r>
              <a:rPr lang="en-US" dirty="0"/>
              <a:t>Software Sandboxing</a:t>
            </a:r>
          </a:p>
        </p:txBody>
      </p:sp>
      <p:pic>
        <p:nvPicPr>
          <p:cNvPr id="8" name="Content Placeholder 7" descr="A Screengrab of Joe Sandbox Cloud.">
            <a:extLst>
              <a:ext uri="{FF2B5EF4-FFF2-40B4-BE49-F238E27FC236}">
                <a16:creationId xmlns:a16="http://schemas.microsoft.com/office/drawing/2014/main" id="{C67A9ECC-8CE4-9B32-3BBC-70DA7DFB4019}"/>
              </a:ext>
            </a:extLst>
          </p:cNvPr>
          <p:cNvPicPr>
            <a:picLocks noGrp="1" noChangeAspect="1"/>
          </p:cNvPicPr>
          <p:nvPr>
            <p:ph idx="1"/>
          </p:nvPr>
        </p:nvPicPr>
        <p:blipFill>
          <a:blip r:embed="rId2"/>
          <a:stretch>
            <a:fillRect/>
          </a:stretch>
        </p:blipFill>
        <p:spPr>
          <a:xfrm>
            <a:off x="274119" y="746125"/>
            <a:ext cx="4098375" cy="4046538"/>
          </a:xfrm>
        </p:spPr>
      </p:pic>
      <p:sp>
        <p:nvSpPr>
          <p:cNvPr id="3" name="Content Placeholder 2">
            <a:extLst>
              <a:ext uri="{FF2B5EF4-FFF2-40B4-BE49-F238E27FC236}">
                <a16:creationId xmlns:a16="http://schemas.microsoft.com/office/drawing/2014/main" id="{9E889CAC-9D2F-03CC-8D2E-19FD098B6082}"/>
              </a:ext>
            </a:extLst>
          </p:cNvPr>
          <p:cNvSpPr>
            <a:spLocks noGrp="1"/>
          </p:cNvSpPr>
          <p:nvPr>
            <p:ph idx="12"/>
          </p:nvPr>
        </p:nvSpPr>
        <p:spPr/>
        <p:txBody>
          <a:bodyPr/>
          <a:lstStyle/>
          <a:p>
            <a:r>
              <a:rPr lang="en-US" dirty="0"/>
              <a:t>A security mechanism used to isolate software</a:t>
            </a:r>
          </a:p>
          <a:p>
            <a:pPr marL="285750" indent="-285750">
              <a:buFont typeface="Arial" panose="020B0604020202020204" pitchFamily="34" charset="0"/>
              <a:buChar char="•"/>
            </a:pPr>
            <a:r>
              <a:rPr lang="en-US" noProof="0" dirty="0">
                <a:latin typeface="Calibri" panose="020F0502020204030204" pitchFamily="34" charset="0"/>
                <a:cs typeface="Calibri" panose="020F0502020204030204" pitchFamily="34" charset="0"/>
              </a:rPr>
              <a:t>Prevent it from accessing operating system features</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Isolate is from other processes/software</a:t>
            </a:r>
            <a:endParaRPr lang="en-US" noProof="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Prevent access to network</a:t>
            </a:r>
          </a:p>
          <a:p>
            <a:pPr marL="285750" indent="-285750">
              <a:buFont typeface="Arial" panose="020B0604020202020204" pitchFamily="34" charset="0"/>
              <a:buChar char="•"/>
            </a:pPr>
            <a:r>
              <a:rPr lang="en-US" dirty="0">
                <a:latin typeface="Calibri" panose="020F0502020204030204" pitchFamily="34" charset="0"/>
                <a:cs typeface="Calibri" panose="020F0502020204030204" pitchFamily="34" charset="0"/>
              </a:rPr>
              <a:t>“Safe Detonation”</a:t>
            </a:r>
            <a:endParaRPr lang="en-US" dirty="0"/>
          </a:p>
        </p:txBody>
      </p:sp>
      <p:sp>
        <p:nvSpPr>
          <p:cNvPr id="4" name="Slide Number Placeholder 3">
            <a:extLst>
              <a:ext uri="{FF2B5EF4-FFF2-40B4-BE49-F238E27FC236}">
                <a16:creationId xmlns:a16="http://schemas.microsoft.com/office/drawing/2014/main" id="{80C4C0A8-03F5-4F2B-9EB9-918B55C258A2}"/>
              </a:ext>
            </a:extLst>
          </p:cNvPr>
          <p:cNvSpPr>
            <a:spLocks noGrp="1"/>
          </p:cNvSpPr>
          <p:nvPr>
            <p:ph type="sldNum" sz="quarter" idx="13"/>
          </p:nvPr>
        </p:nvSpPr>
        <p:spPr/>
        <p:txBody>
          <a:bodyPr/>
          <a:lstStyle/>
          <a:p>
            <a:fld id="{B7CF8A19-3A9E-4ABC-B336-2FDDE321C72D}" type="slidenum">
              <a:rPr lang="en-US" smtClean="0"/>
              <a:pPr/>
              <a:t>23</a:t>
            </a:fld>
            <a:endParaRPr lang="en-US"/>
          </a:p>
        </p:txBody>
      </p:sp>
      <p:sp>
        <p:nvSpPr>
          <p:cNvPr id="6" name="Rectangle 5">
            <a:extLst>
              <a:ext uri="{FF2B5EF4-FFF2-40B4-BE49-F238E27FC236}">
                <a16:creationId xmlns:a16="http://schemas.microsoft.com/office/drawing/2014/main" id="{6C97A144-0634-4203-BEE3-57B7B2ADD04C}"/>
              </a:ext>
            </a:extLst>
          </p:cNvPr>
          <p:cNvSpPr/>
          <p:nvPr/>
        </p:nvSpPr>
        <p:spPr>
          <a:xfrm>
            <a:off x="0" y="4792663"/>
            <a:ext cx="4572000" cy="369332"/>
          </a:xfrm>
          <a:prstGeom prst="rect">
            <a:avLst/>
          </a:prstGeom>
        </p:spPr>
        <p:txBody>
          <a:bodyPr>
            <a:spAutoFit/>
          </a:bodyPr>
          <a:lstStyle/>
          <a:p>
            <a:pPr algn="ctr"/>
            <a:r>
              <a:rPr lang="en-US" sz="900" i="1" dirty="0">
                <a:solidFill>
                  <a:srgbClr val="45545F"/>
                </a:solidFill>
              </a:rPr>
              <a:t>Joe Sandbox analysis of a malicious executable file. (Screenshot courtesy of Joe Security, LLC.) </a:t>
            </a:r>
          </a:p>
        </p:txBody>
      </p:sp>
    </p:spTree>
    <p:extLst>
      <p:ext uri="{BB962C8B-B14F-4D97-AF65-F5344CB8AC3E}">
        <p14:creationId xmlns:p14="http://schemas.microsoft.com/office/powerpoint/2010/main" val="42189599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CCA571E-DEB7-46F2-8F35-C75EA28B441B}"/>
              </a:ext>
            </a:extLst>
          </p:cNvPr>
          <p:cNvSpPr>
            <a:spLocks noGrp="1"/>
          </p:cNvSpPr>
          <p:nvPr>
            <p:ph sz="quarter" idx="11"/>
          </p:nvPr>
        </p:nvSpPr>
        <p:spPr/>
        <p:txBody>
          <a:bodyPr/>
          <a:lstStyle/>
          <a:p>
            <a:r>
              <a:rPr lang="en-US" dirty="0"/>
              <a:t>Secure Coding Techniques</a:t>
            </a:r>
          </a:p>
          <a:p>
            <a:r>
              <a:rPr lang="en-US" dirty="0"/>
              <a:t>Application Protections</a:t>
            </a:r>
          </a:p>
          <a:p>
            <a:r>
              <a:rPr lang="en-US" dirty="0"/>
              <a:t>Software Sandboxing</a:t>
            </a:r>
          </a:p>
        </p:txBody>
      </p:sp>
      <p:sp>
        <p:nvSpPr>
          <p:cNvPr id="3" name="Title 2">
            <a:extLst>
              <a:ext uri="{FF2B5EF4-FFF2-40B4-BE49-F238E27FC236}">
                <a16:creationId xmlns:a16="http://schemas.microsoft.com/office/drawing/2014/main" id="{FC69CAD3-34EC-4D3B-A788-E05EF101E8B6}"/>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269118DD-A53E-4F0B-AB99-4036684DA405}"/>
              </a:ext>
            </a:extLst>
          </p:cNvPr>
          <p:cNvSpPr>
            <a:spLocks noGrp="1"/>
          </p:cNvSpPr>
          <p:nvPr>
            <p:ph type="sldNum" sz="quarter" idx="12"/>
          </p:nvPr>
        </p:nvSpPr>
        <p:spPr/>
        <p:txBody>
          <a:bodyPr/>
          <a:lstStyle/>
          <a:p>
            <a:fld id="{B7CF8A19-3A9E-4ABC-B336-2FDDE321C72D}" type="slidenum">
              <a:rPr lang="en-US" smtClean="0"/>
              <a:pPr/>
              <a:t>24</a:t>
            </a:fld>
            <a:endParaRPr lang="en-US"/>
          </a:p>
        </p:txBody>
      </p:sp>
    </p:spTree>
    <p:extLst>
      <p:ext uri="{BB962C8B-B14F-4D97-AF65-F5344CB8AC3E}">
        <p14:creationId xmlns:p14="http://schemas.microsoft.com/office/powerpoint/2010/main" val="28156820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94332-D62B-47C7-80DD-A8FE3D25DB3C}"/>
              </a:ext>
            </a:extLst>
          </p:cNvPr>
          <p:cNvSpPr>
            <a:spLocks noGrp="1"/>
          </p:cNvSpPr>
          <p:nvPr>
            <p:ph type="sldNum" sz="quarter" idx="13"/>
          </p:nvPr>
        </p:nvSpPr>
        <p:spPr/>
        <p:txBody>
          <a:bodyPr/>
          <a:lstStyle/>
          <a:p>
            <a:fld id="{B7CF8A19-3A9E-4ABC-B336-2FDDE321C72D}" type="slidenum">
              <a:rPr lang="en-US" smtClean="0"/>
              <a:pPr/>
              <a:t>25</a:t>
            </a:fld>
            <a:endParaRPr lang="en-US"/>
          </a:p>
        </p:txBody>
      </p:sp>
      <p:sp>
        <p:nvSpPr>
          <p:cNvPr id="3" name="Content Placeholder 2">
            <a:extLst>
              <a:ext uri="{FF2B5EF4-FFF2-40B4-BE49-F238E27FC236}">
                <a16:creationId xmlns:a16="http://schemas.microsoft.com/office/drawing/2014/main" id="{89316A7B-EF56-4540-A124-0ACC23724F87}"/>
              </a:ext>
            </a:extLst>
          </p:cNvPr>
          <p:cNvSpPr>
            <a:spLocks noGrp="1"/>
          </p:cNvSpPr>
          <p:nvPr>
            <p:ph sz="quarter" idx="14"/>
          </p:nvPr>
        </p:nvSpPr>
        <p:spPr/>
        <p:txBody>
          <a:bodyPr/>
          <a:lstStyle/>
          <a:p>
            <a:r>
              <a:rPr lang="en-US" dirty="0"/>
              <a:t>Assisted Lab: Configuring System Monitoring</a:t>
            </a:r>
          </a:p>
        </p:txBody>
      </p:sp>
    </p:spTree>
    <p:extLst>
      <p:ext uri="{BB962C8B-B14F-4D97-AF65-F5344CB8AC3E}">
        <p14:creationId xmlns:p14="http://schemas.microsoft.com/office/powerpoint/2010/main" val="21035549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5E7-CEB7-44B4-8D15-A6FE845CE6B2}"/>
              </a:ext>
            </a:extLst>
          </p:cNvPr>
          <p:cNvSpPr>
            <a:spLocks noGrp="1"/>
          </p:cNvSpPr>
          <p:nvPr>
            <p:ph type="ctrTitle"/>
          </p:nvPr>
        </p:nvSpPr>
        <p:spPr/>
        <p:txBody>
          <a:bodyPr/>
          <a:lstStyle/>
          <a:p>
            <a:r>
              <a:rPr lang="en-US" dirty="0">
                <a:latin typeface="Calibri"/>
                <a:cs typeface="Calibri"/>
              </a:rPr>
              <a:t>Summary</a:t>
            </a:r>
            <a:endParaRPr lang="en-US" dirty="0"/>
          </a:p>
        </p:txBody>
      </p:sp>
      <p:sp>
        <p:nvSpPr>
          <p:cNvPr id="3" name="Subtitle 2">
            <a:extLst>
              <a:ext uri="{FF2B5EF4-FFF2-40B4-BE49-F238E27FC236}">
                <a16:creationId xmlns:a16="http://schemas.microsoft.com/office/drawing/2014/main" id="{3CFC5BFA-DF53-4407-9187-19E2D701E00B}"/>
              </a:ext>
            </a:extLst>
          </p:cNvPr>
          <p:cNvSpPr>
            <a:spLocks noGrp="1"/>
          </p:cNvSpPr>
          <p:nvPr>
            <p:ph type="subTitle" idx="1"/>
          </p:nvPr>
        </p:nvSpPr>
        <p:spPr/>
        <p:txBody>
          <a:bodyPr/>
          <a:lstStyle/>
          <a:p>
            <a:r>
              <a:rPr lang="en-US"/>
              <a:t>Lesson 11</a:t>
            </a:r>
            <a:endParaRPr lang="en-US" dirty="0"/>
          </a:p>
        </p:txBody>
      </p:sp>
      <p:sp>
        <p:nvSpPr>
          <p:cNvPr id="4" name="Text Placeholder 3">
            <a:extLst>
              <a:ext uri="{FF2B5EF4-FFF2-40B4-BE49-F238E27FC236}">
                <a16:creationId xmlns:a16="http://schemas.microsoft.com/office/drawing/2014/main" id="{10E64DD8-93CF-45E0-BBB1-D21C74EEE754}"/>
              </a:ext>
            </a:extLst>
          </p:cNvPr>
          <p:cNvSpPr>
            <a:spLocks noGrp="1"/>
          </p:cNvSpPr>
          <p:nvPr>
            <p:ph type="body" sz="quarter" idx="12"/>
          </p:nvPr>
        </p:nvSpPr>
        <p:spPr/>
        <p:txBody>
          <a:bodyPr>
            <a:normAutofit fontScale="92500" lnSpcReduction="10000"/>
          </a:bodyPr>
          <a:lstStyle/>
          <a:p>
            <a:r>
              <a:rPr lang="en-US" noProof="0" dirty="0"/>
              <a:t>CompTIA Security+ Exam SY0-701</a:t>
            </a:r>
          </a:p>
          <a:p>
            <a:endParaRPr lang="en-US" dirty="0"/>
          </a:p>
        </p:txBody>
      </p:sp>
      <p:sp>
        <p:nvSpPr>
          <p:cNvPr id="5" name="Slide Number Placeholder 4">
            <a:extLst>
              <a:ext uri="{FF2B5EF4-FFF2-40B4-BE49-F238E27FC236}">
                <a16:creationId xmlns:a16="http://schemas.microsoft.com/office/drawing/2014/main" id="{62FE90A5-9E27-4EEC-9D36-E853C33CA9D6}"/>
              </a:ext>
            </a:extLst>
          </p:cNvPr>
          <p:cNvSpPr>
            <a:spLocks noGrp="1"/>
          </p:cNvSpPr>
          <p:nvPr>
            <p:ph type="sldNum" sz="quarter" idx="10"/>
          </p:nvPr>
        </p:nvSpPr>
        <p:spPr/>
        <p:txBody>
          <a:bodyPr/>
          <a:lstStyle/>
          <a:p>
            <a:fld id="{B7CF8A19-3A9E-4ABC-B336-2FDDE321C72D}" type="slidenum">
              <a:rPr lang="en-US" smtClean="0"/>
              <a:pPr/>
              <a:t>26</a:t>
            </a:fld>
            <a:endParaRPr lang="en-US"/>
          </a:p>
        </p:txBody>
      </p:sp>
    </p:spTree>
    <p:extLst>
      <p:ext uri="{BB962C8B-B14F-4D97-AF65-F5344CB8AC3E}">
        <p14:creationId xmlns:p14="http://schemas.microsoft.com/office/powerpoint/2010/main" val="997338478"/>
      </p:ext>
    </p:extLst>
  </p:cSld>
  <p:clrMapOvr>
    <a:masterClrMapping/>
  </p:clrMapOvr>
</p:sld>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0" ma:contentTypeDescription="Create a new document." ma:contentTypeScope="" ma:versionID="ed86e5399dbebefe12b00acc00006398">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d58846d2f795cf77eba5ad3af37f17c8"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9804A4A-BEBA-46F7-8D91-096B77966F98}">
  <ds:schemaRefs>
    <ds:schemaRef ds:uri="http://schemas.openxmlformats.org/package/2006/metadata/core-properties"/>
    <ds:schemaRef ds:uri="http://schemas.microsoft.com/office/2006/metadata/properties"/>
    <ds:schemaRef ds:uri="http://purl.org/dc/terms/"/>
    <ds:schemaRef ds:uri="95a46270-66ec-4bdf-aabc-d78887d51418"/>
    <ds:schemaRef ds:uri="http://schemas.microsoft.com/office/infopath/2007/PartnerControls"/>
    <ds:schemaRef ds:uri="http://www.w3.org/XML/1998/namespace"/>
    <ds:schemaRef ds:uri="http://schemas.microsoft.com/office/2006/documentManagement/types"/>
    <ds:schemaRef ds:uri="http://purl.org/dc/elements/1.1/"/>
    <ds:schemaRef ds:uri="315eb565-7267-4a95-9087-2f433ded3c8b"/>
    <ds:schemaRef ds:uri="http://purl.org/dc/dcmitype/"/>
    <ds:schemaRef ds:uri="http://schemas.microsoft.com/sharepoint/v3"/>
  </ds:schemaRefs>
</ds:datastoreItem>
</file>

<file path=customXml/itemProps2.xml><?xml version="1.0" encoding="utf-8"?>
<ds:datastoreItem xmlns:ds="http://schemas.openxmlformats.org/officeDocument/2006/customXml" ds:itemID="{EA2CFB8D-1019-43EC-BFD1-51DA40016399}">
  <ds:schemaRefs>
    <ds:schemaRef ds:uri="http://schemas.microsoft.com/sharepoint/v3/contenttype/forms"/>
  </ds:schemaRefs>
</ds:datastoreItem>
</file>

<file path=customXml/itemProps3.xml><?xml version="1.0" encoding="utf-8"?>
<ds:datastoreItem xmlns:ds="http://schemas.openxmlformats.org/officeDocument/2006/customXml" ds:itemID="{425B4D6D-FE18-4A70-A53C-AE6E2146083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comptia_ova</Template>
  <TotalTime>0</TotalTime>
  <Words>1611</Words>
  <Application>Microsoft Office PowerPoint</Application>
  <PresentationFormat>On-screen Show (16:9)</PresentationFormat>
  <Paragraphs>270</Paragraphs>
  <Slides>26</Slides>
  <Notes>14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26</vt:i4>
      </vt:variant>
    </vt:vector>
  </HeadingPairs>
  <TitlesOfParts>
    <vt:vector size="32" baseType="lpstr">
      <vt:lpstr>Courier New</vt:lpstr>
      <vt:lpstr>Calibri</vt:lpstr>
      <vt:lpstr>Arial</vt:lpstr>
      <vt:lpstr>Open Sans</vt:lpstr>
      <vt:lpstr>comptia_ov</vt:lpstr>
      <vt:lpstr>comptia_ov</vt:lpstr>
      <vt:lpstr>Enhance Application Security Capabilities</vt:lpstr>
      <vt:lpstr>Application Protocol Security Baselines</vt:lpstr>
      <vt:lpstr>Secure Protocols</vt:lpstr>
      <vt:lpstr>Transport Layer Security </vt:lpstr>
      <vt:lpstr>Transport Layer Security </vt:lpstr>
      <vt:lpstr>Secure Directory Services </vt:lpstr>
      <vt:lpstr>Simple Network Management Protocol Security</vt:lpstr>
      <vt:lpstr>File Transfer Services</vt:lpstr>
      <vt:lpstr>Email Services</vt:lpstr>
      <vt:lpstr>Email Security</vt:lpstr>
      <vt:lpstr>Email Security</vt:lpstr>
      <vt:lpstr>Email Security</vt:lpstr>
      <vt:lpstr>Email Data Loss Prevention </vt:lpstr>
      <vt:lpstr>DNS Filtering</vt:lpstr>
      <vt:lpstr>DNS Security</vt:lpstr>
      <vt:lpstr>Application Protocol Security Baselines</vt:lpstr>
      <vt:lpstr>PowerPoint Presentation</vt:lpstr>
      <vt:lpstr>Cloud and Web Application Security Concepts</vt:lpstr>
      <vt:lpstr>Secure Coding Techniques </vt:lpstr>
      <vt:lpstr>Secure Coding Techniques </vt:lpstr>
      <vt:lpstr>Application Protections</vt:lpstr>
      <vt:lpstr>Application Protections</vt:lpstr>
      <vt:lpstr>Software Sandboxing</vt:lpstr>
      <vt:lpstr>PowerPoint Presentation</vt:lpstr>
      <vt:lpstr>PowerPoint Presentation</vt:lpstr>
      <vt:lpstr>Summary</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Slide deck to accompany a CompTIA OCC study guide</dc:subject>
  <dc:creator>James Pengelly</dc:creator>
  <dc:description>Copyright © 2022 CompTIA, Inc. All Rights Reserved.  |  CompTIA.org</dc:description>
  <cp:lastModifiedBy>James Pengelly</cp:lastModifiedBy>
  <cp:revision>13</cp:revision>
  <dcterms:created xsi:type="dcterms:W3CDTF">2021-09-20T08:36:44Z</dcterms:created>
  <dcterms:modified xsi:type="dcterms:W3CDTF">2023-09-19T11:01:51Z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ies>
</file>