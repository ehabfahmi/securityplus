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8"/>
  </p:notesMasterIdLst>
  <p:handoutMasterIdLst>
    <p:handoutMasterId r:id="rId49"/>
  </p:handoutMasterIdLst>
  <p:sldIdLst>
    <p:sldId id="276" r:id="rId5"/>
    <p:sldId id="937" r:id="rId6"/>
    <p:sldId id="279" r:id="rId7"/>
    <p:sldId id="441" r:id="rId8"/>
    <p:sldId id="442" r:id="rId9"/>
    <p:sldId id="473" r:id="rId10"/>
    <p:sldId id="444" r:id="rId11"/>
    <p:sldId id="468" r:id="rId12"/>
    <p:sldId id="469" r:id="rId13"/>
    <p:sldId id="470" r:id="rId14"/>
    <p:sldId id="471" r:id="rId15"/>
    <p:sldId id="445" r:id="rId16"/>
    <p:sldId id="472" r:id="rId17"/>
    <p:sldId id="938" r:id="rId18"/>
    <p:sldId id="280" r:id="rId19"/>
    <p:sldId id="454" r:id="rId20"/>
    <p:sldId id="461" r:id="rId21"/>
    <p:sldId id="463" r:id="rId22"/>
    <p:sldId id="464" r:id="rId23"/>
    <p:sldId id="465" r:id="rId24"/>
    <p:sldId id="455" r:id="rId25"/>
    <p:sldId id="939" r:id="rId26"/>
    <p:sldId id="281" r:id="rId27"/>
    <p:sldId id="448" r:id="rId28"/>
    <p:sldId id="474" r:id="rId29"/>
    <p:sldId id="449" r:id="rId30"/>
    <p:sldId id="451" r:id="rId31"/>
    <p:sldId id="928" r:id="rId32"/>
    <p:sldId id="453" r:id="rId33"/>
    <p:sldId id="929" r:id="rId34"/>
    <p:sldId id="452" r:id="rId35"/>
    <p:sldId id="940" r:id="rId36"/>
    <p:sldId id="942" r:id="rId37"/>
    <p:sldId id="282" r:id="rId38"/>
    <p:sldId id="433" r:id="rId39"/>
    <p:sldId id="447" r:id="rId40"/>
    <p:sldId id="434" r:id="rId41"/>
    <p:sldId id="930" r:id="rId42"/>
    <p:sldId id="432" r:id="rId43"/>
    <p:sldId id="450" r:id="rId44"/>
    <p:sldId id="475" r:id="rId45"/>
    <p:sldId id="941" r:id="rId46"/>
    <p:sldId id="936" r:id="rId47"/>
  </p:sldIdLst>
  <p:sldSz cx="9144000" cy="5143500" type="screen16x9"/>
  <p:notesSz cx="6858000" cy="9144000"/>
  <p:embeddedFontLst>
    <p:embeddedFont>
      <p:font typeface="Calibri" panose="020F0502020204030204" pitchFamily="34" charset="0"/>
      <p:regular r:id="rId50"/>
      <p:bold r:id="rId51"/>
      <p:italic r:id="rId52"/>
      <p:boldItalic r:id="rId53"/>
    </p:embeddedFont>
    <p:embeddedFont>
      <p:font typeface="Open Sans" panose="020B0606030504020204" pitchFamily="34" charset="0"/>
      <p:regular r:id="rId54"/>
      <p:bold r:id="rId55"/>
      <p:italic r:id="rId56"/>
      <p:boldItalic r:id="rId5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42569-D0A5-30EF-04FD-0AEC1D52D331}" name="James Pengelly" initials="JP" userId="S::jpengelly@comptia.org::d269fecd-a8a2-4e5a-93ae-88bdaab21f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F9FDE"/>
    <a:srgbClr val="FEAE62"/>
    <a:srgbClr val="7FC8DD"/>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9752E9-77B8-4010-B709-E65FE867BFBC}" v="8" dt="2023-09-13T17:22:08.6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9083" autoAdjust="0"/>
  </p:normalViewPr>
  <p:slideViewPr>
    <p:cSldViewPr snapToGrid="0">
      <p:cViewPr varScale="1">
        <p:scale>
          <a:sx n="117" d="100"/>
          <a:sy n="117" d="100"/>
        </p:scale>
        <p:origin x="672" y="84"/>
      </p:cViewPr>
      <p:guideLst>
        <p:guide orient="horz" pos="1620"/>
        <p:guide pos="2880"/>
      </p:guideLst>
    </p:cSldViewPr>
  </p:slideViewPr>
  <p:outlineViewPr>
    <p:cViewPr>
      <p:scale>
        <a:sx n="33" d="100"/>
        <a:sy n="33" d="100"/>
      </p:scale>
      <p:origin x="0" y="-183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1.fntdata"/><Relationship Id="rId55" Type="http://schemas.openxmlformats.org/officeDocument/2006/relationships/font" Target="fonts/font6.fntdata"/><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4.fntdata"/><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font" Target="fonts/font7.fntdata"/><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font" Target="fonts/font2.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5.fntdata"/><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57" Type="http://schemas.openxmlformats.org/officeDocument/2006/relationships/font" Target="fonts/font8.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3.fntdata"/><Relationship Id="rId60" Type="http://schemas.openxmlformats.org/officeDocument/2006/relationships/viewProps" Target="viewProps.xml"/><Relationship Id="rId65"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_rels/viewProps.xml.rels><?xml version="1.0" encoding="UTF-8" standalone="yes"?>
<Relationships xmlns="http://schemas.openxmlformats.org/package/2006/relationships"><Relationship Id="rId13" Type="http://schemas.openxmlformats.org/officeDocument/2006/relationships/slide" Target="slides/slide13.xml"/><Relationship Id="rId18" Type="http://schemas.openxmlformats.org/officeDocument/2006/relationships/slide" Target="slides/slide18.xml"/><Relationship Id="rId26" Type="http://schemas.openxmlformats.org/officeDocument/2006/relationships/slide" Target="slides/slide26.xml"/><Relationship Id="rId39" Type="http://schemas.openxmlformats.org/officeDocument/2006/relationships/slide" Target="slides/slide40.xml"/><Relationship Id="rId21" Type="http://schemas.openxmlformats.org/officeDocument/2006/relationships/slide" Target="slides/slide21.xml"/><Relationship Id="rId34" Type="http://schemas.openxmlformats.org/officeDocument/2006/relationships/slide" Target="slides/slide35.xml"/><Relationship Id="rId42" Type="http://schemas.openxmlformats.org/officeDocument/2006/relationships/slide" Target="slides/slide43.xml"/><Relationship Id="rId7" Type="http://schemas.openxmlformats.org/officeDocument/2006/relationships/slide" Target="slides/slide7.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20.xml"/><Relationship Id="rId29" Type="http://schemas.openxmlformats.org/officeDocument/2006/relationships/slide" Target="slides/slide29.xml"/><Relationship Id="rId41" Type="http://schemas.openxmlformats.org/officeDocument/2006/relationships/slide" Target="slides/slide42.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24.xml"/><Relationship Id="rId32" Type="http://schemas.openxmlformats.org/officeDocument/2006/relationships/slide" Target="slides/slide32.xml"/><Relationship Id="rId37" Type="http://schemas.openxmlformats.org/officeDocument/2006/relationships/slide" Target="slides/slide38.xml"/><Relationship Id="rId40" Type="http://schemas.openxmlformats.org/officeDocument/2006/relationships/slide" Target="slides/slide41.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23.xml"/><Relationship Id="rId28" Type="http://schemas.openxmlformats.org/officeDocument/2006/relationships/slide" Target="slides/slide28.xml"/><Relationship Id="rId36" Type="http://schemas.openxmlformats.org/officeDocument/2006/relationships/slide" Target="slides/slide37.xml"/><Relationship Id="rId10" Type="http://schemas.openxmlformats.org/officeDocument/2006/relationships/slide" Target="slides/slide10.xml"/><Relationship Id="rId19" Type="http://schemas.openxmlformats.org/officeDocument/2006/relationships/slide" Target="slides/slide19.xml"/><Relationship Id="rId31" Type="http://schemas.openxmlformats.org/officeDocument/2006/relationships/slide" Target="slides/slide31.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2.xml"/><Relationship Id="rId27" Type="http://schemas.openxmlformats.org/officeDocument/2006/relationships/slide" Target="slides/slide27.xml"/><Relationship Id="rId30" Type="http://schemas.openxmlformats.org/officeDocument/2006/relationships/slide" Target="slides/slide30.xml"/><Relationship Id="rId35" Type="http://schemas.openxmlformats.org/officeDocument/2006/relationships/slide" Target="slides/slide36.xml"/><Relationship Id="rId8" Type="http://schemas.openxmlformats.org/officeDocument/2006/relationships/slide" Target="slides/slide8.xml"/><Relationship Id="rId3" Type="http://schemas.openxmlformats.org/officeDocument/2006/relationships/slide" Target="slides/slide3.xml"/><Relationship Id="rId12" Type="http://schemas.openxmlformats.org/officeDocument/2006/relationships/slide" Target="slides/slide12.xml"/><Relationship Id="rId17" Type="http://schemas.openxmlformats.org/officeDocument/2006/relationships/slide" Target="slides/slide17.xml"/><Relationship Id="rId25" Type="http://schemas.openxmlformats.org/officeDocument/2006/relationships/slide" Target="slides/slide25.xml"/><Relationship Id="rId33" Type="http://schemas.openxmlformats.org/officeDocument/2006/relationships/slide" Target="slides/slide34.xml"/><Relationship Id="rId38"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Pengelly" userId="d269fecd-a8a2-4e5a-93ae-88bdaab21f51" providerId="ADAL" clId="{2831B0DF-4F7D-4A8B-BC86-5A9865C6DF42}"/>
    <pc:docChg chg="undo custSel addSld delSld modSld">
      <pc:chgData name="James Pengelly" userId="d269fecd-a8a2-4e5a-93ae-88bdaab21f51" providerId="ADAL" clId="{2831B0DF-4F7D-4A8B-BC86-5A9865C6DF42}" dt="2023-09-06T15:55:49.769" v="558"/>
      <pc:docMkLst>
        <pc:docMk/>
      </pc:docMkLst>
      <pc:sldChg chg="del">
        <pc:chgData name="James Pengelly" userId="d269fecd-a8a2-4e5a-93ae-88bdaab21f51" providerId="ADAL" clId="{2831B0DF-4F7D-4A8B-BC86-5A9865C6DF42}" dt="2023-08-24T13:58:44.325" v="0" actId="47"/>
        <pc:sldMkLst>
          <pc:docMk/>
          <pc:sldMk cId="3760655269" sldId="257"/>
        </pc:sldMkLst>
      </pc:sldChg>
      <pc:sldChg chg="del">
        <pc:chgData name="James Pengelly" userId="d269fecd-a8a2-4e5a-93ae-88bdaab21f51" providerId="ADAL" clId="{2831B0DF-4F7D-4A8B-BC86-5A9865C6DF42}" dt="2023-08-24T13:58:44.325" v="0" actId="47"/>
        <pc:sldMkLst>
          <pc:docMk/>
          <pc:sldMk cId="2338602011" sldId="258"/>
        </pc:sldMkLst>
      </pc:sldChg>
      <pc:sldChg chg="del">
        <pc:chgData name="James Pengelly" userId="d269fecd-a8a2-4e5a-93ae-88bdaab21f51" providerId="ADAL" clId="{2831B0DF-4F7D-4A8B-BC86-5A9865C6DF42}" dt="2023-08-24T13:58:44.325" v="0" actId="47"/>
        <pc:sldMkLst>
          <pc:docMk/>
          <pc:sldMk cId="1550182309" sldId="259"/>
        </pc:sldMkLst>
      </pc:sldChg>
      <pc:sldChg chg="del">
        <pc:chgData name="James Pengelly" userId="d269fecd-a8a2-4e5a-93ae-88bdaab21f51" providerId="ADAL" clId="{2831B0DF-4F7D-4A8B-BC86-5A9865C6DF42}" dt="2023-08-24T13:58:44.325" v="0" actId="47"/>
        <pc:sldMkLst>
          <pc:docMk/>
          <pc:sldMk cId="437917127" sldId="260"/>
        </pc:sldMkLst>
      </pc:sldChg>
      <pc:sldChg chg="del">
        <pc:chgData name="James Pengelly" userId="d269fecd-a8a2-4e5a-93ae-88bdaab21f51" providerId="ADAL" clId="{2831B0DF-4F7D-4A8B-BC86-5A9865C6DF42}" dt="2023-08-24T13:58:44.325" v="0" actId="47"/>
        <pc:sldMkLst>
          <pc:docMk/>
          <pc:sldMk cId="2634730840" sldId="261"/>
        </pc:sldMkLst>
      </pc:sldChg>
      <pc:sldChg chg="del">
        <pc:chgData name="James Pengelly" userId="d269fecd-a8a2-4e5a-93ae-88bdaab21f51" providerId="ADAL" clId="{2831B0DF-4F7D-4A8B-BC86-5A9865C6DF42}" dt="2023-08-24T13:58:44.325" v="0" actId="47"/>
        <pc:sldMkLst>
          <pc:docMk/>
          <pc:sldMk cId="1040517604" sldId="262"/>
        </pc:sldMkLst>
      </pc:sldChg>
      <pc:sldChg chg="del">
        <pc:chgData name="James Pengelly" userId="d269fecd-a8a2-4e5a-93ae-88bdaab21f51" providerId="ADAL" clId="{2831B0DF-4F7D-4A8B-BC86-5A9865C6DF42}" dt="2023-08-24T13:58:44.325" v="0" actId="47"/>
        <pc:sldMkLst>
          <pc:docMk/>
          <pc:sldMk cId="139738668" sldId="263"/>
        </pc:sldMkLst>
      </pc:sldChg>
      <pc:sldChg chg="del">
        <pc:chgData name="James Pengelly" userId="d269fecd-a8a2-4e5a-93ae-88bdaab21f51" providerId="ADAL" clId="{2831B0DF-4F7D-4A8B-BC86-5A9865C6DF42}" dt="2023-08-24T13:58:44.325" v="0" actId="47"/>
        <pc:sldMkLst>
          <pc:docMk/>
          <pc:sldMk cId="3365779185" sldId="264"/>
        </pc:sldMkLst>
      </pc:sldChg>
      <pc:sldChg chg="del">
        <pc:chgData name="James Pengelly" userId="d269fecd-a8a2-4e5a-93ae-88bdaab21f51" providerId="ADAL" clId="{2831B0DF-4F7D-4A8B-BC86-5A9865C6DF42}" dt="2023-08-24T13:58:44.325" v="0" actId="47"/>
        <pc:sldMkLst>
          <pc:docMk/>
          <pc:sldMk cId="3349349304" sldId="265"/>
        </pc:sldMkLst>
      </pc:sldChg>
      <pc:sldChg chg="del">
        <pc:chgData name="James Pengelly" userId="d269fecd-a8a2-4e5a-93ae-88bdaab21f51" providerId="ADAL" clId="{2831B0DF-4F7D-4A8B-BC86-5A9865C6DF42}" dt="2023-08-24T13:58:44.325" v="0" actId="47"/>
        <pc:sldMkLst>
          <pc:docMk/>
          <pc:sldMk cId="2276233524" sldId="266"/>
        </pc:sldMkLst>
      </pc:sldChg>
      <pc:sldChg chg="del">
        <pc:chgData name="James Pengelly" userId="d269fecd-a8a2-4e5a-93ae-88bdaab21f51" providerId="ADAL" clId="{2831B0DF-4F7D-4A8B-BC86-5A9865C6DF42}" dt="2023-08-24T13:58:44.325" v="0" actId="47"/>
        <pc:sldMkLst>
          <pc:docMk/>
          <pc:sldMk cId="4072486014" sldId="267"/>
        </pc:sldMkLst>
      </pc:sldChg>
      <pc:sldChg chg="del">
        <pc:chgData name="James Pengelly" userId="d269fecd-a8a2-4e5a-93ae-88bdaab21f51" providerId="ADAL" clId="{2831B0DF-4F7D-4A8B-BC86-5A9865C6DF42}" dt="2023-08-24T13:58:44.325" v="0" actId="47"/>
        <pc:sldMkLst>
          <pc:docMk/>
          <pc:sldMk cId="3366417685" sldId="268"/>
        </pc:sldMkLst>
      </pc:sldChg>
      <pc:sldChg chg="del">
        <pc:chgData name="James Pengelly" userId="d269fecd-a8a2-4e5a-93ae-88bdaab21f51" providerId="ADAL" clId="{2831B0DF-4F7D-4A8B-BC86-5A9865C6DF42}" dt="2023-08-24T13:58:44.325" v="0" actId="47"/>
        <pc:sldMkLst>
          <pc:docMk/>
          <pc:sldMk cId="2395513725" sldId="269"/>
        </pc:sldMkLst>
      </pc:sldChg>
      <pc:sldChg chg="del">
        <pc:chgData name="James Pengelly" userId="d269fecd-a8a2-4e5a-93ae-88bdaab21f51" providerId="ADAL" clId="{2831B0DF-4F7D-4A8B-BC86-5A9865C6DF42}" dt="2023-08-24T13:58:44.325" v="0" actId="47"/>
        <pc:sldMkLst>
          <pc:docMk/>
          <pc:sldMk cId="1017836692" sldId="270"/>
        </pc:sldMkLst>
      </pc:sldChg>
      <pc:sldChg chg="del">
        <pc:chgData name="James Pengelly" userId="d269fecd-a8a2-4e5a-93ae-88bdaab21f51" providerId="ADAL" clId="{2831B0DF-4F7D-4A8B-BC86-5A9865C6DF42}" dt="2023-08-24T13:58:44.325" v="0" actId="47"/>
        <pc:sldMkLst>
          <pc:docMk/>
          <pc:sldMk cId="99892872" sldId="271"/>
        </pc:sldMkLst>
      </pc:sldChg>
      <pc:sldChg chg="del">
        <pc:chgData name="James Pengelly" userId="d269fecd-a8a2-4e5a-93ae-88bdaab21f51" providerId="ADAL" clId="{2831B0DF-4F7D-4A8B-BC86-5A9865C6DF42}" dt="2023-08-24T13:58:44.325" v="0" actId="47"/>
        <pc:sldMkLst>
          <pc:docMk/>
          <pc:sldMk cId="769677826" sldId="272"/>
        </pc:sldMkLst>
      </pc:sldChg>
      <pc:sldChg chg="del">
        <pc:chgData name="James Pengelly" userId="d269fecd-a8a2-4e5a-93ae-88bdaab21f51" providerId="ADAL" clId="{2831B0DF-4F7D-4A8B-BC86-5A9865C6DF42}" dt="2023-08-24T13:58:44.325" v="0" actId="47"/>
        <pc:sldMkLst>
          <pc:docMk/>
          <pc:sldMk cId="3325081579" sldId="273"/>
        </pc:sldMkLst>
      </pc:sldChg>
      <pc:sldChg chg="del">
        <pc:chgData name="James Pengelly" userId="d269fecd-a8a2-4e5a-93ae-88bdaab21f51" providerId="ADAL" clId="{2831B0DF-4F7D-4A8B-BC86-5A9865C6DF42}" dt="2023-08-24T13:58:44.325" v="0" actId="47"/>
        <pc:sldMkLst>
          <pc:docMk/>
          <pc:sldMk cId="3724492086" sldId="274"/>
        </pc:sldMkLst>
      </pc:sldChg>
      <pc:sldChg chg="del">
        <pc:chgData name="James Pengelly" userId="d269fecd-a8a2-4e5a-93ae-88bdaab21f51" providerId="ADAL" clId="{2831B0DF-4F7D-4A8B-BC86-5A9865C6DF42}" dt="2023-08-24T13:58:44.325" v="0" actId="47"/>
        <pc:sldMkLst>
          <pc:docMk/>
          <pc:sldMk cId="2041858622" sldId="275"/>
        </pc:sldMkLst>
      </pc:sldChg>
      <pc:sldChg chg="modNotesTx">
        <pc:chgData name="James Pengelly" userId="d269fecd-a8a2-4e5a-93ae-88bdaab21f51" providerId="ADAL" clId="{2831B0DF-4F7D-4A8B-BC86-5A9865C6DF42}" dt="2023-09-06T15:51:00.168" v="527"/>
        <pc:sldMkLst>
          <pc:docMk/>
          <pc:sldMk cId="3089985782" sldId="276"/>
        </pc:sldMkLst>
      </pc:sldChg>
      <pc:sldChg chg="del">
        <pc:chgData name="James Pengelly" userId="d269fecd-a8a2-4e5a-93ae-88bdaab21f51" providerId="ADAL" clId="{2831B0DF-4F7D-4A8B-BC86-5A9865C6DF42}" dt="2023-08-24T13:58:51.684" v="1" actId="47"/>
        <pc:sldMkLst>
          <pc:docMk/>
          <pc:sldMk cId="2059499407" sldId="278"/>
        </pc:sldMkLst>
      </pc:sldChg>
      <pc:sldChg chg="modNotesTx">
        <pc:chgData name="James Pengelly" userId="d269fecd-a8a2-4e5a-93ae-88bdaab21f51" providerId="ADAL" clId="{2831B0DF-4F7D-4A8B-BC86-5A9865C6DF42}" dt="2023-09-06T15:51:08.887" v="528"/>
        <pc:sldMkLst>
          <pc:docMk/>
          <pc:sldMk cId="3039752954" sldId="279"/>
        </pc:sldMkLst>
      </pc:sldChg>
      <pc:sldChg chg="modNotesTx">
        <pc:chgData name="James Pengelly" userId="d269fecd-a8a2-4e5a-93ae-88bdaab21f51" providerId="ADAL" clId="{2831B0DF-4F7D-4A8B-BC86-5A9865C6DF42}" dt="2023-09-06T15:52:10.377" v="534"/>
        <pc:sldMkLst>
          <pc:docMk/>
          <pc:sldMk cId="843237950" sldId="280"/>
        </pc:sldMkLst>
      </pc:sldChg>
      <pc:sldChg chg="modNotesTx">
        <pc:chgData name="James Pengelly" userId="d269fecd-a8a2-4e5a-93ae-88bdaab21f51" providerId="ADAL" clId="{2831B0DF-4F7D-4A8B-BC86-5A9865C6DF42}" dt="2023-09-06T15:53:05.071" v="540"/>
        <pc:sldMkLst>
          <pc:docMk/>
          <pc:sldMk cId="3733370379" sldId="281"/>
        </pc:sldMkLst>
      </pc:sldChg>
      <pc:sldChg chg="modNotesTx">
        <pc:chgData name="James Pengelly" userId="d269fecd-a8a2-4e5a-93ae-88bdaab21f51" providerId="ADAL" clId="{2831B0DF-4F7D-4A8B-BC86-5A9865C6DF42}" dt="2023-09-06T15:54:15.605" v="547"/>
        <pc:sldMkLst>
          <pc:docMk/>
          <pc:sldMk cId="3442409454" sldId="282"/>
        </pc:sldMkLst>
      </pc:sldChg>
      <pc:sldChg chg="del">
        <pc:chgData name="James Pengelly" userId="d269fecd-a8a2-4e5a-93ae-88bdaab21f51" providerId="ADAL" clId="{2831B0DF-4F7D-4A8B-BC86-5A9865C6DF42}" dt="2023-08-24T13:58:51.684" v="1" actId="47"/>
        <pc:sldMkLst>
          <pc:docMk/>
          <pc:sldMk cId="991642544" sldId="283"/>
        </pc:sldMkLst>
      </pc:sldChg>
      <pc:sldChg chg="del">
        <pc:chgData name="James Pengelly" userId="d269fecd-a8a2-4e5a-93ae-88bdaab21f51" providerId="ADAL" clId="{2831B0DF-4F7D-4A8B-BC86-5A9865C6DF42}" dt="2023-08-24T13:58:51.684" v="1" actId="47"/>
        <pc:sldMkLst>
          <pc:docMk/>
          <pc:sldMk cId="3247045521" sldId="284"/>
        </pc:sldMkLst>
      </pc:sldChg>
      <pc:sldChg chg="del">
        <pc:chgData name="James Pengelly" userId="d269fecd-a8a2-4e5a-93ae-88bdaab21f51" providerId="ADAL" clId="{2831B0DF-4F7D-4A8B-BC86-5A9865C6DF42}" dt="2023-08-24T13:58:51.684" v="1" actId="47"/>
        <pc:sldMkLst>
          <pc:docMk/>
          <pc:sldMk cId="3516634555" sldId="285"/>
        </pc:sldMkLst>
      </pc:sldChg>
      <pc:sldChg chg="del">
        <pc:chgData name="James Pengelly" userId="d269fecd-a8a2-4e5a-93ae-88bdaab21f51" providerId="ADAL" clId="{2831B0DF-4F7D-4A8B-BC86-5A9865C6DF42}" dt="2023-08-24T13:58:44.325" v="0" actId="47"/>
        <pc:sldMkLst>
          <pc:docMk/>
          <pc:sldMk cId="1363320255" sldId="286"/>
        </pc:sldMkLst>
      </pc:sldChg>
      <pc:sldChg chg="del">
        <pc:chgData name="James Pengelly" userId="d269fecd-a8a2-4e5a-93ae-88bdaab21f51" providerId="ADAL" clId="{2831B0DF-4F7D-4A8B-BC86-5A9865C6DF42}" dt="2023-08-24T13:58:44.325" v="0" actId="47"/>
        <pc:sldMkLst>
          <pc:docMk/>
          <pc:sldMk cId="2461687384" sldId="287"/>
        </pc:sldMkLst>
      </pc:sldChg>
      <pc:sldChg chg="del">
        <pc:chgData name="James Pengelly" userId="d269fecd-a8a2-4e5a-93ae-88bdaab21f51" providerId="ADAL" clId="{2831B0DF-4F7D-4A8B-BC86-5A9865C6DF42}" dt="2023-08-24T13:58:44.325" v="0" actId="47"/>
        <pc:sldMkLst>
          <pc:docMk/>
          <pc:sldMk cId="3936536747" sldId="288"/>
        </pc:sldMkLst>
      </pc:sldChg>
      <pc:sldChg chg="del">
        <pc:chgData name="James Pengelly" userId="d269fecd-a8a2-4e5a-93ae-88bdaab21f51" providerId="ADAL" clId="{2831B0DF-4F7D-4A8B-BC86-5A9865C6DF42}" dt="2023-08-24T13:58:44.325" v="0" actId="47"/>
        <pc:sldMkLst>
          <pc:docMk/>
          <pc:sldMk cId="3641545773" sldId="289"/>
        </pc:sldMkLst>
      </pc:sldChg>
      <pc:sldChg chg="del">
        <pc:chgData name="James Pengelly" userId="d269fecd-a8a2-4e5a-93ae-88bdaab21f51" providerId="ADAL" clId="{2831B0DF-4F7D-4A8B-BC86-5A9865C6DF42}" dt="2023-08-24T13:58:44.325" v="0" actId="47"/>
        <pc:sldMkLst>
          <pc:docMk/>
          <pc:sldMk cId="221518503" sldId="290"/>
        </pc:sldMkLst>
      </pc:sldChg>
      <pc:sldChg chg="del">
        <pc:chgData name="James Pengelly" userId="d269fecd-a8a2-4e5a-93ae-88bdaab21f51" providerId="ADAL" clId="{2831B0DF-4F7D-4A8B-BC86-5A9865C6DF42}" dt="2023-08-24T13:58:44.325" v="0" actId="47"/>
        <pc:sldMkLst>
          <pc:docMk/>
          <pc:sldMk cId="1003357565" sldId="291"/>
        </pc:sldMkLst>
      </pc:sldChg>
      <pc:sldChg chg="del">
        <pc:chgData name="James Pengelly" userId="d269fecd-a8a2-4e5a-93ae-88bdaab21f51" providerId="ADAL" clId="{2831B0DF-4F7D-4A8B-BC86-5A9865C6DF42}" dt="2023-08-24T13:58:44.325" v="0" actId="47"/>
        <pc:sldMkLst>
          <pc:docMk/>
          <pc:sldMk cId="1713016230" sldId="292"/>
        </pc:sldMkLst>
      </pc:sldChg>
      <pc:sldChg chg="del">
        <pc:chgData name="James Pengelly" userId="d269fecd-a8a2-4e5a-93ae-88bdaab21f51" providerId="ADAL" clId="{2831B0DF-4F7D-4A8B-BC86-5A9865C6DF42}" dt="2023-08-24T13:58:44.325" v="0" actId="47"/>
        <pc:sldMkLst>
          <pc:docMk/>
          <pc:sldMk cId="812696670" sldId="293"/>
        </pc:sldMkLst>
      </pc:sldChg>
      <pc:sldChg chg="del">
        <pc:chgData name="James Pengelly" userId="d269fecd-a8a2-4e5a-93ae-88bdaab21f51" providerId="ADAL" clId="{2831B0DF-4F7D-4A8B-BC86-5A9865C6DF42}" dt="2023-08-24T13:58:44.325" v="0" actId="47"/>
        <pc:sldMkLst>
          <pc:docMk/>
          <pc:sldMk cId="1340576365" sldId="294"/>
        </pc:sldMkLst>
      </pc:sldChg>
      <pc:sldChg chg="del">
        <pc:chgData name="James Pengelly" userId="d269fecd-a8a2-4e5a-93ae-88bdaab21f51" providerId="ADAL" clId="{2831B0DF-4F7D-4A8B-BC86-5A9865C6DF42}" dt="2023-08-24T13:58:44.325" v="0" actId="47"/>
        <pc:sldMkLst>
          <pc:docMk/>
          <pc:sldMk cId="1850288332" sldId="295"/>
        </pc:sldMkLst>
      </pc:sldChg>
      <pc:sldChg chg="del">
        <pc:chgData name="James Pengelly" userId="d269fecd-a8a2-4e5a-93ae-88bdaab21f51" providerId="ADAL" clId="{2831B0DF-4F7D-4A8B-BC86-5A9865C6DF42}" dt="2023-08-24T13:58:44.325" v="0" actId="47"/>
        <pc:sldMkLst>
          <pc:docMk/>
          <pc:sldMk cId="2381183512" sldId="296"/>
        </pc:sldMkLst>
      </pc:sldChg>
      <pc:sldChg chg="del">
        <pc:chgData name="James Pengelly" userId="d269fecd-a8a2-4e5a-93ae-88bdaab21f51" providerId="ADAL" clId="{2831B0DF-4F7D-4A8B-BC86-5A9865C6DF42}" dt="2023-08-24T13:58:44.325" v="0" actId="47"/>
        <pc:sldMkLst>
          <pc:docMk/>
          <pc:sldMk cId="2376504653" sldId="297"/>
        </pc:sldMkLst>
      </pc:sldChg>
      <pc:sldChg chg="del">
        <pc:chgData name="James Pengelly" userId="d269fecd-a8a2-4e5a-93ae-88bdaab21f51" providerId="ADAL" clId="{2831B0DF-4F7D-4A8B-BC86-5A9865C6DF42}" dt="2023-08-24T13:58:44.325" v="0" actId="47"/>
        <pc:sldMkLst>
          <pc:docMk/>
          <pc:sldMk cId="1138553672" sldId="298"/>
        </pc:sldMkLst>
      </pc:sldChg>
      <pc:sldChg chg="del">
        <pc:chgData name="James Pengelly" userId="d269fecd-a8a2-4e5a-93ae-88bdaab21f51" providerId="ADAL" clId="{2831B0DF-4F7D-4A8B-BC86-5A9865C6DF42}" dt="2023-08-24T13:58:44.325" v="0" actId="47"/>
        <pc:sldMkLst>
          <pc:docMk/>
          <pc:sldMk cId="2434760376" sldId="299"/>
        </pc:sldMkLst>
      </pc:sldChg>
      <pc:sldChg chg="del">
        <pc:chgData name="James Pengelly" userId="d269fecd-a8a2-4e5a-93ae-88bdaab21f51" providerId="ADAL" clId="{2831B0DF-4F7D-4A8B-BC86-5A9865C6DF42}" dt="2023-08-24T13:58:44.325" v="0" actId="47"/>
        <pc:sldMkLst>
          <pc:docMk/>
          <pc:sldMk cId="2689101175" sldId="300"/>
        </pc:sldMkLst>
      </pc:sldChg>
      <pc:sldChg chg="del">
        <pc:chgData name="James Pengelly" userId="d269fecd-a8a2-4e5a-93ae-88bdaab21f51" providerId="ADAL" clId="{2831B0DF-4F7D-4A8B-BC86-5A9865C6DF42}" dt="2023-08-24T13:58:44.325" v="0" actId="47"/>
        <pc:sldMkLst>
          <pc:docMk/>
          <pc:sldMk cId="3804762140" sldId="301"/>
        </pc:sldMkLst>
      </pc:sldChg>
      <pc:sldChg chg="del">
        <pc:chgData name="James Pengelly" userId="d269fecd-a8a2-4e5a-93ae-88bdaab21f51" providerId="ADAL" clId="{2831B0DF-4F7D-4A8B-BC86-5A9865C6DF42}" dt="2023-08-24T13:58:44.325" v="0" actId="47"/>
        <pc:sldMkLst>
          <pc:docMk/>
          <pc:sldMk cId="1115052603" sldId="302"/>
        </pc:sldMkLst>
      </pc:sldChg>
      <pc:sldChg chg="del">
        <pc:chgData name="James Pengelly" userId="d269fecd-a8a2-4e5a-93ae-88bdaab21f51" providerId="ADAL" clId="{2831B0DF-4F7D-4A8B-BC86-5A9865C6DF42}" dt="2023-08-24T13:58:44.325" v="0" actId="47"/>
        <pc:sldMkLst>
          <pc:docMk/>
          <pc:sldMk cId="2684385073" sldId="303"/>
        </pc:sldMkLst>
      </pc:sldChg>
      <pc:sldChg chg="del">
        <pc:chgData name="James Pengelly" userId="d269fecd-a8a2-4e5a-93ae-88bdaab21f51" providerId="ADAL" clId="{2831B0DF-4F7D-4A8B-BC86-5A9865C6DF42}" dt="2023-08-24T13:58:44.325" v="0" actId="47"/>
        <pc:sldMkLst>
          <pc:docMk/>
          <pc:sldMk cId="969576491" sldId="305"/>
        </pc:sldMkLst>
      </pc:sldChg>
      <pc:sldChg chg="del">
        <pc:chgData name="James Pengelly" userId="d269fecd-a8a2-4e5a-93ae-88bdaab21f51" providerId="ADAL" clId="{2831B0DF-4F7D-4A8B-BC86-5A9865C6DF42}" dt="2023-08-24T13:58:44.325" v="0" actId="47"/>
        <pc:sldMkLst>
          <pc:docMk/>
          <pc:sldMk cId="684225142" sldId="306"/>
        </pc:sldMkLst>
      </pc:sldChg>
      <pc:sldChg chg="del">
        <pc:chgData name="James Pengelly" userId="d269fecd-a8a2-4e5a-93ae-88bdaab21f51" providerId="ADAL" clId="{2831B0DF-4F7D-4A8B-BC86-5A9865C6DF42}" dt="2023-08-24T13:58:44.325" v="0" actId="47"/>
        <pc:sldMkLst>
          <pc:docMk/>
          <pc:sldMk cId="2553477551" sldId="307"/>
        </pc:sldMkLst>
      </pc:sldChg>
      <pc:sldChg chg="del">
        <pc:chgData name="James Pengelly" userId="d269fecd-a8a2-4e5a-93ae-88bdaab21f51" providerId="ADAL" clId="{2831B0DF-4F7D-4A8B-BC86-5A9865C6DF42}" dt="2023-08-24T13:58:51.684" v="1" actId="47"/>
        <pc:sldMkLst>
          <pc:docMk/>
          <pc:sldMk cId="2007699143" sldId="309"/>
        </pc:sldMkLst>
      </pc:sldChg>
      <pc:sldChg chg="del">
        <pc:chgData name="James Pengelly" userId="d269fecd-a8a2-4e5a-93ae-88bdaab21f51" providerId="ADAL" clId="{2831B0DF-4F7D-4A8B-BC86-5A9865C6DF42}" dt="2023-08-24T13:58:51.684" v="1" actId="47"/>
        <pc:sldMkLst>
          <pc:docMk/>
          <pc:sldMk cId="4281608181" sldId="310"/>
        </pc:sldMkLst>
      </pc:sldChg>
      <pc:sldChg chg="del">
        <pc:chgData name="James Pengelly" userId="d269fecd-a8a2-4e5a-93ae-88bdaab21f51" providerId="ADAL" clId="{2831B0DF-4F7D-4A8B-BC86-5A9865C6DF42}" dt="2023-08-24T13:58:51.684" v="1" actId="47"/>
        <pc:sldMkLst>
          <pc:docMk/>
          <pc:sldMk cId="1732311369" sldId="311"/>
        </pc:sldMkLst>
      </pc:sldChg>
      <pc:sldChg chg="del">
        <pc:chgData name="James Pengelly" userId="d269fecd-a8a2-4e5a-93ae-88bdaab21f51" providerId="ADAL" clId="{2831B0DF-4F7D-4A8B-BC86-5A9865C6DF42}" dt="2023-08-24T13:58:51.684" v="1" actId="47"/>
        <pc:sldMkLst>
          <pc:docMk/>
          <pc:sldMk cId="706290566" sldId="312"/>
        </pc:sldMkLst>
      </pc:sldChg>
      <pc:sldChg chg="del">
        <pc:chgData name="James Pengelly" userId="d269fecd-a8a2-4e5a-93ae-88bdaab21f51" providerId="ADAL" clId="{2831B0DF-4F7D-4A8B-BC86-5A9865C6DF42}" dt="2023-08-24T13:58:51.684" v="1" actId="47"/>
        <pc:sldMkLst>
          <pc:docMk/>
          <pc:sldMk cId="1050497775" sldId="313"/>
        </pc:sldMkLst>
      </pc:sldChg>
      <pc:sldChg chg="del">
        <pc:chgData name="James Pengelly" userId="d269fecd-a8a2-4e5a-93ae-88bdaab21f51" providerId="ADAL" clId="{2831B0DF-4F7D-4A8B-BC86-5A9865C6DF42}" dt="2023-08-24T13:58:51.684" v="1" actId="47"/>
        <pc:sldMkLst>
          <pc:docMk/>
          <pc:sldMk cId="302017435" sldId="314"/>
        </pc:sldMkLst>
      </pc:sldChg>
      <pc:sldChg chg="del">
        <pc:chgData name="James Pengelly" userId="d269fecd-a8a2-4e5a-93ae-88bdaab21f51" providerId="ADAL" clId="{2831B0DF-4F7D-4A8B-BC86-5A9865C6DF42}" dt="2023-08-24T13:58:51.684" v="1" actId="47"/>
        <pc:sldMkLst>
          <pc:docMk/>
          <pc:sldMk cId="3206953828" sldId="315"/>
        </pc:sldMkLst>
      </pc:sldChg>
      <pc:sldChg chg="del">
        <pc:chgData name="James Pengelly" userId="d269fecd-a8a2-4e5a-93ae-88bdaab21f51" providerId="ADAL" clId="{2831B0DF-4F7D-4A8B-BC86-5A9865C6DF42}" dt="2023-08-24T13:58:51.684" v="1" actId="47"/>
        <pc:sldMkLst>
          <pc:docMk/>
          <pc:sldMk cId="461759407" sldId="316"/>
        </pc:sldMkLst>
      </pc:sldChg>
      <pc:sldChg chg="del">
        <pc:chgData name="James Pengelly" userId="d269fecd-a8a2-4e5a-93ae-88bdaab21f51" providerId="ADAL" clId="{2831B0DF-4F7D-4A8B-BC86-5A9865C6DF42}" dt="2023-08-24T13:58:44.325" v="0" actId="47"/>
        <pc:sldMkLst>
          <pc:docMk/>
          <pc:sldMk cId="1296373743" sldId="318"/>
        </pc:sldMkLst>
      </pc:sldChg>
      <pc:sldChg chg="del">
        <pc:chgData name="James Pengelly" userId="d269fecd-a8a2-4e5a-93ae-88bdaab21f51" providerId="ADAL" clId="{2831B0DF-4F7D-4A8B-BC86-5A9865C6DF42}" dt="2023-08-24T13:58:44.325" v="0" actId="47"/>
        <pc:sldMkLst>
          <pc:docMk/>
          <pc:sldMk cId="744962618" sldId="319"/>
        </pc:sldMkLst>
      </pc:sldChg>
      <pc:sldChg chg="del">
        <pc:chgData name="James Pengelly" userId="d269fecd-a8a2-4e5a-93ae-88bdaab21f51" providerId="ADAL" clId="{2831B0DF-4F7D-4A8B-BC86-5A9865C6DF42}" dt="2023-08-24T13:58:44.325" v="0" actId="47"/>
        <pc:sldMkLst>
          <pc:docMk/>
          <pc:sldMk cId="1610607834" sldId="320"/>
        </pc:sldMkLst>
      </pc:sldChg>
      <pc:sldChg chg="del">
        <pc:chgData name="James Pengelly" userId="d269fecd-a8a2-4e5a-93ae-88bdaab21f51" providerId="ADAL" clId="{2831B0DF-4F7D-4A8B-BC86-5A9865C6DF42}" dt="2023-08-24T13:58:44.325" v="0" actId="47"/>
        <pc:sldMkLst>
          <pc:docMk/>
          <pc:sldMk cId="3963402502" sldId="321"/>
        </pc:sldMkLst>
      </pc:sldChg>
      <pc:sldChg chg="del">
        <pc:chgData name="James Pengelly" userId="d269fecd-a8a2-4e5a-93ae-88bdaab21f51" providerId="ADAL" clId="{2831B0DF-4F7D-4A8B-BC86-5A9865C6DF42}" dt="2023-08-24T13:58:44.325" v="0" actId="47"/>
        <pc:sldMkLst>
          <pc:docMk/>
          <pc:sldMk cId="3505850654" sldId="322"/>
        </pc:sldMkLst>
      </pc:sldChg>
      <pc:sldChg chg="del">
        <pc:chgData name="James Pengelly" userId="d269fecd-a8a2-4e5a-93ae-88bdaab21f51" providerId="ADAL" clId="{2831B0DF-4F7D-4A8B-BC86-5A9865C6DF42}" dt="2023-08-24T13:58:44.325" v="0" actId="47"/>
        <pc:sldMkLst>
          <pc:docMk/>
          <pc:sldMk cId="3804464651" sldId="323"/>
        </pc:sldMkLst>
      </pc:sldChg>
      <pc:sldChg chg="del">
        <pc:chgData name="James Pengelly" userId="d269fecd-a8a2-4e5a-93ae-88bdaab21f51" providerId="ADAL" clId="{2831B0DF-4F7D-4A8B-BC86-5A9865C6DF42}" dt="2023-08-24T13:58:44.325" v="0" actId="47"/>
        <pc:sldMkLst>
          <pc:docMk/>
          <pc:sldMk cId="3764382782" sldId="324"/>
        </pc:sldMkLst>
      </pc:sldChg>
      <pc:sldChg chg="del">
        <pc:chgData name="James Pengelly" userId="d269fecd-a8a2-4e5a-93ae-88bdaab21f51" providerId="ADAL" clId="{2831B0DF-4F7D-4A8B-BC86-5A9865C6DF42}" dt="2023-08-24T13:58:44.325" v="0" actId="47"/>
        <pc:sldMkLst>
          <pc:docMk/>
          <pc:sldMk cId="3978815442" sldId="325"/>
        </pc:sldMkLst>
      </pc:sldChg>
      <pc:sldChg chg="del">
        <pc:chgData name="James Pengelly" userId="d269fecd-a8a2-4e5a-93ae-88bdaab21f51" providerId="ADAL" clId="{2831B0DF-4F7D-4A8B-BC86-5A9865C6DF42}" dt="2023-08-24T13:58:44.325" v="0" actId="47"/>
        <pc:sldMkLst>
          <pc:docMk/>
          <pc:sldMk cId="4128920781" sldId="326"/>
        </pc:sldMkLst>
      </pc:sldChg>
      <pc:sldChg chg="del">
        <pc:chgData name="James Pengelly" userId="d269fecd-a8a2-4e5a-93ae-88bdaab21f51" providerId="ADAL" clId="{2831B0DF-4F7D-4A8B-BC86-5A9865C6DF42}" dt="2023-08-24T13:58:44.325" v="0" actId="47"/>
        <pc:sldMkLst>
          <pc:docMk/>
          <pc:sldMk cId="3609049697" sldId="328"/>
        </pc:sldMkLst>
      </pc:sldChg>
      <pc:sldChg chg="del">
        <pc:chgData name="James Pengelly" userId="d269fecd-a8a2-4e5a-93ae-88bdaab21f51" providerId="ADAL" clId="{2831B0DF-4F7D-4A8B-BC86-5A9865C6DF42}" dt="2023-08-24T13:58:44.325" v="0" actId="47"/>
        <pc:sldMkLst>
          <pc:docMk/>
          <pc:sldMk cId="4044510429" sldId="329"/>
        </pc:sldMkLst>
      </pc:sldChg>
      <pc:sldChg chg="del">
        <pc:chgData name="James Pengelly" userId="d269fecd-a8a2-4e5a-93ae-88bdaab21f51" providerId="ADAL" clId="{2831B0DF-4F7D-4A8B-BC86-5A9865C6DF42}" dt="2023-08-24T13:58:44.325" v="0" actId="47"/>
        <pc:sldMkLst>
          <pc:docMk/>
          <pc:sldMk cId="3719625191" sldId="330"/>
        </pc:sldMkLst>
      </pc:sldChg>
      <pc:sldChg chg="del">
        <pc:chgData name="James Pengelly" userId="d269fecd-a8a2-4e5a-93ae-88bdaab21f51" providerId="ADAL" clId="{2831B0DF-4F7D-4A8B-BC86-5A9865C6DF42}" dt="2023-08-24T13:58:44.325" v="0" actId="47"/>
        <pc:sldMkLst>
          <pc:docMk/>
          <pc:sldMk cId="2040865147" sldId="332"/>
        </pc:sldMkLst>
      </pc:sldChg>
      <pc:sldChg chg="del">
        <pc:chgData name="James Pengelly" userId="d269fecd-a8a2-4e5a-93ae-88bdaab21f51" providerId="ADAL" clId="{2831B0DF-4F7D-4A8B-BC86-5A9865C6DF42}" dt="2023-08-24T13:58:44.325" v="0" actId="47"/>
        <pc:sldMkLst>
          <pc:docMk/>
          <pc:sldMk cId="388135180" sldId="335"/>
        </pc:sldMkLst>
      </pc:sldChg>
      <pc:sldChg chg="del">
        <pc:chgData name="James Pengelly" userId="d269fecd-a8a2-4e5a-93ae-88bdaab21f51" providerId="ADAL" clId="{2831B0DF-4F7D-4A8B-BC86-5A9865C6DF42}" dt="2023-08-24T13:58:44.325" v="0" actId="47"/>
        <pc:sldMkLst>
          <pc:docMk/>
          <pc:sldMk cId="53542421" sldId="336"/>
        </pc:sldMkLst>
      </pc:sldChg>
      <pc:sldChg chg="del">
        <pc:chgData name="James Pengelly" userId="d269fecd-a8a2-4e5a-93ae-88bdaab21f51" providerId="ADAL" clId="{2831B0DF-4F7D-4A8B-BC86-5A9865C6DF42}" dt="2023-08-24T13:58:44.325" v="0" actId="47"/>
        <pc:sldMkLst>
          <pc:docMk/>
          <pc:sldMk cId="83370898" sldId="337"/>
        </pc:sldMkLst>
      </pc:sldChg>
      <pc:sldChg chg="del">
        <pc:chgData name="James Pengelly" userId="d269fecd-a8a2-4e5a-93ae-88bdaab21f51" providerId="ADAL" clId="{2831B0DF-4F7D-4A8B-BC86-5A9865C6DF42}" dt="2023-08-24T13:58:44.325" v="0" actId="47"/>
        <pc:sldMkLst>
          <pc:docMk/>
          <pc:sldMk cId="616534455" sldId="339"/>
        </pc:sldMkLst>
      </pc:sldChg>
      <pc:sldChg chg="del">
        <pc:chgData name="James Pengelly" userId="d269fecd-a8a2-4e5a-93ae-88bdaab21f51" providerId="ADAL" clId="{2831B0DF-4F7D-4A8B-BC86-5A9865C6DF42}" dt="2023-08-24T13:58:44.325" v="0" actId="47"/>
        <pc:sldMkLst>
          <pc:docMk/>
          <pc:sldMk cId="4278748134" sldId="340"/>
        </pc:sldMkLst>
      </pc:sldChg>
      <pc:sldChg chg="del">
        <pc:chgData name="James Pengelly" userId="d269fecd-a8a2-4e5a-93ae-88bdaab21f51" providerId="ADAL" clId="{2831B0DF-4F7D-4A8B-BC86-5A9865C6DF42}" dt="2023-08-24T13:58:44.325" v="0" actId="47"/>
        <pc:sldMkLst>
          <pc:docMk/>
          <pc:sldMk cId="1240060841" sldId="341"/>
        </pc:sldMkLst>
      </pc:sldChg>
      <pc:sldChg chg="del">
        <pc:chgData name="James Pengelly" userId="d269fecd-a8a2-4e5a-93ae-88bdaab21f51" providerId="ADAL" clId="{2831B0DF-4F7D-4A8B-BC86-5A9865C6DF42}" dt="2023-08-24T13:58:44.325" v="0" actId="47"/>
        <pc:sldMkLst>
          <pc:docMk/>
          <pc:sldMk cId="4101100443" sldId="342"/>
        </pc:sldMkLst>
      </pc:sldChg>
      <pc:sldChg chg="del">
        <pc:chgData name="James Pengelly" userId="d269fecd-a8a2-4e5a-93ae-88bdaab21f51" providerId="ADAL" clId="{2831B0DF-4F7D-4A8B-BC86-5A9865C6DF42}" dt="2023-08-24T13:58:44.325" v="0" actId="47"/>
        <pc:sldMkLst>
          <pc:docMk/>
          <pc:sldMk cId="3008721888" sldId="344"/>
        </pc:sldMkLst>
      </pc:sldChg>
      <pc:sldChg chg="del">
        <pc:chgData name="James Pengelly" userId="d269fecd-a8a2-4e5a-93ae-88bdaab21f51" providerId="ADAL" clId="{2831B0DF-4F7D-4A8B-BC86-5A9865C6DF42}" dt="2023-08-24T13:58:44.325" v="0" actId="47"/>
        <pc:sldMkLst>
          <pc:docMk/>
          <pc:sldMk cId="2498661059" sldId="348"/>
        </pc:sldMkLst>
      </pc:sldChg>
      <pc:sldChg chg="del">
        <pc:chgData name="James Pengelly" userId="d269fecd-a8a2-4e5a-93ae-88bdaab21f51" providerId="ADAL" clId="{2831B0DF-4F7D-4A8B-BC86-5A9865C6DF42}" dt="2023-08-24T13:58:44.325" v="0" actId="47"/>
        <pc:sldMkLst>
          <pc:docMk/>
          <pc:sldMk cId="3173009956" sldId="349"/>
        </pc:sldMkLst>
      </pc:sldChg>
      <pc:sldChg chg="del">
        <pc:chgData name="James Pengelly" userId="d269fecd-a8a2-4e5a-93ae-88bdaab21f51" providerId="ADAL" clId="{2831B0DF-4F7D-4A8B-BC86-5A9865C6DF42}" dt="2023-08-24T13:58:44.325" v="0" actId="47"/>
        <pc:sldMkLst>
          <pc:docMk/>
          <pc:sldMk cId="1492353232" sldId="351"/>
        </pc:sldMkLst>
      </pc:sldChg>
      <pc:sldChg chg="del">
        <pc:chgData name="James Pengelly" userId="d269fecd-a8a2-4e5a-93ae-88bdaab21f51" providerId="ADAL" clId="{2831B0DF-4F7D-4A8B-BC86-5A9865C6DF42}" dt="2023-08-24T13:58:44.325" v="0" actId="47"/>
        <pc:sldMkLst>
          <pc:docMk/>
          <pc:sldMk cId="1033267871" sldId="353"/>
        </pc:sldMkLst>
      </pc:sldChg>
      <pc:sldChg chg="del">
        <pc:chgData name="James Pengelly" userId="d269fecd-a8a2-4e5a-93ae-88bdaab21f51" providerId="ADAL" clId="{2831B0DF-4F7D-4A8B-BC86-5A9865C6DF42}" dt="2023-08-24T13:58:44.325" v="0" actId="47"/>
        <pc:sldMkLst>
          <pc:docMk/>
          <pc:sldMk cId="2628053539" sldId="354"/>
        </pc:sldMkLst>
      </pc:sldChg>
      <pc:sldChg chg="del">
        <pc:chgData name="James Pengelly" userId="d269fecd-a8a2-4e5a-93ae-88bdaab21f51" providerId="ADAL" clId="{2831B0DF-4F7D-4A8B-BC86-5A9865C6DF42}" dt="2023-08-24T13:58:44.325" v="0" actId="47"/>
        <pc:sldMkLst>
          <pc:docMk/>
          <pc:sldMk cId="4050608242" sldId="355"/>
        </pc:sldMkLst>
      </pc:sldChg>
      <pc:sldChg chg="del">
        <pc:chgData name="James Pengelly" userId="d269fecd-a8a2-4e5a-93ae-88bdaab21f51" providerId="ADAL" clId="{2831B0DF-4F7D-4A8B-BC86-5A9865C6DF42}" dt="2023-08-24T13:58:44.325" v="0" actId="47"/>
        <pc:sldMkLst>
          <pc:docMk/>
          <pc:sldMk cId="916358898" sldId="357"/>
        </pc:sldMkLst>
      </pc:sldChg>
      <pc:sldChg chg="del">
        <pc:chgData name="James Pengelly" userId="d269fecd-a8a2-4e5a-93ae-88bdaab21f51" providerId="ADAL" clId="{2831B0DF-4F7D-4A8B-BC86-5A9865C6DF42}" dt="2023-08-24T13:58:44.325" v="0" actId="47"/>
        <pc:sldMkLst>
          <pc:docMk/>
          <pc:sldMk cId="2672439797" sldId="359"/>
        </pc:sldMkLst>
      </pc:sldChg>
      <pc:sldChg chg="del">
        <pc:chgData name="James Pengelly" userId="d269fecd-a8a2-4e5a-93ae-88bdaab21f51" providerId="ADAL" clId="{2831B0DF-4F7D-4A8B-BC86-5A9865C6DF42}" dt="2023-08-24T13:58:44.325" v="0" actId="47"/>
        <pc:sldMkLst>
          <pc:docMk/>
          <pc:sldMk cId="2827498227" sldId="361"/>
        </pc:sldMkLst>
      </pc:sldChg>
      <pc:sldChg chg="del">
        <pc:chgData name="James Pengelly" userId="d269fecd-a8a2-4e5a-93ae-88bdaab21f51" providerId="ADAL" clId="{2831B0DF-4F7D-4A8B-BC86-5A9865C6DF42}" dt="2023-08-24T13:58:44.325" v="0" actId="47"/>
        <pc:sldMkLst>
          <pc:docMk/>
          <pc:sldMk cId="1572451248" sldId="362"/>
        </pc:sldMkLst>
      </pc:sldChg>
      <pc:sldChg chg="del">
        <pc:chgData name="James Pengelly" userId="d269fecd-a8a2-4e5a-93ae-88bdaab21f51" providerId="ADAL" clId="{2831B0DF-4F7D-4A8B-BC86-5A9865C6DF42}" dt="2023-08-24T13:58:44.325" v="0" actId="47"/>
        <pc:sldMkLst>
          <pc:docMk/>
          <pc:sldMk cId="1291327909" sldId="363"/>
        </pc:sldMkLst>
      </pc:sldChg>
      <pc:sldChg chg="del">
        <pc:chgData name="James Pengelly" userId="d269fecd-a8a2-4e5a-93ae-88bdaab21f51" providerId="ADAL" clId="{2831B0DF-4F7D-4A8B-BC86-5A9865C6DF42}" dt="2023-08-24T13:58:51.684" v="1" actId="47"/>
        <pc:sldMkLst>
          <pc:docMk/>
          <pc:sldMk cId="1201177167" sldId="364"/>
        </pc:sldMkLst>
      </pc:sldChg>
      <pc:sldChg chg="del">
        <pc:chgData name="James Pengelly" userId="d269fecd-a8a2-4e5a-93ae-88bdaab21f51" providerId="ADAL" clId="{2831B0DF-4F7D-4A8B-BC86-5A9865C6DF42}" dt="2023-08-24T13:58:44.325" v="0" actId="47"/>
        <pc:sldMkLst>
          <pc:docMk/>
          <pc:sldMk cId="2289605612" sldId="368"/>
        </pc:sldMkLst>
      </pc:sldChg>
      <pc:sldChg chg="del">
        <pc:chgData name="James Pengelly" userId="d269fecd-a8a2-4e5a-93ae-88bdaab21f51" providerId="ADAL" clId="{2831B0DF-4F7D-4A8B-BC86-5A9865C6DF42}" dt="2023-08-24T13:58:44.325" v="0" actId="47"/>
        <pc:sldMkLst>
          <pc:docMk/>
          <pc:sldMk cId="1501366186" sldId="369"/>
        </pc:sldMkLst>
      </pc:sldChg>
      <pc:sldChg chg="del">
        <pc:chgData name="James Pengelly" userId="d269fecd-a8a2-4e5a-93ae-88bdaab21f51" providerId="ADAL" clId="{2831B0DF-4F7D-4A8B-BC86-5A9865C6DF42}" dt="2023-08-24T13:58:44.325" v="0" actId="47"/>
        <pc:sldMkLst>
          <pc:docMk/>
          <pc:sldMk cId="1148689023" sldId="371"/>
        </pc:sldMkLst>
      </pc:sldChg>
      <pc:sldChg chg="del">
        <pc:chgData name="James Pengelly" userId="d269fecd-a8a2-4e5a-93ae-88bdaab21f51" providerId="ADAL" clId="{2831B0DF-4F7D-4A8B-BC86-5A9865C6DF42}" dt="2023-08-24T13:58:44.325" v="0" actId="47"/>
        <pc:sldMkLst>
          <pc:docMk/>
          <pc:sldMk cId="3907955957" sldId="374"/>
        </pc:sldMkLst>
      </pc:sldChg>
      <pc:sldChg chg="del">
        <pc:chgData name="James Pengelly" userId="d269fecd-a8a2-4e5a-93ae-88bdaab21f51" providerId="ADAL" clId="{2831B0DF-4F7D-4A8B-BC86-5A9865C6DF42}" dt="2023-08-24T13:58:44.325" v="0" actId="47"/>
        <pc:sldMkLst>
          <pc:docMk/>
          <pc:sldMk cId="109215933" sldId="377"/>
        </pc:sldMkLst>
      </pc:sldChg>
      <pc:sldChg chg="del">
        <pc:chgData name="James Pengelly" userId="d269fecd-a8a2-4e5a-93ae-88bdaab21f51" providerId="ADAL" clId="{2831B0DF-4F7D-4A8B-BC86-5A9865C6DF42}" dt="2023-08-24T13:58:44.325" v="0" actId="47"/>
        <pc:sldMkLst>
          <pc:docMk/>
          <pc:sldMk cId="3890781229" sldId="379"/>
        </pc:sldMkLst>
      </pc:sldChg>
      <pc:sldChg chg="del">
        <pc:chgData name="James Pengelly" userId="d269fecd-a8a2-4e5a-93ae-88bdaab21f51" providerId="ADAL" clId="{2831B0DF-4F7D-4A8B-BC86-5A9865C6DF42}" dt="2023-08-24T13:58:44.325" v="0" actId="47"/>
        <pc:sldMkLst>
          <pc:docMk/>
          <pc:sldMk cId="282604571" sldId="380"/>
        </pc:sldMkLst>
      </pc:sldChg>
      <pc:sldChg chg="del">
        <pc:chgData name="James Pengelly" userId="d269fecd-a8a2-4e5a-93ae-88bdaab21f51" providerId="ADAL" clId="{2831B0DF-4F7D-4A8B-BC86-5A9865C6DF42}" dt="2023-08-24T13:58:44.325" v="0" actId="47"/>
        <pc:sldMkLst>
          <pc:docMk/>
          <pc:sldMk cId="428784610" sldId="383"/>
        </pc:sldMkLst>
      </pc:sldChg>
      <pc:sldChg chg="del">
        <pc:chgData name="James Pengelly" userId="d269fecd-a8a2-4e5a-93ae-88bdaab21f51" providerId="ADAL" clId="{2831B0DF-4F7D-4A8B-BC86-5A9865C6DF42}" dt="2023-08-24T13:58:44.325" v="0" actId="47"/>
        <pc:sldMkLst>
          <pc:docMk/>
          <pc:sldMk cId="1010180652" sldId="384"/>
        </pc:sldMkLst>
      </pc:sldChg>
      <pc:sldChg chg="del">
        <pc:chgData name="James Pengelly" userId="d269fecd-a8a2-4e5a-93ae-88bdaab21f51" providerId="ADAL" clId="{2831B0DF-4F7D-4A8B-BC86-5A9865C6DF42}" dt="2023-08-24T13:58:44.325" v="0" actId="47"/>
        <pc:sldMkLst>
          <pc:docMk/>
          <pc:sldMk cId="993561127" sldId="385"/>
        </pc:sldMkLst>
      </pc:sldChg>
      <pc:sldChg chg="del">
        <pc:chgData name="James Pengelly" userId="d269fecd-a8a2-4e5a-93ae-88bdaab21f51" providerId="ADAL" clId="{2831B0DF-4F7D-4A8B-BC86-5A9865C6DF42}" dt="2023-08-24T13:58:44.325" v="0" actId="47"/>
        <pc:sldMkLst>
          <pc:docMk/>
          <pc:sldMk cId="1665857579" sldId="390"/>
        </pc:sldMkLst>
      </pc:sldChg>
      <pc:sldChg chg="del">
        <pc:chgData name="James Pengelly" userId="d269fecd-a8a2-4e5a-93ae-88bdaab21f51" providerId="ADAL" clId="{2831B0DF-4F7D-4A8B-BC86-5A9865C6DF42}" dt="2023-08-24T13:58:44.325" v="0" actId="47"/>
        <pc:sldMkLst>
          <pc:docMk/>
          <pc:sldMk cId="2824444913" sldId="393"/>
        </pc:sldMkLst>
      </pc:sldChg>
      <pc:sldChg chg="del">
        <pc:chgData name="James Pengelly" userId="d269fecd-a8a2-4e5a-93ae-88bdaab21f51" providerId="ADAL" clId="{2831B0DF-4F7D-4A8B-BC86-5A9865C6DF42}" dt="2023-08-24T13:58:44.325" v="0" actId="47"/>
        <pc:sldMkLst>
          <pc:docMk/>
          <pc:sldMk cId="1829934662" sldId="394"/>
        </pc:sldMkLst>
      </pc:sldChg>
      <pc:sldChg chg="del">
        <pc:chgData name="James Pengelly" userId="d269fecd-a8a2-4e5a-93ae-88bdaab21f51" providerId="ADAL" clId="{2831B0DF-4F7D-4A8B-BC86-5A9865C6DF42}" dt="2023-08-24T13:58:44.325" v="0" actId="47"/>
        <pc:sldMkLst>
          <pc:docMk/>
          <pc:sldMk cId="1339298764" sldId="395"/>
        </pc:sldMkLst>
      </pc:sldChg>
      <pc:sldChg chg="del">
        <pc:chgData name="James Pengelly" userId="d269fecd-a8a2-4e5a-93ae-88bdaab21f51" providerId="ADAL" clId="{2831B0DF-4F7D-4A8B-BC86-5A9865C6DF42}" dt="2023-08-24T13:58:44.325" v="0" actId="47"/>
        <pc:sldMkLst>
          <pc:docMk/>
          <pc:sldMk cId="1016084178" sldId="396"/>
        </pc:sldMkLst>
      </pc:sldChg>
      <pc:sldChg chg="del">
        <pc:chgData name="James Pengelly" userId="d269fecd-a8a2-4e5a-93ae-88bdaab21f51" providerId="ADAL" clId="{2831B0DF-4F7D-4A8B-BC86-5A9865C6DF42}" dt="2023-08-24T13:58:44.325" v="0" actId="47"/>
        <pc:sldMkLst>
          <pc:docMk/>
          <pc:sldMk cId="4214344726" sldId="397"/>
        </pc:sldMkLst>
      </pc:sldChg>
      <pc:sldChg chg="del">
        <pc:chgData name="James Pengelly" userId="d269fecd-a8a2-4e5a-93ae-88bdaab21f51" providerId="ADAL" clId="{2831B0DF-4F7D-4A8B-BC86-5A9865C6DF42}" dt="2023-08-24T13:58:44.325" v="0" actId="47"/>
        <pc:sldMkLst>
          <pc:docMk/>
          <pc:sldMk cId="3450668804" sldId="398"/>
        </pc:sldMkLst>
      </pc:sldChg>
      <pc:sldChg chg="del">
        <pc:chgData name="James Pengelly" userId="d269fecd-a8a2-4e5a-93ae-88bdaab21f51" providerId="ADAL" clId="{2831B0DF-4F7D-4A8B-BC86-5A9865C6DF42}" dt="2023-08-24T13:58:44.325" v="0" actId="47"/>
        <pc:sldMkLst>
          <pc:docMk/>
          <pc:sldMk cId="2762218996" sldId="399"/>
        </pc:sldMkLst>
      </pc:sldChg>
      <pc:sldChg chg="del">
        <pc:chgData name="James Pengelly" userId="d269fecd-a8a2-4e5a-93ae-88bdaab21f51" providerId="ADAL" clId="{2831B0DF-4F7D-4A8B-BC86-5A9865C6DF42}" dt="2023-08-24T13:58:44.325" v="0" actId="47"/>
        <pc:sldMkLst>
          <pc:docMk/>
          <pc:sldMk cId="2590891385" sldId="400"/>
        </pc:sldMkLst>
      </pc:sldChg>
      <pc:sldChg chg="del">
        <pc:chgData name="James Pengelly" userId="d269fecd-a8a2-4e5a-93ae-88bdaab21f51" providerId="ADAL" clId="{2831B0DF-4F7D-4A8B-BC86-5A9865C6DF42}" dt="2023-08-24T13:58:44.325" v="0" actId="47"/>
        <pc:sldMkLst>
          <pc:docMk/>
          <pc:sldMk cId="3953387796" sldId="401"/>
        </pc:sldMkLst>
      </pc:sldChg>
      <pc:sldChg chg="del">
        <pc:chgData name="James Pengelly" userId="d269fecd-a8a2-4e5a-93ae-88bdaab21f51" providerId="ADAL" clId="{2831B0DF-4F7D-4A8B-BC86-5A9865C6DF42}" dt="2023-08-24T13:58:44.325" v="0" actId="47"/>
        <pc:sldMkLst>
          <pc:docMk/>
          <pc:sldMk cId="2727043731" sldId="402"/>
        </pc:sldMkLst>
      </pc:sldChg>
      <pc:sldChg chg="del">
        <pc:chgData name="James Pengelly" userId="d269fecd-a8a2-4e5a-93ae-88bdaab21f51" providerId="ADAL" clId="{2831B0DF-4F7D-4A8B-BC86-5A9865C6DF42}" dt="2023-08-24T13:58:44.325" v="0" actId="47"/>
        <pc:sldMkLst>
          <pc:docMk/>
          <pc:sldMk cId="3781024619" sldId="403"/>
        </pc:sldMkLst>
      </pc:sldChg>
      <pc:sldChg chg="del">
        <pc:chgData name="James Pengelly" userId="d269fecd-a8a2-4e5a-93ae-88bdaab21f51" providerId="ADAL" clId="{2831B0DF-4F7D-4A8B-BC86-5A9865C6DF42}" dt="2023-08-24T13:58:44.325" v="0" actId="47"/>
        <pc:sldMkLst>
          <pc:docMk/>
          <pc:sldMk cId="76376853" sldId="404"/>
        </pc:sldMkLst>
      </pc:sldChg>
      <pc:sldChg chg="del">
        <pc:chgData name="James Pengelly" userId="d269fecd-a8a2-4e5a-93ae-88bdaab21f51" providerId="ADAL" clId="{2831B0DF-4F7D-4A8B-BC86-5A9865C6DF42}" dt="2023-08-24T13:58:44.325" v="0" actId="47"/>
        <pc:sldMkLst>
          <pc:docMk/>
          <pc:sldMk cId="3447527312" sldId="405"/>
        </pc:sldMkLst>
      </pc:sldChg>
      <pc:sldChg chg="del">
        <pc:chgData name="James Pengelly" userId="d269fecd-a8a2-4e5a-93ae-88bdaab21f51" providerId="ADAL" clId="{2831B0DF-4F7D-4A8B-BC86-5A9865C6DF42}" dt="2023-08-24T13:58:44.325" v="0" actId="47"/>
        <pc:sldMkLst>
          <pc:docMk/>
          <pc:sldMk cId="3461596423" sldId="406"/>
        </pc:sldMkLst>
      </pc:sldChg>
      <pc:sldChg chg="del">
        <pc:chgData name="James Pengelly" userId="d269fecd-a8a2-4e5a-93ae-88bdaab21f51" providerId="ADAL" clId="{2831B0DF-4F7D-4A8B-BC86-5A9865C6DF42}" dt="2023-08-24T13:58:44.325" v="0" actId="47"/>
        <pc:sldMkLst>
          <pc:docMk/>
          <pc:sldMk cId="4273903402" sldId="408"/>
        </pc:sldMkLst>
      </pc:sldChg>
      <pc:sldChg chg="del">
        <pc:chgData name="James Pengelly" userId="d269fecd-a8a2-4e5a-93ae-88bdaab21f51" providerId="ADAL" clId="{2831B0DF-4F7D-4A8B-BC86-5A9865C6DF42}" dt="2023-08-24T13:58:44.325" v="0" actId="47"/>
        <pc:sldMkLst>
          <pc:docMk/>
          <pc:sldMk cId="1848990747" sldId="409"/>
        </pc:sldMkLst>
      </pc:sldChg>
      <pc:sldChg chg="del">
        <pc:chgData name="James Pengelly" userId="d269fecd-a8a2-4e5a-93ae-88bdaab21f51" providerId="ADAL" clId="{2831B0DF-4F7D-4A8B-BC86-5A9865C6DF42}" dt="2023-08-24T13:58:44.325" v="0" actId="47"/>
        <pc:sldMkLst>
          <pc:docMk/>
          <pc:sldMk cId="1126499771" sldId="411"/>
        </pc:sldMkLst>
      </pc:sldChg>
      <pc:sldChg chg="del">
        <pc:chgData name="James Pengelly" userId="d269fecd-a8a2-4e5a-93ae-88bdaab21f51" providerId="ADAL" clId="{2831B0DF-4F7D-4A8B-BC86-5A9865C6DF42}" dt="2023-08-24T13:58:44.325" v="0" actId="47"/>
        <pc:sldMkLst>
          <pc:docMk/>
          <pc:sldMk cId="2212437411" sldId="412"/>
        </pc:sldMkLst>
      </pc:sldChg>
      <pc:sldChg chg="del">
        <pc:chgData name="James Pengelly" userId="d269fecd-a8a2-4e5a-93ae-88bdaab21f51" providerId="ADAL" clId="{2831B0DF-4F7D-4A8B-BC86-5A9865C6DF42}" dt="2023-08-24T13:58:44.325" v="0" actId="47"/>
        <pc:sldMkLst>
          <pc:docMk/>
          <pc:sldMk cId="2156432247" sldId="413"/>
        </pc:sldMkLst>
      </pc:sldChg>
      <pc:sldChg chg="del">
        <pc:chgData name="James Pengelly" userId="d269fecd-a8a2-4e5a-93ae-88bdaab21f51" providerId="ADAL" clId="{2831B0DF-4F7D-4A8B-BC86-5A9865C6DF42}" dt="2023-08-24T13:58:44.325" v="0" actId="47"/>
        <pc:sldMkLst>
          <pc:docMk/>
          <pc:sldMk cId="263362339" sldId="415"/>
        </pc:sldMkLst>
      </pc:sldChg>
      <pc:sldChg chg="del">
        <pc:chgData name="James Pengelly" userId="d269fecd-a8a2-4e5a-93ae-88bdaab21f51" providerId="ADAL" clId="{2831B0DF-4F7D-4A8B-BC86-5A9865C6DF42}" dt="2023-08-24T13:58:44.325" v="0" actId="47"/>
        <pc:sldMkLst>
          <pc:docMk/>
          <pc:sldMk cId="519644668" sldId="418"/>
        </pc:sldMkLst>
      </pc:sldChg>
      <pc:sldChg chg="del">
        <pc:chgData name="James Pengelly" userId="d269fecd-a8a2-4e5a-93ae-88bdaab21f51" providerId="ADAL" clId="{2831B0DF-4F7D-4A8B-BC86-5A9865C6DF42}" dt="2023-08-24T13:58:44.325" v="0" actId="47"/>
        <pc:sldMkLst>
          <pc:docMk/>
          <pc:sldMk cId="3631135714" sldId="419"/>
        </pc:sldMkLst>
      </pc:sldChg>
      <pc:sldChg chg="del">
        <pc:chgData name="James Pengelly" userId="d269fecd-a8a2-4e5a-93ae-88bdaab21f51" providerId="ADAL" clId="{2831B0DF-4F7D-4A8B-BC86-5A9865C6DF42}" dt="2023-08-24T13:58:44.325" v="0" actId="47"/>
        <pc:sldMkLst>
          <pc:docMk/>
          <pc:sldMk cId="2961224881" sldId="420"/>
        </pc:sldMkLst>
      </pc:sldChg>
      <pc:sldChg chg="del">
        <pc:chgData name="James Pengelly" userId="d269fecd-a8a2-4e5a-93ae-88bdaab21f51" providerId="ADAL" clId="{2831B0DF-4F7D-4A8B-BC86-5A9865C6DF42}" dt="2023-08-24T13:58:44.325" v="0" actId="47"/>
        <pc:sldMkLst>
          <pc:docMk/>
          <pc:sldMk cId="1221700180" sldId="421"/>
        </pc:sldMkLst>
      </pc:sldChg>
      <pc:sldChg chg="del">
        <pc:chgData name="James Pengelly" userId="d269fecd-a8a2-4e5a-93ae-88bdaab21f51" providerId="ADAL" clId="{2831B0DF-4F7D-4A8B-BC86-5A9865C6DF42}" dt="2023-08-24T13:58:44.325" v="0" actId="47"/>
        <pc:sldMkLst>
          <pc:docMk/>
          <pc:sldMk cId="747938625" sldId="422"/>
        </pc:sldMkLst>
      </pc:sldChg>
      <pc:sldChg chg="del">
        <pc:chgData name="James Pengelly" userId="d269fecd-a8a2-4e5a-93ae-88bdaab21f51" providerId="ADAL" clId="{2831B0DF-4F7D-4A8B-BC86-5A9865C6DF42}" dt="2023-08-24T13:58:44.325" v="0" actId="47"/>
        <pc:sldMkLst>
          <pc:docMk/>
          <pc:sldMk cId="3663672702" sldId="423"/>
        </pc:sldMkLst>
      </pc:sldChg>
      <pc:sldChg chg="del">
        <pc:chgData name="James Pengelly" userId="d269fecd-a8a2-4e5a-93ae-88bdaab21f51" providerId="ADAL" clId="{2831B0DF-4F7D-4A8B-BC86-5A9865C6DF42}" dt="2023-08-24T13:58:44.325" v="0" actId="47"/>
        <pc:sldMkLst>
          <pc:docMk/>
          <pc:sldMk cId="1703881002" sldId="424"/>
        </pc:sldMkLst>
      </pc:sldChg>
      <pc:sldChg chg="del">
        <pc:chgData name="James Pengelly" userId="d269fecd-a8a2-4e5a-93ae-88bdaab21f51" providerId="ADAL" clId="{2831B0DF-4F7D-4A8B-BC86-5A9865C6DF42}" dt="2023-08-24T13:58:44.325" v="0" actId="47"/>
        <pc:sldMkLst>
          <pc:docMk/>
          <pc:sldMk cId="2422481433" sldId="426"/>
        </pc:sldMkLst>
      </pc:sldChg>
      <pc:sldChg chg="del">
        <pc:chgData name="James Pengelly" userId="d269fecd-a8a2-4e5a-93ae-88bdaab21f51" providerId="ADAL" clId="{2831B0DF-4F7D-4A8B-BC86-5A9865C6DF42}" dt="2023-08-24T13:58:44.325" v="0" actId="47"/>
        <pc:sldMkLst>
          <pc:docMk/>
          <pc:sldMk cId="1349580473" sldId="429"/>
        </pc:sldMkLst>
      </pc:sldChg>
      <pc:sldChg chg="del">
        <pc:chgData name="James Pengelly" userId="d269fecd-a8a2-4e5a-93ae-88bdaab21f51" providerId="ADAL" clId="{2831B0DF-4F7D-4A8B-BC86-5A9865C6DF42}" dt="2023-08-24T13:58:44.325" v="0" actId="47"/>
        <pc:sldMkLst>
          <pc:docMk/>
          <pc:sldMk cId="2265083478" sldId="430"/>
        </pc:sldMkLst>
      </pc:sldChg>
      <pc:sldChg chg="del">
        <pc:chgData name="James Pengelly" userId="d269fecd-a8a2-4e5a-93ae-88bdaab21f51" providerId="ADAL" clId="{2831B0DF-4F7D-4A8B-BC86-5A9865C6DF42}" dt="2023-08-24T13:58:44.325" v="0" actId="47"/>
        <pc:sldMkLst>
          <pc:docMk/>
          <pc:sldMk cId="2863113325" sldId="431"/>
        </pc:sldMkLst>
      </pc:sldChg>
      <pc:sldChg chg="modNotesTx">
        <pc:chgData name="James Pengelly" userId="d269fecd-a8a2-4e5a-93ae-88bdaab21f51" providerId="ADAL" clId="{2831B0DF-4F7D-4A8B-BC86-5A9865C6DF42}" dt="2023-09-06T15:54:36.257" v="549"/>
        <pc:sldMkLst>
          <pc:docMk/>
          <pc:sldMk cId="3556797560" sldId="432"/>
        </pc:sldMkLst>
      </pc:sldChg>
      <pc:sldChg chg="modNotesTx">
        <pc:chgData name="James Pengelly" userId="d269fecd-a8a2-4e5a-93ae-88bdaab21f51" providerId="ADAL" clId="{2831B0DF-4F7D-4A8B-BC86-5A9865C6DF42}" dt="2023-09-06T15:54:22.867" v="548"/>
        <pc:sldMkLst>
          <pc:docMk/>
          <pc:sldMk cId="2981302178" sldId="433"/>
        </pc:sldMkLst>
      </pc:sldChg>
      <pc:sldChg chg="del">
        <pc:chgData name="James Pengelly" userId="d269fecd-a8a2-4e5a-93ae-88bdaab21f51" providerId="ADAL" clId="{2831B0DF-4F7D-4A8B-BC86-5A9865C6DF42}" dt="2023-08-24T13:58:44.325" v="0" actId="47"/>
        <pc:sldMkLst>
          <pc:docMk/>
          <pc:sldMk cId="1695507307" sldId="435"/>
        </pc:sldMkLst>
      </pc:sldChg>
      <pc:sldChg chg="del">
        <pc:chgData name="James Pengelly" userId="d269fecd-a8a2-4e5a-93ae-88bdaab21f51" providerId="ADAL" clId="{2831B0DF-4F7D-4A8B-BC86-5A9865C6DF42}" dt="2023-08-24T13:58:44.325" v="0" actId="47"/>
        <pc:sldMkLst>
          <pc:docMk/>
          <pc:sldMk cId="2233051909" sldId="436"/>
        </pc:sldMkLst>
      </pc:sldChg>
      <pc:sldChg chg="del">
        <pc:chgData name="James Pengelly" userId="d269fecd-a8a2-4e5a-93ae-88bdaab21f51" providerId="ADAL" clId="{2831B0DF-4F7D-4A8B-BC86-5A9865C6DF42}" dt="2023-08-24T13:58:44.325" v="0" actId="47"/>
        <pc:sldMkLst>
          <pc:docMk/>
          <pc:sldMk cId="1342897180" sldId="437"/>
        </pc:sldMkLst>
      </pc:sldChg>
      <pc:sldChg chg="del">
        <pc:chgData name="James Pengelly" userId="d269fecd-a8a2-4e5a-93ae-88bdaab21f51" providerId="ADAL" clId="{2831B0DF-4F7D-4A8B-BC86-5A9865C6DF42}" dt="2023-08-24T13:58:44.325" v="0" actId="47"/>
        <pc:sldMkLst>
          <pc:docMk/>
          <pc:sldMk cId="3580490817" sldId="438"/>
        </pc:sldMkLst>
      </pc:sldChg>
      <pc:sldChg chg="del">
        <pc:chgData name="James Pengelly" userId="d269fecd-a8a2-4e5a-93ae-88bdaab21f51" providerId="ADAL" clId="{2831B0DF-4F7D-4A8B-BC86-5A9865C6DF42}" dt="2023-08-24T13:58:44.325" v="0" actId="47"/>
        <pc:sldMkLst>
          <pc:docMk/>
          <pc:sldMk cId="3852504957" sldId="439"/>
        </pc:sldMkLst>
      </pc:sldChg>
      <pc:sldChg chg="del">
        <pc:chgData name="James Pengelly" userId="d269fecd-a8a2-4e5a-93ae-88bdaab21f51" providerId="ADAL" clId="{2831B0DF-4F7D-4A8B-BC86-5A9865C6DF42}" dt="2023-08-24T13:58:44.325" v="0" actId="47"/>
        <pc:sldMkLst>
          <pc:docMk/>
          <pc:sldMk cId="3380087145" sldId="440"/>
        </pc:sldMkLst>
      </pc:sldChg>
      <pc:sldChg chg="modNotesTx">
        <pc:chgData name="James Pengelly" userId="d269fecd-a8a2-4e5a-93ae-88bdaab21f51" providerId="ADAL" clId="{2831B0DF-4F7D-4A8B-BC86-5A9865C6DF42}" dt="2023-09-06T15:51:16.088" v="529"/>
        <pc:sldMkLst>
          <pc:docMk/>
          <pc:sldMk cId="698315745" sldId="441"/>
        </pc:sldMkLst>
      </pc:sldChg>
      <pc:sldChg chg="modNotesTx">
        <pc:chgData name="James Pengelly" userId="d269fecd-a8a2-4e5a-93ae-88bdaab21f51" providerId="ADAL" clId="{2831B0DF-4F7D-4A8B-BC86-5A9865C6DF42}" dt="2023-09-06T15:51:27.060" v="530"/>
        <pc:sldMkLst>
          <pc:docMk/>
          <pc:sldMk cId="1753989791" sldId="444"/>
        </pc:sldMkLst>
      </pc:sldChg>
      <pc:sldChg chg="modNotesTx">
        <pc:chgData name="James Pengelly" userId="d269fecd-a8a2-4e5a-93ae-88bdaab21f51" providerId="ADAL" clId="{2831B0DF-4F7D-4A8B-BC86-5A9865C6DF42}" dt="2023-09-06T15:53:13.337" v="541"/>
        <pc:sldMkLst>
          <pc:docMk/>
          <pc:sldMk cId="1357474779" sldId="448"/>
        </pc:sldMkLst>
      </pc:sldChg>
      <pc:sldChg chg="modNotesTx">
        <pc:chgData name="James Pengelly" userId="d269fecd-a8a2-4e5a-93ae-88bdaab21f51" providerId="ADAL" clId="{2831B0DF-4F7D-4A8B-BC86-5A9865C6DF42}" dt="2023-09-06T15:53:26.396" v="542"/>
        <pc:sldMkLst>
          <pc:docMk/>
          <pc:sldMk cId="2067507612" sldId="449"/>
        </pc:sldMkLst>
      </pc:sldChg>
      <pc:sldChg chg="modNotesTx">
        <pc:chgData name="James Pengelly" userId="d269fecd-a8a2-4e5a-93ae-88bdaab21f51" providerId="ADAL" clId="{2831B0DF-4F7D-4A8B-BC86-5A9865C6DF42}" dt="2023-09-06T15:54:56.705" v="554" actId="20577"/>
        <pc:sldMkLst>
          <pc:docMk/>
          <pc:sldMk cId="2390412907" sldId="450"/>
        </pc:sldMkLst>
      </pc:sldChg>
      <pc:sldChg chg="modNotesTx">
        <pc:chgData name="James Pengelly" userId="d269fecd-a8a2-4e5a-93ae-88bdaab21f51" providerId="ADAL" clId="{2831B0DF-4F7D-4A8B-BC86-5A9865C6DF42}" dt="2023-09-06T15:53:34.947" v="543"/>
        <pc:sldMkLst>
          <pc:docMk/>
          <pc:sldMk cId="2183265962" sldId="451"/>
        </pc:sldMkLst>
      </pc:sldChg>
      <pc:sldChg chg="modNotesTx">
        <pc:chgData name="James Pengelly" userId="d269fecd-a8a2-4e5a-93ae-88bdaab21f51" providerId="ADAL" clId="{2831B0DF-4F7D-4A8B-BC86-5A9865C6DF42}" dt="2023-09-06T15:54:02.480" v="546"/>
        <pc:sldMkLst>
          <pc:docMk/>
          <pc:sldMk cId="2783724496" sldId="452"/>
        </pc:sldMkLst>
      </pc:sldChg>
      <pc:sldChg chg="modNotesTx">
        <pc:chgData name="James Pengelly" userId="d269fecd-a8a2-4e5a-93ae-88bdaab21f51" providerId="ADAL" clId="{2831B0DF-4F7D-4A8B-BC86-5A9865C6DF42}" dt="2023-09-06T15:53:49.947" v="545"/>
        <pc:sldMkLst>
          <pc:docMk/>
          <pc:sldMk cId="2334895818" sldId="453"/>
        </pc:sldMkLst>
      </pc:sldChg>
      <pc:sldChg chg="modNotesTx">
        <pc:chgData name="James Pengelly" userId="d269fecd-a8a2-4e5a-93ae-88bdaab21f51" providerId="ADAL" clId="{2831B0DF-4F7D-4A8B-BC86-5A9865C6DF42}" dt="2023-09-06T15:52:17.770" v="535"/>
        <pc:sldMkLst>
          <pc:docMk/>
          <pc:sldMk cId="1506105089" sldId="454"/>
        </pc:sldMkLst>
      </pc:sldChg>
      <pc:sldChg chg="modNotesTx">
        <pc:chgData name="James Pengelly" userId="d269fecd-a8a2-4e5a-93ae-88bdaab21f51" providerId="ADAL" clId="{2831B0DF-4F7D-4A8B-BC86-5A9865C6DF42}" dt="2023-09-06T15:52:25.739" v="536"/>
        <pc:sldMkLst>
          <pc:docMk/>
          <pc:sldMk cId="2878365943" sldId="461"/>
        </pc:sldMkLst>
      </pc:sldChg>
      <pc:sldChg chg="modNotesTx">
        <pc:chgData name="James Pengelly" userId="d269fecd-a8a2-4e5a-93ae-88bdaab21f51" providerId="ADAL" clId="{2831B0DF-4F7D-4A8B-BC86-5A9865C6DF42}" dt="2023-09-06T15:52:32.975" v="537"/>
        <pc:sldMkLst>
          <pc:docMk/>
          <pc:sldMk cId="1809496739" sldId="463"/>
        </pc:sldMkLst>
      </pc:sldChg>
      <pc:sldChg chg="modNotesTx">
        <pc:chgData name="James Pengelly" userId="d269fecd-a8a2-4e5a-93ae-88bdaab21f51" providerId="ADAL" clId="{2831B0DF-4F7D-4A8B-BC86-5A9865C6DF42}" dt="2023-09-06T15:52:42.537" v="538"/>
        <pc:sldMkLst>
          <pc:docMk/>
          <pc:sldMk cId="3183680570" sldId="464"/>
        </pc:sldMkLst>
      </pc:sldChg>
      <pc:sldChg chg="modNotesTx">
        <pc:chgData name="James Pengelly" userId="d269fecd-a8a2-4e5a-93ae-88bdaab21f51" providerId="ADAL" clId="{2831B0DF-4F7D-4A8B-BC86-5A9865C6DF42}" dt="2023-09-06T15:52:50.216" v="539"/>
        <pc:sldMkLst>
          <pc:docMk/>
          <pc:sldMk cId="3408326376" sldId="465"/>
        </pc:sldMkLst>
      </pc:sldChg>
      <pc:sldChg chg="modNotesTx">
        <pc:chgData name="James Pengelly" userId="d269fecd-a8a2-4e5a-93ae-88bdaab21f51" providerId="ADAL" clId="{2831B0DF-4F7D-4A8B-BC86-5A9865C6DF42}" dt="2023-09-06T15:51:34.621" v="531"/>
        <pc:sldMkLst>
          <pc:docMk/>
          <pc:sldMk cId="3761177557" sldId="468"/>
        </pc:sldMkLst>
      </pc:sldChg>
      <pc:sldChg chg="modNotesTx">
        <pc:chgData name="James Pengelly" userId="d269fecd-a8a2-4e5a-93ae-88bdaab21f51" providerId="ADAL" clId="{2831B0DF-4F7D-4A8B-BC86-5A9865C6DF42}" dt="2023-09-06T15:51:44.712" v="532"/>
        <pc:sldMkLst>
          <pc:docMk/>
          <pc:sldMk cId="1450753478" sldId="469"/>
        </pc:sldMkLst>
      </pc:sldChg>
      <pc:sldChg chg="modNotesTx">
        <pc:chgData name="James Pengelly" userId="d269fecd-a8a2-4e5a-93ae-88bdaab21f51" providerId="ADAL" clId="{2831B0DF-4F7D-4A8B-BC86-5A9865C6DF42}" dt="2023-09-06T15:51:58" v="533"/>
        <pc:sldMkLst>
          <pc:docMk/>
          <pc:sldMk cId="177810587" sldId="472"/>
        </pc:sldMkLst>
      </pc:sldChg>
      <pc:sldChg chg="del">
        <pc:chgData name="James Pengelly" userId="d269fecd-a8a2-4e5a-93ae-88bdaab21f51" providerId="ADAL" clId="{2831B0DF-4F7D-4A8B-BC86-5A9865C6DF42}" dt="2023-08-24T13:58:51.684" v="1" actId="47"/>
        <pc:sldMkLst>
          <pc:docMk/>
          <pc:sldMk cId="1050364708" sldId="476"/>
        </pc:sldMkLst>
      </pc:sldChg>
      <pc:sldChg chg="del">
        <pc:chgData name="James Pengelly" userId="d269fecd-a8a2-4e5a-93ae-88bdaab21f51" providerId="ADAL" clId="{2831B0DF-4F7D-4A8B-BC86-5A9865C6DF42}" dt="2023-08-24T13:58:51.684" v="1" actId="47"/>
        <pc:sldMkLst>
          <pc:docMk/>
          <pc:sldMk cId="1189368309" sldId="477"/>
        </pc:sldMkLst>
      </pc:sldChg>
      <pc:sldChg chg="del">
        <pc:chgData name="James Pengelly" userId="d269fecd-a8a2-4e5a-93ae-88bdaab21f51" providerId="ADAL" clId="{2831B0DF-4F7D-4A8B-BC86-5A9865C6DF42}" dt="2023-08-24T13:58:51.684" v="1" actId="47"/>
        <pc:sldMkLst>
          <pc:docMk/>
          <pc:sldMk cId="3022556364" sldId="478"/>
        </pc:sldMkLst>
      </pc:sldChg>
      <pc:sldChg chg="del">
        <pc:chgData name="James Pengelly" userId="d269fecd-a8a2-4e5a-93ae-88bdaab21f51" providerId="ADAL" clId="{2831B0DF-4F7D-4A8B-BC86-5A9865C6DF42}" dt="2023-08-24T13:58:51.684" v="1" actId="47"/>
        <pc:sldMkLst>
          <pc:docMk/>
          <pc:sldMk cId="3131689005" sldId="523"/>
        </pc:sldMkLst>
      </pc:sldChg>
      <pc:sldChg chg="del">
        <pc:chgData name="James Pengelly" userId="d269fecd-a8a2-4e5a-93ae-88bdaab21f51" providerId="ADAL" clId="{2831B0DF-4F7D-4A8B-BC86-5A9865C6DF42}" dt="2023-08-24T13:58:51.684" v="1" actId="47"/>
        <pc:sldMkLst>
          <pc:docMk/>
          <pc:sldMk cId="2811473902" sldId="564"/>
        </pc:sldMkLst>
      </pc:sldChg>
      <pc:sldChg chg="del">
        <pc:chgData name="James Pengelly" userId="d269fecd-a8a2-4e5a-93ae-88bdaab21f51" providerId="ADAL" clId="{2831B0DF-4F7D-4A8B-BC86-5A9865C6DF42}" dt="2023-08-24T13:58:51.684" v="1" actId="47"/>
        <pc:sldMkLst>
          <pc:docMk/>
          <pc:sldMk cId="396875299" sldId="620"/>
        </pc:sldMkLst>
      </pc:sldChg>
      <pc:sldChg chg="del">
        <pc:chgData name="James Pengelly" userId="d269fecd-a8a2-4e5a-93ae-88bdaab21f51" providerId="ADAL" clId="{2831B0DF-4F7D-4A8B-BC86-5A9865C6DF42}" dt="2023-08-24T13:58:51.684" v="1" actId="47"/>
        <pc:sldMkLst>
          <pc:docMk/>
          <pc:sldMk cId="3049657586" sldId="915"/>
        </pc:sldMkLst>
      </pc:sldChg>
      <pc:sldChg chg="del">
        <pc:chgData name="James Pengelly" userId="d269fecd-a8a2-4e5a-93ae-88bdaab21f51" providerId="ADAL" clId="{2831B0DF-4F7D-4A8B-BC86-5A9865C6DF42}" dt="2023-08-24T13:58:51.684" v="1" actId="47"/>
        <pc:sldMkLst>
          <pc:docMk/>
          <pc:sldMk cId="1551599212" sldId="916"/>
        </pc:sldMkLst>
      </pc:sldChg>
      <pc:sldChg chg="del">
        <pc:chgData name="James Pengelly" userId="d269fecd-a8a2-4e5a-93ae-88bdaab21f51" providerId="ADAL" clId="{2831B0DF-4F7D-4A8B-BC86-5A9865C6DF42}" dt="2023-08-24T13:58:51.684" v="1" actId="47"/>
        <pc:sldMkLst>
          <pc:docMk/>
          <pc:sldMk cId="2931648276" sldId="917"/>
        </pc:sldMkLst>
      </pc:sldChg>
      <pc:sldChg chg="del">
        <pc:chgData name="James Pengelly" userId="d269fecd-a8a2-4e5a-93ae-88bdaab21f51" providerId="ADAL" clId="{2831B0DF-4F7D-4A8B-BC86-5A9865C6DF42}" dt="2023-08-24T13:58:51.684" v="1" actId="47"/>
        <pc:sldMkLst>
          <pc:docMk/>
          <pc:sldMk cId="3463918722" sldId="918"/>
        </pc:sldMkLst>
      </pc:sldChg>
      <pc:sldChg chg="del">
        <pc:chgData name="James Pengelly" userId="d269fecd-a8a2-4e5a-93ae-88bdaab21f51" providerId="ADAL" clId="{2831B0DF-4F7D-4A8B-BC86-5A9865C6DF42}" dt="2023-08-24T13:58:51.684" v="1" actId="47"/>
        <pc:sldMkLst>
          <pc:docMk/>
          <pc:sldMk cId="1855871270" sldId="919"/>
        </pc:sldMkLst>
      </pc:sldChg>
      <pc:sldChg chg="del">
        <pc:chgData name="James Pengelly" userId="d269fecd-a8a2-4e5a-93ae-88bdaab21f51" providerId="ADAL" clId="{2831B0DF-4F7D-4A8B-BC86-5A9865C6DF42}" dt="2023-08-24T13:58:51.684" v="1" actId="47"/>
        <pc:sldMkLst>
          <pc:docMk/>
          <pc:sldMk cId="564391330" sldId="920"/>
        </pc:sldMkLst>
      </pc:sldChg>
      <pc:sldChg chg="del">
        <pc:chgData name="James Pengelly" userId="d269fecd-a8a2-4e5a-93ae-88bdaab21f51" providerId="ADAL" clId="{2831B0DF-4F7D-4A8B-BC86-5A9865C6DF42}" dt="2023-08-24T13:58:51.684" v="1" actId="47"/>
        <pc:sldMkLst>
          <pc:docMk/>
          <pc:sldMk cId="2984159356" sldId="921"/>
        </pc:sldMkLst>
      </pc:sldChg>
      <pc:sldChg chg="del">
        <pc:chgData name="James Pengelly" userId="d269fecd-a8a2-4e5a-93ae-88bdaab21f51" providerId="ADAL" clId="{2831B0DF-4F7D-4A8B-BC86-5A9865C6DF42}" dt="2023-08-24T13:58:51.684" v="1" actId="47"/>
        <pc:sldMkLst>
          <pc:docMk/>
          <pc:sldMk cId="3406951735" sldId="922"/>
        </pc:sldMkLst>
      </pc:sldChg>
      <pc:sldChg chg="del">
        <pc:chgData name="James Pengelly" userId="d269fecd-a8a2-4e5a-93ae-88bdaab21f51" providerId="ADAL" clId="{2831B0DF-4F7D-4A8B-BC86-5A9865C6DF42}" dt="2023-08-24T13:58:51.684" v="1" actId="47"/>
        <pc:sldMkLst>
          <pc:docMk/>
          <pc:sldMk cId="2607486583" sldId="923"/>
        </pc:sldMkLst>
      </pc:sldChg>
      <pc:sldChg chg="del">
        <pc:chgData name="James Pengelly" userId="d269fecd-a8a2-4e5a-93ae-88bdaab21f51" providerId="ADAL" clId="{2831B0DF-4F7D-4A8B-BC86-5A9865C6DF42}" dt="2023-08-24T13:58:51.684" v="1" actId="47"/>
        <pc:sldMkLst>
          <pc:docMk/>
          <pc:sldMk cId="4092808222" sldId="924"/>
        </pc:sldMkLst>
      </pc:sldChg>
      <pc:sldChg chg="del">
        <pc:chgData name="James Pengelly" userId="d269fecd-a8a2-4e5a-93ae-88bdaab21f51" providerId="ADAL" clId="{2831B0DF-4F7D-4A8B-BC86-5A9865C6DF42}" dt="2023-08-24T13:58:51.684" v="1" actId="47"/>
        <pc:sldMkLst>
          <pc:docMk/>
          <pc:sldMk cId="2193365181" sldId="925"/>
        </pc:sldMkLst>
      </pc:sldChg>
      <pc:sldChg chg="del">
        <pc:chgData name="James Pengelly" userId="d269fecd-a8a2-4e5a-93ae-88bdaab21f51" providerId="ADAL" clId="{2831B0DF-4F7D-4A8B-BC86-5A9865C6DF42}" dt="2023-08-24T13:58:51.684" v="1" actId="47"/>
        <pc:sldMkLst>
          <pc:docMk/>
          <pc:sldMk cId="4138720517" sldId="926"/>
        </pc:sldMkLst>
      </pc:sldChg>
      <pc:sldChg chg="del">
        <pc:chgData name="James Pengelly" userId="d269fecd-a8a2-4e5a-93ae-88bdaab21f51" providerId="ADAL" clId="{2831B0DF-4F7D-4A8B-BC86-5A9865C6DF42}" dt="2023-08-24T13:58:51.684" v="1" actId="47"/>
        <pc:sldMkLst>
          <pc:docMk/>
          <pc:sldMk cId="858939526" sldId="927"/>
        </pc:sldMkLst>
      </pc:sldChg>
      <pc:sldChg chg="modNotesTx">
        <pc:chgData name="James Pengelly" userId="d269fecd-a8a2-4e5a-93ae-88bdaab21f51" providerId="ADAL" clId="{2831B0DF-4F7D-4A8B-BC86-5A9865C6DF42}" dt="2023-09-06T15:53:42.912" v="544"/>
        <pc:sldMkLst>
          <pc:docMk/>
          <pc:sldMk cId="566436964" sldId="928"/>
        </pc:sldMkLst>
      </pc:sldChg>
      <pc:sldChg chg="del">
        <pc:chgData name="James Pengelly" userId="d269fecd-a8a2-4e5a-93ae-88bdaab21f51" providerId="ADAL" clId="{2831B0DF-4F7D-4A8B-BC86-5A9865C6DF42}" dt="2023-08-24T13:58:44.325" v="0" actId="47"/>
        <pc:sldMkLst>
          <pc:docMk/>
          <pc:sldMk cId="997338478" sldId="931"/>
        </pc:sldMkLst>
      </pc:sldChg>
      <pc:sldChg chg="del">
        <pc:chgData name="James Pengelly" userId="d269fecd-a8a2-4e5a-93ae-88bdaab21f51" providerId="ADAL" clId="{2831B0DF-4F7D-4A8B-BC86-5A9865C6DF42}" dt="2023-08-24T13:58:44.325" v="0" actId="47"/>
        <pc:sldMkLst>
          <pc:docMk/>
          <pc:sldMk cId="2104262924" sldId="932"/>
        </pc:sldMkLst>
      </pc:sldChg>
      <pc:sldChg chg="del">
        <pc:chgData name="James Pengelly" userId="d269fecd-a8a2-4e5a-93ae-88bdaab21f51" providerId="ADAL" clId="{2831B0DF-4F7D-4A8B-BC86-5A9865C6DF42}" dt="2023-08-24T13:58:44.325" v="0" actId="47"/>
        <pc:sldMkLst>
          <pc:docMk/>
          <pc:sldMk cId="494846069" sldId="933"/>
        </pc:sldMkLst>
      </pc:sldChg>
      <pc:sldChg chg="del">
        <pc:chgData name="James Pengelly" userId="d269fecd-a8a2-4e5a-93ae-88bdaab21f51" providerId="ADAL" clId="{2831B0DF-4F7D-4A8B-BC86-5A9865C6DF42}" dt="2023-08-24T13:58:44.325" v="0" actId="47"/>
        <pc:sldMkLst>
          <pc:docMk/>
          <pc:sldMk cId="3261149061" sldId="934"/>
        </pc:sldMkLst>
      </pc:sldChg>
      <pc:sldChg chg="del">
        <pc:chgData name="James Pengelly" userId="d269fecd-a8a2-4e5a-93ae-88bdaab21f51" providerId="ADAL" clId="{2831B0DF-4F7D-4A8B-BC86-5A9865C6DF42}" dt="2023-08-24T13:58:44.325" v="0" actId="47"/>
        <pc:sldMkLst>
          <pc:docMk/>
          <pc:sldMk cId="500033866" sldId="935"/>
        </pc:sldMkLst>
      </pc:sldChg>
      <pc:sldChg chg="modNotesTx">
        <pc:chgData name="James Pengelly" userId="d269fecd-a8a2-4e5a-93ae-88bdaab21f51" providerId="ADAL" clId="{2831B0DF-4F7D-4A8B-BC86-5A9865C6DF42}" dt="2023-09-06T15:55:49.769" v="558"/>
        <pc:sldMkLst>
          <pc:docMk/>
          <pc:sldMk cId="2656603284" sldId="936"/>
        </pc:sldMkLst>
      </pc:sldChg>
      <pc:sldChg chg="del">
        <pc:chgData name="James Pengelly" userId="d269fecd-a8a2-4e5a-93ae-88bdaab21f51" providerId="ADAL" clId="{2831B0DF-4F7D-4A8B-BC86-5A9865C6DF42}" dt="2023-08-24T13:58:51.684" v="1" actId="47"/>
        <pc:sldMkLst>
          <pc:docMk/>
          <pc:sldMk cId="1298247145" sldId="937"/>
        </pc:sldMkLst>
      </pc:sldChg>
      <pc:sldChg chg="modSp new mod">
        <pc:chgData name="James Pengelly" userId="d269fecd-a8a2-4e5a-93ae-88bdaab21f51" providerId="ADAL" clId="{2831B0DF-4F7D-4A8B-BC86-5A9865C6DF42}" dt="2023-09-06T11:03:48.127" v="16" actId="20577"/>
        <pc:sldMkLst>
          <pc:docMk/>
          <pc:sldMk cId="2137520351" sldId="937"/>
        </pc:sldMkLst>
        <pc:spChg chg="mod">
          <ac:chgData name="James Pengelly" userId="d269fecd-a8a2-4e5a-93ae-88bdaab21f51" providerId="ADAL" clId="{2831B0DF-4F7D-4A8B-BC86-5A9865C6DF42}" dt="2023-09-06T11:03:42.155" v="12" actId="20577"/>
          <ac:spMkLst>
            <pc:docMk/>
            <pc:sldMk cId="2137520351" sldId="937"/>
            <ac:spMk id="2" creationId="{5D5762F4-2B66-C3AB-E75D-12D2A9B0DDC4}"/>
          </ac:spMkLst>
        </pc:spChg>
        <pc:spChg chg="mod">
          <ac:chgData name="James Pengelly" userId="d269fecd-a8a2-4e5a-93ae-88bdaab21f51" providerId="ADAL" clId="{2831B0DF-4F7D-4A8B-BC86-5A9865C6DF42}" dt="2023-09-06T11:03:48.127" v="16" actId="20577"/>
          <ac:spMkLst>
            <pc:docMk/>
            <pc:sldMk cId="2137520351" sldId="937"/>
            <ac:spMk id="3" creationId="{4CF6C6F0-311D-43B3-CB65-60A98E4EEB29}"/>
          </ac:spMkLst>
        </pc:spChg>
      </pc:sldChg>
      <pc:sldChg chg="modSp new mod">
        <pc:chgData name="James Pengelly" userId="d269fecd-a8a2-4e5a-93ae-88bdaab21f51" providerId="ADAL" clId="{2831B0DF-4F7D-4A8B-BC86-5A9865C6DF42}" dt="2023-09-06T13:13:04.092" v="141" actId="27636"/>
        <pc:sldMkLst>
          <pc:docMk/>
          <pc:sldMk cId="4056909378" sldId="938"/>
        </pc:sldMkLst>
        <pc:spChg chg="mod">
          <ac:chgData name="James Pengelly" userId="d269fecd-a8a2-4e5a-93ae-88bdaab21f51" providerId="ADAL" clId="{2831B0DF-4F7D-4A8B-BC86-5A9865C6DF42}" dt="2023-09-06T13:13:04.092" v="141" actId="27636"/>
          <ac:spMkLst>
            <pc:docMk/>
            <pc:sldMk cId="4056909378" sldId="938"/>
            <ac:spMk id="2" creationId="{94AC98C8-EECB-3113-0F07-DF77ADE145C7}"/>
          </ac:spMkLst>
        </pc:spChg>
        <pc:spChg chg="mod">
          <ac:chgData name="James Pengelly" userId="d269fecd-a8a2-4e5a-93ae-88bdaab21f51" providerId="ADAL" clId="{2831B0DF-4F7D-4A8B-BC86-5A9865C6DF42}" dt="2023-09-06T13:09:38.613" v="36" actId="20577"/>
          <ac:spMkLst>
            <pc:docMk/>
            <pc:sldMk cId="4056909378" sldId="938"/>
            <ac:spMk id="3" creationId="{48010574-E6A4-02A1-D5CC-FCFBACE3D516}"/>
          </ac:spMkLst>
        </pc:spChg>
      </pc:sldChg>
      <pc:sldChg chg="modSp new mod">
        <pc:chgData name="James Pengelly" userId="d269fecd-a8a2-4e5a-93ae-88bdaab21f51" providerId="ADAL" clId="{2831B0DF-4F7D-4A8B-BC86-5A9865C6DF42}" dt="2023-09-06T13:14:49.524" v="250" actId="6549"/>
        <pc:sldMkLst>
          <pc:docMk/>
          <pc:sldMk cId="3983283857" sldId="939"/>
        </pc:sldMkLst>
        <pc:spChg chg="mod">
          <ac:chgData name="James Pengelly" userId="d269fecd-a8a2-4e5a-93ae-88bdaab21f51" providerId="ADAL" clId="{2831B0DF-4F7D-4A8B-BC86-5A9865C6DF42}" dt="2023-09-06T13:14:49.524" v="250" actId="6549"/>
          <ac:spMkLst>
            <pc:docMk/>
            <pc:sldMk cId="3983283857" sldId="939"/>
            <ac:spMk id="2" creationId="{7EB775B0-778C-D33D-AD2B-E27CF50824D8}"/>
          </ac:spMkLst>
        </pc:spChg>
        <pc:spChg chg="mod">
          <ac:chgData name="James Pengelly" userId="d269fecd-a8a2-4e5a-93ae-88bdaab21f51" providerId="ADAL" clId="{2831B0DF-4F7D-4A8B-BC86-5A9865C6DF42}" dt="2023-09-06T13:09:48.906" v="54" actId="20577"/>
          <ac:spMkLst>
            <pc:docMk/>
            <pc:sldMk cId="3983283857" sldId="939"/>
            <ac:spMk id="3" creationId="{E4B4E413-6D66-4797-0C2F-A987B2BAC3E8}"/>
          </ac:spMkLst>
        </pc:spChg>
      </pc:sldChg>
      <pc:sldChg chg="modSp new mod">
        <pc:chgData name="James Pengelly" userId="d269fecd-a8a2-4e5a-93ae-88bdaab21f51" providerId="ADAL" clId="{2831B0DF-4F7D-4A8B-BC86-5A9865C6DF42}" dt="2023-09-06T13:15:46.940" v="308" actId="20577"/>
        <pc:sldMkLst>
          <pc:docMk/>
          <pc:sldMk cId="1857371218" sldId="940"/>
        </pc:sldMkLst>
        <pc:spChg chg="mod">
          <ac:chgData name="James Pengelly" userId="d269fecd-a8a2-4e5a-93ae-88bdaab21f51" providerId="ADAL" clId="{2831B0DF-4F7D-4A8B-BC86-5A9865C6DF42}" dt="2023-09-06T13:15:46.940" v="308" actId="20577"/>
          <ac:spMkLst>
            <pc:docMk/>
            <pc:sldMk cId="1857371218" sldId="940"/>
            <ac:spMk id="2" creationId="{F3518EEF-7121-27A9-0BB2-11960DF19A38}"/>
          </ac:spMkLst>
        </pc:spChg>
        <pc:spChg chg="mod">
          <ac:chgData name="James Pengelly" userId="d269fecd-a8a2-4e5a-93ae-88bdaab21f51" providerId="ADAL" clId="{2831B0DF-4F7D-4A8B-BC86-5A9865C6DF42}" dt="2023-09-06T13:09:57.864" v="67" actId="20577"/>
          <ac:spMkLst>
            <pc:docMk/>
            <pc:sldMk cId="1857371218" sldId="940"/>
            <ac:spMk id="3" creationId="{E335C181-9318-18A5-0B71-089E72B9D75B}"/>
          </ac:spMkLst>
        </pc:spChg>
      </pc:sldChg>
      <pc:sldChg chg="modSp new mod">
        <pc:chgData name="James Pengelly" userId="d269fecd-a8a2-4e5a-93ae-88bdaab21f51" providerId="ADAL" clId="{2831B0DF-4F7D-4A8B-BC86-5A9865C6DF42}" dt="2023-09-06T13:18:29.487" v="526" actId="20577"/>
        <pc:sldMkLst>
          <pc:docMk/>
          <pc:sldMk cId="4120886104" sldId="941"/>
        </pc:sldMkLst>
        <pc:spChg chg="mod">
          <ac:chgData name="James Pengelly" userId="d269fecd-a8a2-4e5a-93ae-88bdaab21f51" providerId="ADAL" clId="{2831B0DF-4F7D-4A8B-BC86-5A9865C6DF42}" dt="2023-09-06T13:18:29.487" v="526" actId="20577"/>
          <ac:spMkLst>
            <pc:docMk/>
            <pc:sldMk cId="4120886104" sldId="941"/>
            <ac:spMk id="2" creationId="{25D3752F-6CCA-8371-38E9-DE8830ADBC0C}"/>
          </ac:spMkLst>
        </pc:spChg>
        <pc:spChg chg="mod">
          <ac:chgData name="James Pengelly" userId="d269fecd-a8a2-4e5a-93ae-88bdaab21f51" providerId="ADAL" clId="{2831B0DF-4F7D-4A8B-BC86-5A9865C6DF42}" dt="2023-09-06T13:10:31.231" v="69"/>
          <ac:spMkLst>
            <pc:docMk/>
            <pc:sldMk cId="4120886104" sldId="941"/>
            <ac:spMk id="3" creationId="{5DEB7C6F-5ABD-58B4-604B-BA0D035D58CB}"/>
          </ac:spMkLst>
        </pc:spChg>
      </pc:sldChg>
    </pc:docChg>
  </pc:docChgLst>
  <pc:docChgLst>
    <pc:chgData name="Danielle Andries" userId="93d179e4-3c18-40f7-920e-ae80b202540d" providerId="ADAL" clId="{799752E9-77B8-4010-B709-E65FE867BFBC}"/>
    <pc:docChg chg="undo custSel addSld modSld">
      <pc:chgData name="Danielle Andries" userId="93d179e4-3c18-40f7-920e-ae80b202540d" providerId="ADAL" clId="{799752E9-77B8-4010-B709-E65FE867BFBC}" dt="2023-09-14T02:11:50.128" v="115" actId="20577"/>
      <pc:docMkLst>
        <pc:docMk/>
      </pc:docMkLst>
      <pc:sldChg chg="addSp modSp mod">
        <pc:chgData name="Danielle Andries" userId="93d179e4-3c18-40f7-920e-ae80b202540d" providerId="ADAL" clId="{799752E9-77B8-4010-B709-E65FE867BFBC}" dt="2023-09-13T17:22:08.665" v="73" actId="962"/>
        <pc:sldMkLst>
          <pc:docMk/>
          <pc:sldMk cId="3556797560" sldId="432"/>
        </pc:sldMkLst>
        <pc:spChg chg="add mod">
          <ac:chgData name="Danielle Andries" userId="93d179e4-3c18-40f7-920e-ae80b202540d" providerId="ADAL" clId="{799752E9-77B8-4010-B709-E65FE867BFBC}" dt="2023-09-13T17:22:00.685" v="71" actId="1076"/>
          <ac:spMkLst>
            <pc:docMk/>
            <pc:sldMk cId="3556797560" sldId="432"/>
            <ac:spMk id="6" creationId="{ECD76302-ABD4-D0A3-EF1A-1A114D9C49FE}"/>
          </ac:spMkLst>
        </pc:spChg>
        <pc:picChg chg="mod">
          <ac:chgData name="Danielle Andries" userId="93d179e4-3c18-40f7-920e-ae80b202540d" providerId="ADAL" clId="{799752E9-77B8-4010-B709-E65FE867BFBC}" dt="2023-09-13T17:22:08.665" v="73" actId="962"/>
          <ac:picMkLst>
            <pc:docMk/>
            <pc:sldMk cId="3556797560" sldId="432"/>
            <ac:picMk id="2050" creationId="{ACA178FE-3165-00A5-8470-80594B041B56}"/>
          </ac:picMkLst>
        </pc:picChg>
      </pc:sldChg>
      <pc:sldChg chg="addSp modSp mod">
        <pc:chgData name="Danielle Andries" userId="93d179e4-3c18-40f7-920e-ae80b202540d" providerId="ADAL" clId="{799752E9-77B8-4010-B709-E65FE867BFBC}" dt="2023-09-13T17:21:19.936" v="65" actId="1076"/>
        <pc:sldMkLst>
          <pc:docMk/>
          <pc:sldMk cId="2981302178" sldId="433"/>
        </pc:sldMkLst>
        <pc:spChg chg="add mod">
          <ac:chgData name="Danielle Andries" userId="93d179e4-3c18-40f7-920e-ae80b202540d" providerId="ADAL" clId="{799752E9-77B8-4010-B709-E65FE867BFBC}" dt="2023-09-13T17:21:19.936" v="65" actId="1076"/>
          <ac:spMkLst>
            <pc:docMk/>
            <pc:sldMk cId="2981302178" sldId="433"/>
            <ac:spMk id="6" creationId="{08BBF011-E392-1A0D-3C28-B0F3275892D7}"/>
          </ac:spMkLst>
        </pc:spChg>
      </pc:sldChg>
      <pc:sldChg chg="modSp">
        <pc:chgData name="Danielle Andries" userId="93d179e4-3c18-40f7-920e-ae80b202540d" providerId="ADAL" clId="{799752E9-77B8-4010-B709-E65FE867BFBC}" dt="2023-09-13T17:13:47.829" v="1" actId="962"/>
        <pc:sldMkLst>
          <pc:docMk/>
          <pc:sldMk cId="698315745" sldId="441"/>
        </pc:sldMkLst>
        <pc:picChg chg="mod">
          <ac:chgData name="Danielle Andries" userId="93d179e4-3c18-40f7-920e-ae80b202540d" providerId="ADAL" clId="{799752E9-77B8-4010-B709-E65FE867BFBC}" dt="2023-09-13T17:13:47.829" v="1" actId="962"/>
          <ac:picMkLst>
            <pc:docMk/>
            <pc:sldMk cId="698315745" sldId="441"/>
            <ac:picMk id="22530" creationId="{4EA3080F-999A-E6A3-F977-51898E6C92E0}"/>
          </ac:picMkLst>
        </pc:picChg>
      </pc:sldChg>
      <pc:sldChg chg="modNotesTx">
        <pc:chgData name="Danielle Andries" userId="93d179e4-3c18-40f7-920e-ae80b202540d" providerId="ADAL" clId="{799752E9-77B8-4010-B709-E65FE867BFBC}" dt="2023-09-13T17:14:12.876" v="2" actId="20577"/>
        <pc:sldMkLst>
          <pc:docMk/>
          <pc:sldMk cId="1753989791" sldId="444"/>
        </pc:sldMkLst>
      </pc:sldChg>
      <pc:sldChg chg="addSp delSp modSp mod">
        <pc:chgData name="Danielle Andries" userId="93d179e4-3c18-40f7-920e-ae80b202540d" providerId="ADAL" clId="{799752E9-77B8-4010-B709-E65FE867BFBC}" dt="2023-09-13T17:15:40.355" v="14" actId="962"/>
        <pc:sldMkLst>
          <pc:docMk/>
          <pc:sldMk cId="1660465454" sldId="445"/>
        </pc:sldMkLst>
        <pc:spChg chg="add del">
          <ac:chgData name="Danielle Andries" userId="93d179e4-3c18-40f7-920e-ae80b202540d" providerId="ADAL" clId="{799752E9-77B8-4010-B709-E65FE867BFBC}" dt="2023-09-13T17:14:57.260" v="8" actId="22"/>
          <ac:spMkLst>
            <pc:docMk/>
            <pc:sldMk cId="1660465454" sldId="445"/>
            <ac:spMk id="7" creationId="{825D5988-A3AD-CBC7-E5E4-C46182AB29C8}"/>
          </ac:spMkLst>
        </pc:spChg>
        <pc:spChg chg="add mod">
          <ac:chgData name="Danielle Andries" userId="93d179e4-3c18-40f7-920e-ae80b202540d" providerId="ADAL" clId="{799752E9-77B8-4010-B709-E65FE867BFBC}" dt="2023-09-13T17:15:23.178" v="12" actId="1076"/>
          <ac:spMkLst>
            <pc:docMk/>
            <pc:sldMk cId="1660465454" sldId="445"/>
            <ac:spMk id="9" creationId="{42BD001C-68F2-12BE-1BB2-AF58ED151D89}"/>
          </ac:spMkLst>
        </pc:spChg>
        <pc:picChg chg="mod">
          <ac:chgData name="Danielle Andries" userId="93d179e4-3c18-40f7-920e-ae80b202540d" providerId="ADAL" clId="{799752E9-77B8-4010-B709-E65FE867BFBC}" dt="2023-09-13T17:15:40.355" v="14" actId="962"/>
          <ac:picMkLst>
            <pc:docMk/>
            <pc:sldMk cId="1660465454" sldId="445"/>
            <ac:picMk id="6" creationId="{E538BE7F-9838-A5B1-4891-C2AE74088F4D}"/>
          </ac:picMkLst>
        </pc:picChg>
      </pc:sldChg>
      <pc:sldChg chg="addSp modSp mod">
        <pc:chgData name="Danielle Andries" userId="93d179e4-3c18-40f7-920e-ae80b202540d" providerId="ADAL" clId="{799752E9-77B8-4010-B709-E65FE867BFBC}" dt="2023-09-13T17:18:47.262" v="38" actId="1076"/>
        <pc:sldMkLst>
          <pc:docMk/>
          <pc:sldMk cId="2183265962" sldId="451"/>
        </pc:sldMkLst>
        <pc:spChg chg="add mod">
          <ac:chgData name="Danielle Andries" userId="93d179e4-3c18-40f7-920e-ae80b202540d" providerId="ADAL" clId="{799752E9-77B8-4010-B709-E65FE867BFBC}" dt="2023-09-13T17:18:47.262" v="38" actId="1076"/>
          <ac:spMkLst>
            <pc:docMk/>
            <pc:sldMk cId="2183265962" sldId="451"/>
            <ac:spMk id="6" creationId="{8C01DA96-E41F-5D29-CBB4-7E496931D0FE}"/>
          </ac:spMkLst>
        </pc:spChg>
        <pc:picChg chg="mod">
          <ac:chgData name="Danielle Andries" userId="93d179e4-3c18-40f7-920e-ae80b202540d" providerId="ADAL" clId="{799752E9-77B8-4010-B709-E65FE867BFBC}" dt="2023-09-13T17:18:43.515" v="37" actId="1076"/>
          <ac:picMkLst>
            <pc:docMk/>
            <pc:sldMk cId="2183265962" sldId="451"/>
            <ac:picMk id="26626" creationId="{2DB8B56B-C22C-49EE-BB5E-D2FC7E10CA51}"/>
          </ac:picMkLst>
        </pc:picChg>
      </pc:sldChg>
      <pc:sldChg chg="addSp modSp mod">
        <pc:chgData name="Danielle Andries" userId="93d179e4-3c18-40f7-920e-ae80b202540d" providerId="ADAL" clId="{799752E9-77B8-4010-B709-E65FE867BFBC}" dt="2023-09-13T17:20:48.820" v="60" actId="1076"/>
        <pc:sldMkLst>
          <pc:docMk/>
          <pc:sldMk cId="2783724496" sldId="452"/>
        </pc:sldMkLst>
        <pc:spChg chg="add mod">
          <ac:chgData name="Danielle Andries" userId="93d179e4-3c18-40f7-920e-ae80b202540d" providerId="ADAL" clId="{799752E9-77B8-4010-B709-E65FE867BFBC}" dt="2023-09-13T17:20:48.820" v="60" actId="1076"/>
          <ac:spMkLst>
            <pc:docMk/>
            <pc:sldMk cId="2783724496" sldId="452"/>
            <ac:spMk id="6" creationId="{AD91DB6F-C142-BCF2-71B7-6725F4FD3A05}"/>
          </ac:spMkLst>
        </pc:spChg>
      </pc:sldChg>
      <pc:sldChg chg="addSp modSp mod">
        <pc:chgData name="Danielle Andries" userId="93d179e4-3c18-40f7-920e-ae80b202540d" providerId="ADAL" clId="{799752E9-77B8-4010-B709-E65FE867BFBC}" dt="2023-09-13T17:19:48.206" v="48" actId="1076"/>
        <pc:sldMkLst>
          <pc:docMk/>
          <pc:sldMk cId="2334895818" sldId="453"/>
        </pc:sldMkLst>
        <pc:spChg chg="add mod">
          <ac:chgData name="Danielle Andries" userId="93d179e4-3c18-40f7-920e-ae80b202540d" providerId="ADAL" clId="{799752E9-77B8-4010-B709-E65FE867BFBC}" dt="2023-09-13T17:19:48.206" v="48" actId="1076"/>
          <ac:spMkLst>
            <pc:docMk/>
            <pc:sldMk cId="2334895818" sldId="453"/>
            <ac:spMk id="6" creationId="{C9BB9C04-DAA3-57A1-6C90-3239543418C8}"/>
          </ac:spMkLst>
        </pc:spChg>
      </pc:sldChg>
      <pc:sldChg chg="modSp mod">
        <pc:chgData name="Danielle Andries" userId="93d179e4-3c18-40f7-920e-ae80b202540d" providerId="ADAL" clId="{799752E9-77B8-4010-B709-E65FE867BFBC}" dt="2023-09-13T17:16:56.654" v="23" actId="1076"/>
        <pc:sldMkLst>
          <pc:docMk/>
          <pc:sldMk cId="1809496739" sldId="463"/>
        </pc:sldMkLst>
        <pc:picChg chg="mod">
          <ac:chgData name="Danielle Andries" userId="93d179e4-3c18-40f7-920e-ae80b202540d" providerId="ADAL" clId="{799752E9-77B8-4010-B709-E65FE867BFBC}" dt="2023-09-13T17:16:56.654" v="23" actId="1076"/>
          <ac:picMkLst>
            <pc:docMk/>
            <pc:sldMk cId="1809496739" sldId="463"/>
            <ac:picMk id="6" creationId="{BF036A28-787E-CD23-4110-B7A48CFB047C}"/>
          </ac:picMkLst>
        </pc:picChg>
      </pc:sldChg>
      <pc:sldChg chg="addSp modSp mod">
        <pc:chgData name="Danielle Andries" userId="93d179e4-3c18-40f7-920e-ae80b202540d" providerId="ADAL" clId="{799752E9-77B8-4010-B709-E65FE867BFBC}" dt="2023-09-13T17:17:33.264" v="30" actId="962"/>
        <pc:sldMkLst>
          <pc:docMk/>
          <pc:sldMk cId="3183680570" sldId="464"/>
        </pc:sldMkLst>
        <pc:spChg chg="add mod">
          <ac:chgData name="Danielle Andries" userId="93d179e4-3c18-40f7-920e-ae80b202540d" providerId="ADAL" clId="{799752E9-77B8-4010-B709-E65FE867BFBC}" dt="2023-09-13T17:17:21.452" v="28" actId="1076"/>
          <ac:spMkLst>
            <pc:docMk/>
            <pc:sldMk cId="3183680570" sldId="464"/>
            <ac:spMk id="7" creationId="{2BC88592-BFA2-DF0A-1D26-DAD0019D5263}"/>
          </ac:spMkLst>
        </pc:spChg>
        <pc:picChg chg="mod">
          <ac:chgData name="Danielle Andries" userId="93d179e4-3c18-40f7-920e-ae80b202540d" providerId="ADAL" clId="{799752E9-77B8-4010-B709-E65FE867BFBC}" dt="2023-09-13T17:17:33.264" v="30" actId="962"/>
          <ac:picMkLst>
            <pc:docMk/>
            <pc:sldMk cId="3183680570" sldId="464"/>
            <ac:picMk id="6" creationId="{B38C8852-B8EF-8265-6D79-8CF0A7D5AA0C}"/>
          </ac:picMkLst>
        </pc:picChg>
      </pc:sldChg>
      <pc:sldChg chg="addSp delSp modSp mod">
        <pc:chgData name="Danielle Andries" userId="93d179e4-3c18-40f7-920e-ae80b202540d" providerId="ADAL" clId="{799752E9-77B8-4010-B709-E65FE867BFBC}" dt="2023-09-13T17:14:35.275" v="6" actId="962"/>
        <pc:sldMkLst>
          <pc:docMk/>
          <pc:sldMk cId="3761177557" sldId="468"/>
        </pc:sldMkLst>
        <pc:spChg chg="add del">
          <ac:chgData name="Danielle Andries" userId="93d179e4-3c18-40f7-920e-ae80b202540d" providerId="ADAL" clId="{799752E9-77B8-4010-B709-E65FE867BFBC}" dt="2023-09-13T17:14:32.566" v="4" actId="22"/>
          <ac:spMkLst>
            <pc:docMk/>
            <pc:sldMk cId="3761177557" sldId="468"/>
            <ac:spMk id="5" creationId="{0222AEEE-DF69-1B0F-EB17-94BA9BA7B395}"/>
          </ac:spMkLst>
        </pc:spChg>
        <pc:spChg chg="mod">
          <ac:chgData name="Danielle Andries" userId="93d179e4-3c18-40f7-920e-ae80b202540d" providerId="ADAL" clId="{799752E9-77B8-4010-B709-E65FE867BFBC}" dt="2023-09-13T17:14:35.275" v="6" actId="962"/>
          <ac:spMkLst>
            <pc:docMk/>
            <pc:sldMk cId="3761177557" sldId="468"/>
            <ac:spMk id="6" creationId="{B5A1C4D0-6FBC-0FD7-2C84-E3EB20AA8A32}"/>
          </ac:spMkLst>
        </pc:spChg>
      </pc:sldChg>
      <pc:sldChg chg="addSp modSp mod">
        <pc:chgData name="Danielle Andries" userId="93d179e4-3c18-40f7-920e-ae80b202540d" providerId="ADAL" clId="{799752E9-77B8-4010-B709-E65FE867BFBC}" dt="2023-09-13T17:16:06.628" v="20" actId="1076"/>
        <pc:sldMkLst>
          <pc:docMk/>
          <pc:sldMk cId="177810587" sldId="472"/>
        </pc:sldMkLst>
        <pc:spChg chg="add mod">
          <ac:chgData name="Danielle Andries" userId="93d179e4-3c18-40f7-920e-ae80b202540d" providerId="ADAL" clId="{799752E9-77B8-4010-B709-E65FE867BFBC}" dt="2023-09-13T17:16:06.628" v="20" actId="1076"/>
          <ac:spMkLst>
            <pc:docMk/>
            <pc:sldMk cId="177810587" sldId="472"/>
            <ac:spMk id="6" creationId="{E6A36346-588C-6547-98AC-95D420869D6B}"/>
          </ac:spMkLst>
        </pc:spChg>
      </pc:sldChg>
      <pc:sldChg chg="modSp mod">
        <pc:chgData name="Danielle Andries" userId="93d179e4-3c18-40f7-920e-ae80b202540d" providerId="ADAL" clId="{799752E9-77B8-4010-B709-E65FE867BFBC}" dt="2023-09-13T17:17:46.075" v="31" actId="1076"/>
        <pc:sldMkLst>
          <pc:docMk/>
          <pc:sldMk cId="1208367764" sldId="474"/>
        </pc:sldMkLst>
        <pc:spChg chg="mod">
          <ac:chgData name="Danielle Andries" userId="93d179e4-3c18-40f7-920e-ae80b202540d" providerId="ADAL" clId="{799752E9-77B8-4010-B709-E65FE867BFBC}" dt="2023-09-13T17:17:46.075" v="31" actId="1076"/>
          <ac:spMkLst>
            <pc:docMk/>
            <pc:sldMk cId="1208367764" sldId="474"/>
            <ac:spMk id="7" creationId="{8F84E5A4-BCCD-0980-F8DD-0F7F4D13B10F}"/>
          </ac:spMkLst>
        </pc:spChg>
      </pc:sldChg>
      <pc:sldChg chg="addSp modSp mod">
        <pc:chgData name="Danielle Andries" userId="93d179e4-3c18-40f7-920e-ae80b202540d" providerId="ADAL" clId="{799752E9-77B8-4010-B709-E65FE867BFBC}" dt="2023-09-13T17:22:28.919" v="78" actId="1076"/>
        <pc:sldMkLst>
          <pc:docMk/>
          <pc:sldMk cId="1846318869" sldId="475"/>
        </pc:sldMkLst>
        <pc:spChg chg="add mod">
          <ac:chgData name="Danielle Andries" userId="93d179e4-3c18-40f7-920e-ae80b202540d" providerId="ADAL" clId="{799752E9-77B8-4010-B709-E65FE867BFBC}" dt="2023-09-13T17:22:28.919" v="78" actId="1076"/>
          <ac:spMkLst>
            <pc:docMk/>
            <pc:sldMk cId="1846318869" sldId="475"/>
            <ac:spMk id="6" creationId="{FF4DEF01-16F7-B027-9262-DBD75BD6B5D0}"/>
          </ac:spMkLst>
        </pc:spChg>
      </pc:sldChg>
      <pc:sldChg chg="addSp modSp mod">
        <pc:chgData name="Danielle Andries" userId="93d179e4-3c18-40f7-920e-ae80b202540d" providerId="ADAL" clId="{799752E9-77B8-4010-B709-E65FE867BFBC}" dt="2023-09-13T17:19:09.376" v="43" actId="1076"/>
        <pc:sldMkLst>
          <pc:docMk/>
          <pc:sldMk cId="566436964" sldId="928"/>
        </pc:sldMkLst>
        <pc:spChg chg="add mod">
          <ac:chgData name="Danielle Andries" userId="93d179e4-3c18-40f7-920e-ae80b202540d" providerId="ADAL" clId="{799752E9-77B8-4010-B709-E65FE867BFBC}" dt="2023-09-13T17:19:09.376" v="43" actId="1076"/>
          <ac:spMkLst>
            <pc:docMk/>
            <pc:sldMk cId="566436964" sldId="928"/>
            <ac:spMk id="6" creationId="{E56140D6-8E9D-32AE-B005-7925F2AB21DB}"/>
          </ac:spMkLst>
        </pc:spChg>
      </pc:sldChg>
      <pc:sldChg chg="addSp modSp mod">
        <pc:chgData name="Danielle Andries" userId="93d179e4-3c18-40f7-920e-ae80b202540d" providerId="ADAL" clId="{799752E9-77B8-4010-B709-E65FE867BFBC}" dt="2023-09-13T17:20:27.121" v="55" actId="962"/>
        <pc:sldMkLst>
          <pc:docMk/>
          <pc:sldMk cId="2713682525" sldId="929"/>
        </pc:sldMkLst>
        <pc:spChg chg="add mod">
          <ac:chgData name="Danielle Andries" userId="93d179e4-3c18-40f7-920e-ae80b202540d" providerId="ADAL" clId="{799752E9-77B8-4010-B709-E65FE867BFBC}" dt="2023-09-13T17:20:14.788" v="53" actId="1076"/>
          <ac:spMkLst>
            <pc:docMk/>
            <pc:sldMk cId="2713682525" sldId="929"/>
            <ac:spMk id="6" creationId="{696EE0ED-92C3-3BE2-22BC-A5293D41FF0E}"/>
          </ac:spMkLst>
        </pc:spChg>
        <pc:picChg chg="mod">
          <ac:chgData name="Danielle Andries" userId="93d179e4-3c18-40f7-920e-ae80b202540d" providerId="ADAL" clId="{799752E9-77B8-4010-B709-E65FE867BFBC}" dt="2023-09-13T17:20:27.121" v="55" actId="962"/>
          <ac:picMkLst>
            <pc:docMk/>
            <pc:sldMk cId="2713682525" sldId="929"/>
            <ac:picMk id="1026" creationId="{D2E9A3F5-E933-D209-CCE5-9269B059CD65}"/>
          </ac:picMkLst>
        </pc:picChg>
      </pc:sldChg>
      <pc:sldChg chg="addSp delSp modSp new mod modClrScheme chgLayout">
        <pc:chgData name="Danielle Andries" userId="93d179e4-3c18-40f7-920e-ae80b202540d" providerId="ADAL" clId="{799752E9-77B8-4010-B709-E65FE867BFBC}" dt="2023-09-14T02:11:50.128" v="115" actId="20577"/>
        <pc:sldMkLst>
          <pc:docMk/>
          <pc:sldMk cId="1397029286" sldId="942"/>
        </pc:sldMkLst>
        <pc:spChg chg="del mod ord">
          <ac:chgData name="Danielle Andries" userId="93d179e4-3c18-40f7-920e-ae80b202540d" providerId="ADAL" clId="{799752E9-77B8-4010-B709-E65FE867BFBC}" dt="2023-09-14T02:11:39.645" v="80" actId="700"/>
          <ac:spMkLst>
            <pc:docMk/>
            <pc:sldMk cId="1397029286" sldId="942"/>
            <ac:spMk id="2" creationId="{2F474B96-1A4A-7891-77F8-950B6B4A99A2}"/>
          </ac:spMkLst>
        </pc:spChg>
        <pc:spChg chg="del">
          <ac:chgData name="Danielle Andries" userId="93d179e4-3c18-40f7-920e-ae80b202540d" providerId="ADAL" clId="{799752E9-77B8-4010-B709-E65FE867BFBC}" dt="2023-09-14T02:11:39.645" v="80" actId="700"/>
          <ac:spMkLst>
            <pc:docMk/>
            <pc:sldMk cId="1397029286" sldId="942"/>
            <ac:spMk id="3" creationId="{5E7837FC-F273-C3F3-42CF-92272B49F650}"/>
          </ac:spMkLst>
        </pc:spChg>
        <pc:spChg chg="mod ord">
          <ac:chgData name="Danielle Andries" userId="93d179e4-3c18-40f7-920e-ae80b202540d" providerId="ADAL" clId="{799752E9-77B8-4010-B709-E65FE867BFBC}" dt="2023-09-14T02:11:39.645" v="80" actId="700"/>
          <ac:spMkLst>
            <pc:docMk/>
            <pc:sldMk cId="1397029286" sldId="942"/>
            <ac:spMk id="4" creationId="{A4DD5B83-DD2D-78DB-B893-EA4992F71C90}"/>
          </ac:spMkLst>
        </pc:spChg>
        <pc:spChg chg="add mod ord">
          <ac:chgData name="Danielle Andries" userId="93d179e4-3c18-40f7-920e-ae80b202540d" providerId="ADAL" clId="{799752E9-77B8-4010-B709-E65FE867BFBC}" dt="2023-09-14T02:11:50.128" v="115" actId="20577"/>
          <ac:spMkLst>
            <pc:docMk/>
            <pc:sldMk cId="1397029286" sldId="942"/>
            <ac:spMk id="5" creationId="{6794D18D-5061-92AE-778A-9ABE73D0A468}"/>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Having completed the review of architectural and infrastructure operational controls, this lesson looks at operational procedures and tools related to incident response and alerting/monitoring.</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383340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focuses on policies and processes to give an overview of the incident response function.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290520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Incident response is discussed in Network+ now, but make sure you allow time to recap on the basic processes.</a:t>
            </a:r>
          </a:p>
          <a:p>
            <a:endParaRPr lang="en-US" dirty="0"/>
          </a:p>
          <a:p>
            <a:r>
              <a:rPr lang="en-US" dirty="0"/>
              <a:t>Note that there are several different models for this process, some of which conflate the tasks into fewer steps.</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988355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understand the "day-to-day" of incident identification and alerting. </a:t>
            </a:r>
          </a:p>
          <a:p>
            <a:endParaRPr lang="en-US" dirty="0"/>
          </a:p>
          <a:p>
            <a:r>
              <a:rPr lang="en-US" dirty="0"/>
              <a:t>Point out that there are multiple models for incident response with between four and seven steps or stages. CompTIA's model distinguishes detection and analysis. Given that, detection involves how the first responder becomes aware that an incident may be occurring (or about to occur). This could come from an alerting/monitoring system or via user reports.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774641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Relate the use of attack frameworks to the creation of effective scenario-based incident response plans.</a:t>
            </a:r>
          </a:p>
          <a:p>
            <a:endParaRPr lang="en-US" dirty="0"/>
          </a:p>
          <a:p>
            <a:r>
              <a:rPr lang="en-US" dirty="0"/>
              <a:t>Note that analysis and detection are likely to be iterative: analysis leads to detection of other indicators and potentially wider scope and impact.</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385383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containment strategies can be influenced by the need to preserve forensic evidence.</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068897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We haven't discussed penetration testing yet, but you might want to draw a distinction with threat hunting here. Both are proactive, compared to the reactive IR function. Penetration testing assesses the security of an attack surface by adopting the mindset and tools of threat actors. Threat hunting is a "deep dive" into data sources to check for indicators that might not have been surfaced as alerts.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2568598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Forensics follows on from incident response, but note the difference in approach related to the importance of preservation of evidence.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081190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Discuss why digital forensics techniques might be used even if no criminal prosecution is planned. Stress that the same standards of evidence collection must be applied, even if the investigation is a purely internal one.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012987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In practical terms, CPU registers and cache aren't accessible as sources of forensics evidence, but advise students to learn the full order regardless.</a:t>
            </a:r>
          </a:p>
          <a:p>
            <a:endParaRPr lang="en-US" dirty="0"/>
          </a:p>
          <a:p>
            <a:r>
              <a:rPr lang="en-US" dirty="0"/>
              <a:t>Note that there are a lot of different kinds of cache.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3415543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Remind students that there is no physical evidence to validate a system memory image, so the provenance of the capture can only be established by video recording the process.</a:t>
            </a:r>
          </a:p>
          <a:p>
            <a:endParaRPr lang="en-US" dirty="0"/>
          </a:p>
          <a:p>
            <a:r>
              <a:rPr lang="en-US" dirty="0"/>
              <a:t>Note that one of the functions of EDR is to perform live memory capture when suspicious activity is detected.</a:t>
            </a:r>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45342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imaging tools make bit-level copies of the media. They do not use the OS file system to mediate access. This allows them to capture artifacts that may be hidden from the file system.</a:t>
            </a:r>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2078406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If necessary, remind students how cryptographic hash functions prove integrity.</a:t>
            </a:r>
          </a:p>
        </p:txBody>
      </p:sp>
      <p:sp>
        <p:nvSpPr>
          <p:cNvPr id="4" name="Slide Number Placeholder 3"/>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3014348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covers the sources of data that are likely to contain indicators, and so support incident response and security monitoring.</a:t>
            </a:r>
          </a:p>
        </p:txBody>
      </p:sp>
      <p:sp>
        <p:nvSpPr>
          <p:cNvPr id="4" name="Slide Number Placeholder 3"/>
          <p:cNvSpPr>
            <a:spLocks noGrp="1"/>
          </p:cNvSpPr>
          <p:nvPr>
            <p:ph type="sldNum" sz="quarter" idx="5"/>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1262130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We'll revisit SIEM in more detail in the next topic.</a:t>
            </a:r>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22071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Focus on syslog, but make sure students recognize the difference in the alternative platforms.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2432686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Emphasize that relying on the default logging options is unlikely to be sufficient. Audit logs in particular require careful tuning to provide an effective audit trail and enforce accountability and non-repudiation.</a:t>
            </a:r>
          </a:p>
          <a:p>
            <a:endParaRPr lang="en-US" dirty="0"/>
          </a:p>
          <a:p>
            <a:r>
              <a:rPr lang="en-US" dirty="0"/>
              <a:t>Auditing modern threats involves detailed logging of process creation and script execution.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14967120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might want to note that </a:t>
            </a:r>
            <a:r>
              <a:rPr lang="en-US" dirty="0" err="1"/>
              <a:t>sysmon</a:t>
            </a:r>
            <a:r>
              <a:rPr lang="en-US" dirty="0"/>
              <a:t> is very widely used for Windows security logging (github.com/</a:t>
            </a:r>
            <a:r>
              <a:rPr lang="en-US" dirty="0" err="1"/>
              <a:t>SwiftOnSecurity</a:t>
            </a:r>
            <a:r>
              <a:rPr lang="en-US" dirty="0"/>
              <a:t>/</a:t>
            </a:r>
            <a:r>
              <a:rPr lang="en-US" dirty="0" err="1"/>
              <a:t>sysmon</a:t>
            </a:r>
            <a:r>
              <a:rPr lang="en-US" dirty="0"/>
              <a:t>-config).</a:t>
            </a:r>
          </a:p>
        </p:txBody>
      </p:sp>
      <p:sp>
        <p:nvSpPr>
          <p:cNvPr id="4" name="Slide Number Placeholder 3"/>
          <p:cNvSpPr>
            <a:spLocks noGrp="1"/>
          </p:cNvSpPr>
          <p:nvPr>
            <p:ph type="sldNum" sz="quarter" idx="5"/>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1063910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don't need to go through these in detail in class. Just make sure students know what type of information can be retrieved from each type of data source.</a:t>
            </a:r>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4287509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While metadata is treated as a sub-bullet of log data in the exam objectives, it is probably worth mentioning these other metadata sources, as they are frequently called upon in IR and forensics investigations.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338645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focuses on SIEM, but note that using individual tools can sometimes be as effective.</a:t>
            </a:r>
          </a:p>
          <a:p>
            <a:endParaRPr lang="en-US" dirty="0"/>
          </a:p>
          <a:p>
            <a:r>
              <a:rPr lang="en-US" dirty="0"/>
              <a:t>Students don't need to implement SIEM, but they do need to be aware of general collection and correlation methods. Focus on general usage, and usability issues, such as alert fatigue. </a:t>
            </a:r>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38019513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Point out the difference between agent/collector/sensor placement and the location of the correlation and reporting server.</a:t>
            </a:r>
          </a:p>
        </p:txBody>
      </p:sp>
      <p:sp>
        <p:nvSpPr>
          <p:cNvPr id="4" name="Slide Number Placeholder 3"/>
          <p:cNvSpPr>
            <a:spLocks noGrp="1"/>
          </p:cNvSpPr>
          <p:nvPr>
            <p:ph type="sldNum" sz="quarter" idx="5"/>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2618487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Remind students that we have covered a lot of the main data sources for alerting and monitoring in the previous topic. The next few pages summarize the type of data found in subobjectives that are part of 4.4 (security and </a:t>
            </a:r>
            <a:r>
              <a:rPr lang="en-US" dirty="0" err="1"/>
              <a:t>alertingmonitoring</a:t>
            </a:r>
            <a:r>
              <a:rPr lang="en-US" dirty="0"/>
              <a:t> concepts) that were not included under 4.9 (data sources to support an investigation).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39</a:t>
            </a:fld>
            <a:endParaRPr lang="en-US"/>
          </a:p>
        </p:txBody>
      </p:sp>
    </p:spTree>
    <p:extLst>
      <p:ext uri="{BB962C8B-B14F-4D97-AF65-F5344CB8AC3E}">
        <p14:creationId xmlns:p14="http://schemas.microsoft.com/office/powerpoint/2010/main" val="36719768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We've already covered vulnerability scanning and endpoint protection, so just summarize these as potential sources</a:t>
            </a:r>
          </a:p>
          <a:p>
            <a:endParaRPr lang="en-US" dirty="0"/>
          </a:p>
          <a:p>
            <a:r>
              <a:rPr lang="en-US" dirty="0"/>
              <a:t>DLP is covered in more detail with data protection and privacy concepts in lesson 16.</a:t>
            </a:r>
          </a:p>
          <a:p>
            <a:endParaRPr lang="en-US" dirty="0"/>
          </a:p>
          <a:p>
            <a:r>
              <a:rPr lang="en-US" b="0" i="1" dirty="0">
                <a:solidFill>
                  <a:srgbClr val="45545F"/>
                </a:solidFill>
                <a:effectLst/>
                <a:latin typeface="Open Sans" panose="020B0606030504020204" pitchFamily="34" charset="0"/>
              </a:rPr>
              <a:t>You can use a down detector site to illustrate the basic function of application monitoring.</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40</a:t>
            </a:fld>
            <a:endParaRPr lang="en-US"/>
          </a:p>
        </p:txBody>
      </p:sp>
    </p:spTree>
    <p:extLst>
      <p:ext uri="{BB962C8B-B14F-4D97-AF65-F5344CB8AC3E}">
        <p14:creationId xmlns:p14="http://schemas.microsoft.com/office/powerpoint/2010/main" val="37857358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confident about the content that has been covered. If there is time, revisit any content examples that they have questions about. If you have used all the available time for this lesson block, note the issues and schedule time for a review later in the course.</a:t>
            </a:r>
          </a:p>
          <a:p>
            <a:endParaRPr lang="en-US"/>
          </a:p>
          <a:p>
            <a:r>
              <a:rPr lang="en-US"/>
              <a:t>Use this as an opportunity for students to share their real-world experiences with day-to-day security challenges in terms of managing alerts and incidents.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43</a:t>
            </a:fld>
            <a:endParaRPr lang="en-US"/>
          </a:p>
        </p:txBody>
      </p:sp>
    </p:spTree>
    <p:extLst>
      <p:ext uri="{BB962C8B-B14F-4D97-AF65-F5344CB8AC3E}">
        <p14:creationId xmlns:p14="http://schemas.microsoft.com/office/powerpoint/2010/main" val="3527214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securityonion.net/"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wireshark.org/"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tructureality.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0320-8234-C4F9-C7C1-5385605ED0A3}"/>
              </a:ext>
            </a:extLst>
          </p:cNvPr>
          <p:cNvSpPr>
            <a:spLocks noGrp="1"/>
          </p:cNvSpPr>
          <p:nvPr>
            <p:ph type="ctrTitle"/>
          </p:nvPr>
        </p:nvSpPr>
        <p:spPr/>
        <p:txBody>
          <a:bodyPr/>
          <a:lstStyle/>
          <a:p>
            <a:r>
              <a:rPr lang="en-US" noProof="0" dirty="0"/>
              <a:t>Explain Alerting and Monitoring Concepts</a:t>
            </a:r>
          </a:p>
        </p:txBody>
      </p:sp>
      <p:sp>
        <p:nvSpPr>
          <p:cNvPr id="3" name="Subtitle 2">
            <a:extLst>
              <a:ext uri="{FF2B5EF4-FFF2-40B4-BE49-F238E27FC236}">
                <a16:creationId xmlns:a16="http://schemas.microsoft.com/office/drawing/2014/main" id="{1D4D6B1A-9B62-2B76-C4E2-0148D8FA8159}"/>
              </a:ext>
            </a:extLst>
          </p:cNvPr>
          <p:cNvSpPr>
            <a:spLocks noGrp="1"/>
          </p:cNvSpPr>
          <p:nvPr>
            <p:ph type="subTitle" idx="1"/>
          </p:nvPr>
        </p:nvSpPr>
        <p:spPr/>
        <p:txBody>
          <a:bodyPr/>
          <a:lstStyle/>
          <a:p>
            <a:r>
              <a:rPr lang="en-US" noProof="0" dirty="0"/>
              <a:t>Lesson 12</a:t>
            </a:r>
          </a:p>
        </p:txBody>
      </p:sp>
      <p:sp>
        <p:nvSpPr>
          <p:cNvPr id="4" name="Text Placeholder 3">
            <a:extLst>
              <a:ext uri="{FF2B5EF4-FFF2-40B4-BE49-F238E27FC236}">
                <a16:creationId xmlns:a16="http://schemas.microsoft.com/office/drawing/2014/main" id="{9E7F07E1-6841-201D-7493-D2071737A61C}"/>
              </a:ext>
            </a:extLst>
          </p:cNvPr>
          <p:cNvSpPr>
            <a:spLocks noGrp="1"/>
          </p:cNvSpPr>
          <p:nvPr>
            <p:ph type="body" sz="quarter" idx="12"/>
          </p:nvPr>
        </p:nvSpPr>
        <p:spPr/>
        <p:txBody>
          <a:bodyPr/>
          <a:lstStyle/>
          <a:p>
            <a:r>
              <a:rPr lang="en-US" noProof="0" dirty="0"/>
              <a:t>CompTIA Security+ Exam SY0-701</a:t>
            </a:r>
          </a:p>
        </p:txBody>
      </p:sp>
      <p:sp>
        <p:nvSpPr>
          <p:cNvPr id="5" name="Slide Number Placeholder 4">
            <a:extLst>
              <a:ext uri="{FF2B5EF4-FFF2-40B4-BE49-F238E27FC236}">
                <a16:creationId xmlns:a16="http://schemas.microsoft.com/office/drawing/2014/main" id="{B1CADC60-241B-2D7D-F74D-B3956A412B7A}"/>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089985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62F4-2B66-C3AB-E75D-12D2A9B0DDC4}"/>
              </a:ext>
            </a:extLst>
          </p:cNvPr>
          <p:cNvSpPr>
            <a:spLocks noGrp="1"/>
          </p:cNvSpPr>
          <p:nvPr>
            <p:ph type="title"/>
          </p:nvPr>
        </p:nvSpPr>
        <p:spPr/>
        <p:txBody>
          <a:bodyPr/>
          <a:lstStyle/>
          <a:p>
            <a:r>
              <a:rPr lang="en-GB" dirty="0"/>
              <a:t>Objectives</a:t>
            </a:r>
            <a:endParaRPr lang="en-US" dirty="0"/>
          </a:p>
        </p:txBody>
      </p:sp>
      <p:sp>
        <p:nvSpPr>
          <p:cNvPr id="3" name="Content Placeholder 2">
            <a:extLst>
              <a:ext uri="{FF2B5EF4-FFF2-40B4-BE49-F238E27FC236}">
                <a16:creationId xmlns:a16="http://schemas.microsoft.com/office/drawing/2014/main" id="{4CF6C6F0-311D-43B3-CB65-60A98E4EEB29}"/>
              </a:ext>
            </a:extLst>
          </p:cNvPr>
          <p:cNvSpPr>
            <a:spLocks noGrp="1"/>
          </p:cNvSpPr>
          <p:nvPr>
            <p:ph idx="1"/>
          </p:nvPr>
        </p:nvSpPr>
        <p:spPr/>
        <p:txBody>
          <a:bodyPr/>
          <a:lstStyle/>
          <a:p>
            <a:r>
              <a:rPr lang="en-US" dirty="0"/>
              <a:t>Summarize incident response and digital </a:t>
            </a:r>
            <a:r>
              <a:rPr lang="en-US"/>
              <a:t>forensics procedures</a:t>
            </a:r>
            <a:endParaRPr lang="en-US" dirty="0"/>
          </a:p>
          <a:p>
            <a:r>
              <a:rPr lang="en-US" dirty="0"/>
              <a:t>Utilize appropriate data sources for incident investigations</a:t>
            </a:r>
          </a:p>
          <a:p>
            <a:r>
              <a:rPr lang="en-US" dirty="0"/>
              <a:t>Explain security alerting and monitoring concepts and tools</a:t>
            </a:r>
          </a:p>
        </p:txBody>
      </p:sp>
      <p:sp>
        <p:nvSpPr>
          <p:cNvPr id="4" name="Slide Number Placeholder 3">
            <a:extLst>
              <a:ext uri="{FF2B5EF4-FFF2-40B4-BE49-F238E27FC236}">
                <a16:creationId xmlns:a16="http://schemas.microsoft.com/office/drawing/2014/main" id="{DB7D90DE-F8D9-7521-AD98-5A61B9417396}"/>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37520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Incident Response</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12A</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12</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039752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A57D5-C926-F48C-0A58-A9A95F19E203}"/>
              </a:ext>
            </a:extLst>
          </p:cNvPr>
          <p:cNvSpPr>
            <a:spLocks noGrp="1"/>
          </p:cNvSpPr>
          <p:nvPr>
            <p:ph type="title"/>
          </p:nvPr>
        </p:nvSpPr>
        <p:spPr/>
        <p:txBody>
          <a:bodyPr/>
          <a:lstStyle/>
          <a:p>
            <a:r>
              <a:rPr lang="en-US" noProof="0" dirty="0"/>
              <a:t>Incident Response Processes</a:t>
            </a:r>
          </a:p>
        </p:txBody>
      </p:sp>
      <p:sp>
        <p:nvSpPr>
          <p:cNvPr id="4" name="Slide Number Placeholder 3">
            <a:extLst>
              <a:ext uri="{FF2B5EF4-FFF2-40B4-BE49-F238E27FC236}">
                <a16:creationId xmlns:a16="http://schemas.microsoft.com/office/drawing/2014/main" id="{9A535A63-2D02-8EE5-CE6D-DE137545C4A6}"/>
              </a:ext>
            </a:extLst>
          </p:cNvPr>
          <p:cNvSpPr>
            <a:spLocks noGrp="1"/>
          </p:cNvSpPr>
          <p:nvPr>
            <p:ph type="sldNum" sz="quarter" idx="10"/>
          </p:nvPr>
        </p:nvSpPr>
        <p:spPr/>
        <p:txBody>
          <a:bodyPr/>
          <a:lstStyle/>
          <a:p>
            <a:fld id="{B7CF8A19-3A9E-4ABC-B336-2FDDE321C72D}" type="slidenum">
              <a:rPr lang="en-US" smtClean="0"/>
              <a:pPr/>
              <a:t>4</a:t>
            </a:fld>
            <a:endParaRPr lang="en-US"/>
          </a:p>
        </p:txBody>
      </p:sp>
      <p:pic>
        <p:nvPicPr>
          <p:cNvPr id="22530" name="Picture 2" descr="A flow diagram lists the phases in incident response.">
            <a:extLst>
              <a:ext uri="{FF2B5EF4-FFF2-40B4-BE49-F238E27FC236}">
                <a16:creationId xmlns:a16="http://schemas.microsoft.com/office/drawing/2014/main" id="{4EA3080F-999A-E6A3-F977-51898E6C92E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4576" y="1600450"/>
            <a:ext cx="8673898" cy="2337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315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FA348-0FB2-2CC7-A2E7-E191566F210D}"/>
              </a:ext>
            </a:extLst>
          </p:cNvPr>
          <p:cNvSpPr>
            <a:spLocks noGrp="1"/>
          </p:cNvSpPr>
          <p:nvPr>
            <p:ph type="title"/>
          </p:nvPr>
        </p:nvSpPr>
        <p:spPr/>
        <p:txBody>
          <a:bodyPr/>
          <a:lstStyle/>
          <a:p>
            <a:r>
              <a:rPr lang="en-US" noProof="0" dirty="0"/>
              <a:t>Preparation (1)</a:t>
            </a:r>
          </a:p>
        </p:txBody>
      </p:sp>
      <p:sp>
        <p:nvSpPr>
          <p:cNvPr id="3" name="Content Placeholder 2">
            <a:extLst>
              <a:ext uri="{FF2B5EF4-FFF2-40B4-BE49-F238E27FC236}">
                <a16:creationId xmlns:a16="http://schemas.microsoft.com/office/drawing/2014/main" id="{2DBC8A7B-CD70-7252-F2F0-928DE4D7C69B}"/>
              </a:ext>
            </a:extLst>
          </p:cNvPr>
          <p:cNvSpPr>
            <a:spLocks noGrp="1"/>
          </p:cNvSpPr>
          <p:nvPr>
            <p:ph idx="1"/>
          </p:nvPr>
        </p:nvSpPr>
        <p:spPr/>
        <p:txBody>
          <a:bodyPr>
            <a:normAutofit lnSpcReduction="10000"/>
          </a:bodyPr>
          <a:lstStyle/>
          <a:p>
            <a:r>
              <a:rPr lang="en-US" noProof="0" dirty="0"/>
              <a:t>Cybersecurity infrastructure</a:t>
            </a:r>
          </a:p>
          <a:p>
            <a:r>
              <a:rPr lang="en-US" noProof="0" dirty="0"/>
              <a:t>Cyber Incident Response Team</a:t>
            </a:r>
          </a:p>
          <a:p>
            <a:pPr lvl="1"/>
            <a:r>
              <a:rPr lang="en-US" noProof="0" dirty="0"/>
              <a:t>Reporting, categorizing, and prioritizing (triage)</a:t>
            </a:r>
          </a:p>
          <a:p>
            <a:pPr lvl="1"/>
            <a:r>
              <a:rPr lang="en-US" noProof="0" dirty="0"/>
              <a:t>CIRT/CERT/CSIRT/SOC</a:t>
            </a:r>
          </a:p>
          <a:p>
            <a:pPr lvl="1"/>
            <a:r>
              <a:rPr lang="en-US" noProof="0" dirty="0"/>
              <a:t>Management/decision-making authority</a:t>
            </a:r>
          </a:p>
          <a:p>
            <a:pPr lvl="1"/>
            <a:r>
              <a:rPr lang="en-US" noProof="0" dirty="0"/>
              <a:t>Incident analysts</a:t>
            </a:r>
          </a:p>
          <a:p>
            <a:pPr lvl="1"/>
            <a:r>
              <a:rPr lang="en-US" noProof="0" dirty="0"/>
              <a:t>Roles beyond technical response</a:t>
            </a:r>
          </a:p>
          <a:p>
            <a:pPr lvl="2"/>
            <a:r>
              <a:rPr lang="en-US" noProof="0" dirty="0"/>
              <a:t>Legal, Human Resources (HR), Marketing </a:t>
            </a:r>
          </a:p>
          <a:p>
            <a:endParaRPr lang="en-US" noProof="0" dirty="0"/>
          </a:p>
        </p:txBody>
      </p:sp>
      <p:sp>
        <p:nvSpPr>
          <p:cNvPr id="5" name="Slide Number Placeholder 4">
            <a:extLst>
              <a:ext uri="{FF2B5EF4-FFF2-40B4-BE49-F238E27FC236}">
                <a16:creationId xmlns:a16="http://schemas.microsoft.com/office/drawing/2014/main" id="{79441946-E13B-2970-6C63-CA0E4BE9E765}"/>
              </a:ext>
            </a:extLst>
          </p:cNvPr>
          <p:cNvSpPr>
            <a:spLocks noGrp="1"/>
          </p:cNvSpPr>
          <p:nvPr>
            <p:ph type="sldNum" sz="quarter" idx="10"/>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816258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FA348-0FB2-2CC7-A2E7-E191566F210D}"/>
              </a:ext>
            </a:extLst>
          </p:cNvPr>
          <p:cNvSpPr>
            <a:spLocks noGrp="1"/>
          </p:cNvSpPr>
          <p:nvPr>
            <p:ph type="title"/>
          </p:nvPr>
        </p:nvSpPr>
        <p:spPr/>
        <p:txBody>
          <a:bodyPr/>
          <a:lstStyle/>
          <a:p>
            <a:r>
              <a:rPr lang="en-US" noProof="0" dirty="0"/>
              <a:t>Preparation (2)</a:t>
            </a:r>
          </a:p>
        </p:txBody>
      </p:sp>
      <p:sp>
        <p:nvSpPr>
          <p:cNvPr id="3" name="Content Placeholder 2">
            <a:extLst>
              <a:ext uri="{FF2B5EF4-FFF2-40B4-BE49-F238E27FC236}">
                <a16:creationId xmlns:a16="http://schemas.microsoft.com/office/drawing/2014/main" id="{2DBC8A7B-CD70-7252-F2F0-928DE4D7C69B}"/>
              </a:ext>
            </a:extLst>
          </p:cNvPr>
          <p:cNvSpPr>
            <a:spLocks noGrp="1"/>
          </p:cNvSpPr>
          <p:nvPr>
            <p:ph idx="1"/>
          </p:nvPr>
        </p:nvSpPr>
        <p:spPr/>
        <p:txBody>
          <a:bodyPr>
            <a:normAutofit fontScale="92500" lnSpcReduction="20000"/>
          </a:bodyPr>
          <a:lstStyle/>
          <a:p>
            <a:r>
              <a:rPr lang="en-US" noProof="0" dirty="0"/>
              <a:t>Communication plan</a:t>
            </a:r>
          </a:p>
          <a:p>
            <a:pPr lvl="1"/>
            <a:r>
              <a:rPr lang="en-US" noProof="0" dirty="0"/>
              <a:t>Prevent inadvertent disclosure</a:t>
            </a:r>
          </a:p>
          <a:p>
            <a:pPr lvl="1"/>
            <a:r>
              <a:rPr lang="en-US" noProof="0" dirty="0"/>
              <a:t>Call list identifying trusted parties</a:t>
            </a:r>
          </a:p>
          <a:p>
            <a:pPr lvl="1"/>
            <a:r>
              <a:rPr lang="en-US" noProof="0" dirty="0"/>
              <a:t>Share data on a need to know basis</a:t>
            </a:r>
          </a:p>
          <a:p>
            <a:pPr lvl="1"/>
            <a:r>
              <a:rPr lang="en-US" noProof="0" dirty="0"/>
              <a:t>Out-of-band communications—avoid alerting intruder</a:t>
            </a:r>
          </a:p>
          <a:p>
            <a:r>
              <a:rPr lang="en-US" noProof="0" dirty="0"/>
              <a:t>Stakeholder management</a:t>
            </a:r>
          </a:p>
          <a:p>
            <a:pPr lvl="1"/>
            <a:r>
              <a:rPr lang="en-US" noProof="0" dirty="0"/>
              <a:t>Communication with internal and external stakeholders</a:t>
            </a:r>
          </a:p>
          <a:p>
            <a:pPr lvl="1"/>
            <a:r>
              <a:rPr lang="en-US" noProof="0" dirty="0"/>
              <a:t>Notification and reporting</a:t>
            </a:r>
          </a:p>
          <a:p>
            <a:r>
              <a:rPr lang="en-US" noProof="0" dirty="0"/>
              <a:t>Incident response plan (IRP)</a:t>
            </a:r>
          </a:p>
          <a:p>
            <a:endParaRPr lang="en-US" noProof="0" dirty="0"/>
          </a:p>
        </p:txBody>
      </p:sp>
      <p:sp>
        <p:nvSpPr>
          <p:cNvPr id="5" name="Slide Number Placeholder 4">
            <a:extLst>
              <a:ext uri="{FF2B5EF4-FFF2-40B4-BE49-F238E27FC236}">
                <a16:creationId xmlns:a16="http://schemas.microsoft.com/office/drawing/2014/main" id="{79441946-E13B-2970-6C63-CA0E4BE9E765}"/>
              </a:ext>
            </a:extLst>
          </p:cNvPr>
          <p:cNvSpPr>
            <a:spLocks noGrp="1"/>
          </p:cNvSpPr>
          <p:nvPr>
            <p:ph type="sldNum" sz="quarter" idx="10"/>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3928027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F8ADB-8C79-E06A-A9D2-FCDC030F7166}"/>
              </a:ext>
            </a:extLst>
          </p:cNvPr>
          <p:cNvSpPr>
            <a:spLocks noGrp="1"/>
          </p:cNvSpPr>
          <p:nvPr>
            <p:ph type="title"/>
          </p:nvPr>
        </p:nvSpPr>
        <p:spPr/>
        <p:txBody>
          <a:bodyPr/>
          <a:lstStyle/>
          <a:p>
            <a:r>
              <a:rPr lang="en-US" noProof="0" dirty="0"/>
              <a:t>Detection</a:t>
            </a:r>
          </a:p>
        </p:txBody>
      </p:sp>
      <p:sp>
        <p:nvSpPr>
          <p:cNvPr id="3" name="Content Placeholder 2">
            <a:extLst>
              <a:ext uri="{FF2B5EF4-FFF2-40B4-BE49-F238E27FC236}">
                <a16:creationId xmlns:a16="http://schemas.microsoft.com/office/drawing/2014/main" id="{93F4D46D-6A76-2343-D1C8-44AEEA018421}"/>
              </a:ext>
            </a:extLst>
          </p:cNvPr>
          <p:cNvSpPr>
            <a:spLocks noGrp="1"/>
          </p:cNvSpPr>
          <p:nvPr>
            <p:ph idx="1"/>
          </p:nvPr>
        </p:nvSpPr>
        <p:spPr/>
        <p:txBody>
          <a:bodyPr>
            <a:normAutofit fontScale="85000" lnSpcReduction="10000"/>
          </a:bodyPr>
          <a:lstStyle/>
          <a:p>
            <a:r>
              <a:rPr lang="en-US" noProof="0" dirty="0"/>
              <a:t>Detection channels</a:t>
            </a:r>
          </a:p>
          <a:p>
            <a:pPr lvl="1"/>
            <a:r>
              <a:rPr lang="en-US" noProof="0" dirty="0"/>
              <a:t>Monitoring and alerting from logs and other data sources</a:t>
            </a:r>
          </a:p>
          <a:p>
            <a:pPr lvl="1"/>
            <a:r>
              <a:rPr lang="en-US" noProof="0" dirty="0"/>
              <a:t>Deviation from baseline metrics</a:t>
            </a:r>
          </a:p>
          <a:p>
            <a:pPr lvl="1"/>
            <a:r>
              <a:rPr lang="en-US" noProof="0" dirty="0"/>
              <a:t>Manual inspection</a:t>
            </a:r>
          </a:p>
          <a:p>
            <a:pPr lvl="1"/>
            <a:r>
              <a:rPr lang="en-US" noProof="0" dirty="0"/>
              <a:t>Notification procedures</a:t>
            </a:r>
          </a:p>
          <a:p>
            <a:pPr lvl="1"/>
            <a:r>
              <a:rPr lang="en-US" noProof="0" dirty="0"/>
              <a:t>Public reporting and whistleblowing</a:t>
            </a:r>
          </a:p>
          <a:p>
            <a:r>
              <a:rPr lang="en-US" noProof="0" dirty="0"/>
              <a:t>First responder</a:t>
            </a:r>
          </a:p>
          <a:p>
            <a:pPr lvl="1"/>
            <a:r>
              <a:rPr lang="en-US" noProof="0" dirty="0"/>
              <a:t>Member of CIRT taking charge of a reported incident</a:t>
            </a:r>
          </a:p>
        </p:txBody>
      </p:sp>
      <p:sp>
        <p:nvSpPr>
          <p:cNvPr id="4" name="Slide Number Placeholder 3">
            <a:extLst>
              <a:ext uri="{FF2B5EF4-FFF2-40B4-BE49-F238E27FC236}">
                <a16:creationId xmlns:a16="http://schemas.microsoft.com/office/drawing/2014/main" id="{19804721-812A-BBB5-58C3-67EB5508A61A}"/>
              </a:ext>
            </a:extLst>
          </p:cNvPr>
          <p:cNvSpPr>
            <a:spLocks noGrp="1"/>
          </p:cNvSpPr>
          <p:nvPr>
            <p:ph type="sldNum" sz="quarter" idx="13"/>
          </p:nvPr>
        </p:nvSpPr>
        <p:spPr/>
        <p:txBody>
          <a:bodyPr/>
          <a:lstStyle/>
          <a:p>
            <a:fld id="{B7CF8A19-3A9E-4ABC-B336-2FDDE321C72D}" type="slidenum">
              <a:rPr lang="en-US" smtClean="0"/>
              <a:pPr/>
              <a:t>7</a:t>
            </a:fld>
            <a:endParaRPr lang="en-US"/>
          </a:p>
        </p:txBody>
      </p:sp>
      <p:pic>
        <p:nvPicPr>
          <p:cNvPr id="23554" name="Picture 2" descr="A security onion webpage shows the alerts management.">
            <a:extLst>
              <a:ext uri="{FF2B5EF4-FFF2-40B4-BE49-F238E27FC236}">
                <a16:creationId xmlns:a16="http://schemas.microsoft.com/office/drawing/2014/main" id="{FC745C38-02B1-D660-876F-D55E1A6FA31E}"/>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385690"/>
            <a:ext cx="4379912" cy="2767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3989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FBA9-2DE3-0586-AD94-35CCB041CF31}"/>
              </a:ext>
            </a:extLst>
          </p:cNvPr>
          <p:cNvSpPr>
            <a:spLocks noGrp="1"/>
          </p:cNvSpPr>
          <p:nvPr>
            <p:ph type="title"/>
          </p:nvPr>
        </p:nvSpPr>
        <p:spPr/>
        <p:txBody>
          <a:bodyPr/>
          <a:lstStyle/>
          <a:p>
            <a:r>
              <a:rPr lang="en-US" noProof="0" dirty="0"/>
              <a:t>Analysis</a:t>
            </a:r>
          </a:p>
        </p:txBody>
      </p:sp>
      <p:sp>
        <p:nvSpPr>
          <p:cNvPr id="4" name="Slide Number Placeholder 3">
            <a:extLst>
              <a:ext uri="{FF2B5EF4-FFF2-40B4-BE49-F238E27FC236}">
                <a16:creationId xmlns:a16="http://schemas.microsoft.com/office/drawing/2014/main" id="{CD335484-5697-EFD0-B1D7-D760C4C7DA21}"/>
              </a:ext>
            </a:extLst>
          </p:cNvPr>
          <p:cNvSpPr>
            <a:spLocks noGrp="1"/>
          </p:cNvSpPr>
          <p:nvPr>
            <p:ph type="sldNum" sz="quarter" idx="13"/>
          </p:nvPr>
        </p:nvSpPr>
        <p:spPr/>
        <p:txBody>
          <a:bodyPr/>
          <a:lstStyle/>
          <a:p>
            <a:fld id="{B7CF8A19-3A9E-4ABC-B336-2FDDE321C72D}" type="slidenum">
              <a:rPr lang="en-US" smtClean="0"/>
              <a:pPr/>
              <a:t>8</a:t>
            </a:fld>
            <a:endParaRPr lang="en-US"/>
          </a:p>
        </p:txBody>
      </p:sp>
      <p:sp>
        <p:nvSpPr>
          <p:cNvPr id="6" name="Content Placeholder 5" descr="A flow diagram lists the 7 stages in the kill chain.">
            <a:extLst>
              <a:ext uri="{FF2B5EF4-FFF2-40B4-BE49-F238E27FC236}">
                <a16:creationId xmlns:a16="http://schemas.microsoft.com/office/drawing/2014/main" id="{B5A1C4D0-6FBC-0FD7-2C84-E3EB20AA8A32}"/>
              </a:ext>
            </a:extLst>
          </p:cNvPr>
          <p:cNvSpPr>
            <a:spLocks noGrp="1"/>
          </p:cNvSpPr>
          <p:nvPr>
            <p:ph idx="12"/>
          </p:nvPr>
        </p:nvSpPr>
        <p:spPr>
          <a:xfrm>
            <a:off x="4636383" y="746759"/>
            <a:ext cx="4380617" cy="4337605"/>
          </a:xfrm>
        </p:spPr>
        <p:txBody>
          <a:bodyPr>
            <a:normAutofit fontScale="70000" lnSpcReduction="20000"/>
          </a:bodyPr>
          <a:lstStyle/>
          <a:p>
            <a:pPr marL="342900" lvl="0" indent="-342900">
              <a:lnSpc>
                <a:spcPct val="107000"/>
              </a:lnSpc>
              <a:spcAft>
                <a:spcPts val="800"/>
              </a:spcAft>
              <a:buFont typeface="Arial" panose="020B0604020202020204" pitchFamily="34" charset="0"/>
              <a:buChar char="•"/>
              <a:tabLst>
                <a:tab pos="457200" algn="l"/>
              </a:tabLst>
            </a:pPr>
            <a:r>
              <a:rPr lang="en-US" dirty="0"/>
              <a:t>Analysis and incident identification</a:t>
            </a:r>
          </a:p>
          <a:p>
            <a:pPr marL="742950" lvl="1" indent="-285750">
              <a:lnSpc>
                <a:spcPct val="107000"/>
              </a:lnSpc>
              <a:spcAft>
                <a:spcPts val="800"/>
              </a:spcAft>
              <a:buFont typeface="Arial" panose="020B0604020202020204" pitchFamily="34" charset="0"/>
              <a:buChar char="•"/>
              <a:tabLst>
                <a:tab pos="914400" algn="l"/>
              </a:tabLst>
            </a:pPr>
            <a:r>
              <a:rPr lang="en-US" dirty="0"/>
              <a:t>Classify and prioritize</a:t>
            </a:r>
          </a:p>
          <a:p>
            <a:pPr marL="742950" lvl="1" indent="-285750">
              <a:lnSpc>
                <a:spcPct val="107000"/>
              </a:lnSpc>
              <a:spcAft>
                <a:spcPts val="800"/>
              </a:spcAft>
              <a:buFont typeface="Arial" panose="020B0604020202020204" pitchFamily="34" charset="0"/>
              <a:buChar char="•"/>
              <a:tabLst>
                <a:tab pos="914400" algn="l"/>
              </a:tabLst>
            </a:pPr>
            <a:r>
              <a:rPr lang="en-US" dirty="0"/>
              <a:t>Downgrade low priority alerts to log-only</a:t>
            </a:r>
          </a:p>
          <a:p>
            <a:r>
              <a:rPr lang="en-US" dirty="0"/>
              <a:t>Impact</a:t>
            </a:r>
          </a:p>
          <a:p>
            <a:pPr lvl="1"/>
            <a:r>
              <a:rPr lang="en-US" dirty="0"/>
              <a:t>Data integrity, downtime</a:t>
            </a:r>
          </a:p>
          <a:p>
            <a:pPr lvl="1"/>
            <a:r>
              <a:rPr lang="en-US" dirty="0"/>
              <a:t>Economic/publicity</a:t>
            </a:r>
          </a:p>
          <a:p>
            <a:pPr lvl="1"/>
            <a:r>
              <a:rPr lang="en-US" dirty="0"/>
              <a:t>Scope</a:t>
            </a:r>
          </a:p>
          <a:p>
            <a:pPr lvl="1"/>
            <a:r>
              <a:rPr lang="en-US" dirty="0"/>
              <a:t>Detection time, recovery time</a:t>
            </a:r>
          </a:p>
          <a:p>
            <a:r>
              <a:rPr lang="en-US" dirty="0"/>
              <a:t>Category</a:t>
            </a:r>
          </a:p>
          <a:p>
            <a:pPr lvl="1"/>
            <a:r>
              <a:rPr lang="en-US" dirty="0"/>
              <a:t>Kill chains and threat intelligence</a:t>
            </a:r>
          </a:p>
          <a:p>
            <a:r>
              <a:rPr lang="en-US" dirty="0"/>
              <a:t>Playbooks</a:t>
            </a:r>
          </a:p>
        </p:txBody>
      </p:sp>
      <p:pic>
        <p:nvPicPr>
          <p:cNvPr id="2050" name="Picture 2">
            <a:extLst>
              <a:ext uri="{FF2B5EF4-FFF2-40B4-BE49-F238E27FC236}">
                <a16:creationId xmlns:a16="http://schemas.microsoft.com/office/drawing/2014/main" id="{985DC2C8-B241-2FAD-168E-9F6A2C28BB1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804597"/>
            <a:ext cx="4354513" cy="1929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177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2B1F8-E36E-6D35-9152-11FD97C0BB3B}"/>
              </a:ext>
            </a:extLst>
          </p:cNvPr>
          <p:cNvSpPr>
            <a:spLocks noGrp="1"/>
          </p:cNvSpPr>
          <p:nvPr>
            <p:ph type="title"/>
          </p:nvPr>
        </p:nvSpPr>
        <p:spPr/>
        <p:txBody>
          <a:bodyPr/>
          <a:lstStyle/>
          <a:p>
            <a:r>
              <a:rPr lang="en-US" noProof="0" dirty="0"/>
              <a:t>Containment</a:t>
            </a:r>
          </a:p>
        </p:txBody>
      </p:sp>
      <p:sp>
        <p:nvSpPr>
          <p:cNvPr id="3" name="Content Placeholder 2">
            <a:extLst>
              <a:ext uri="{FF2B5EF4-FFF2-40B4-BE49-F238E27FC236}">
                <a16:creationId xmlns:a16="http://schemas.microsoft.com/office/drawing/2014/main" id="{6409599C-0A83-9638-F461-709267BDD7F3}"/>
              </a:ext>
            </a:extLst>
          </p:cNvPr>
          <p:cNvSpPr>
            <a:spLocks noGrp="1"/>
          </p:cNvSpPr>
          <p:nvPr>
            <p:ph idx="1"/>
          </p:nvPr>
        </p:nvSpPr>
        <p:spPr/>
        <p:txBody>
          <a:bodyPr/>
          <a:lstStyle/>
          <a:p>
            <a:r>
              <a:rPr lang="en-US" noProof="0" dirty="0"/>
              <a:t>Issues</a:t>
            </a:r>
          </a:p>
          <a:p>
            <a:pPr lvl="1"/>
            <a:r>
              <a:rPr lang="en-US" noProof="0" dirty="0"/>
              <a:t>Loss control</a:t>
            </a:r>
          </a:p>
          <a:p>
            <a:pPr lvl="1"/>
            <a:r>
              <a:rPr lang="en-US" noProof="0" dirty="0"/>
              <a:t>Countermeasures available</a:t>
            </a:r>
          </a:p>
          <a:p>
            <a:pPr lvl="1"/>
            <a:r>
              <a:rPr lang="en-US" noProof="0" dirty="0"/>
              <a:t>Preserving evidence</a:t>
            </a:r>
          </a:p>
          <a:p>
            <a:r>
              <a:rPr lang="en-US" noProof="0" dirty="0"/>
              <a:t>Isolation-based containment</a:t>
            </a:r>
          </a:p>
          <a:p>
            <a:r>
              <a:rPr lang="en-US" noProof="0" dirty="0"/>
              <a:t>Segmentation-based containment</a:t>
            </a:r>
          </a:p>
        </p:txBody>
      </p:sp>
      <p:sp>
        <p:nvSpPr>
          <p:cNvPr id="4" name="Slide Number Placeholder 3">
            <a:extLst>
              <a:ext uri="{FF2B5EF4-FFF2-40B4-BE49-F238E27FC236}">
                <a16:creationId xmlns:a16="http://schemas.microsoft.com/office/drawing/2014/main" id="{9461CFAE-7444-5846-EDFE-110E588F2AE0}"/>
              </a:ext>
            </a:extLst>
          </p:cNvPr>
          <p:cNvSpPr>
            <a:spLocks noGrp="1"/>
          </p:cNvSpPr>
          <p:nvPr>
            <p:ph type="sldNum" sz="quarter" idx="10"/>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1450753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6E0CC-9142-2CF0-A507-D7C4EA0DEC17}"/>
              </a:ext>
            </a:extLst>
          </p:cNvPr>
          <p:cNvSpPr>
            <a:spLocks noGrp="1"/>
          </p:cNvSpPr>
          <p:nvPr>
            <p:ph type="title"/>
          </p:nvPr>
        </p:nvSpPr>
        <p:spPr/>
        <p:txBody>
          <a:bodyPr/>
          <a:lstStyle/>
          <a:p>
            <a:r>
              <a:rPr lang="en-US" noProof="0" dirty="0"/>
              <a:t>Eradication and Recovery</a:t>
            </a:r>
          </a:p>
        </p:txBody>
      </p:sp>
      <p:sp>
        <p:nvSpPr>
          <p:cNvPr id="3" name="Content Placeholder 2">
            <a:extLst>
              <a:ext uri="{FF2B5EF4-FFF2-40B4-BE49-F238E27FC236}">
                <a16:creationId xmlns:a16="http://schemas.microsoft.com/office/drawing/2014/main" id="{039BF6E6-70A0-CBB1-0DEB-6851769E5315}"/>
              </a:ext>
            </a:extLst>
          </p:cNvPr>
          <p:cNvSpPr>
            <a:spLocks noGrp="1"/>
          </p:cNvSpPr>
          <p:nvPr>
            <p:ph idx="1"/>
          </p:nvPr>
        </p:nvSpPr>
        <p:spPr/>
        <p:txBody>
          <a:bodyPr/>
          <a:lstStyle/>
          <a:p>
            <a:r>
              <a:rPr lang="en-US" noProof="0" dirty="0"/>
              <a:t>Reconstitution of affected systems</a:t>
            </a:r>
          </a:p>
          <a:p>
            <a:r>
              <a:rPr lang="en-US" noProof="0" dirty="0"/>
              <a:t>Reaudit security controls</a:t>
            </a:r>
          </a:p>
          <a:p>
            <a:r>
              <a:rPr lang="en-US" noProof="0" dirty="0"/>
              <a:t>Ensure that affected parties are notified</a:t>
            </a:r>
          </a:p>
        </p:txBody>
      </p:sp>
      <p:sp>
        <p:nvSpPr>
          <p:cNvPr id="4" name="Slide Number Placeholder 3">
            <a:extLst>
              <a:ext uri="{FF2B5EF4-FFF2-40B4-BE49-F238E27FC236}">
                <a16:creationId xmlns:a16="http://schemas.microsoft.com/office/drawing/2014/main" id="{BFC623D1-03C2-E90F-6676-1C3DC25E39D8}"/>
              </a:ext>
            </a:extLst>
          </p:cNvPr>
          <p:cNvSpPr>
            <a:spLocks noGrp="1"/>
          </p:cNvSpPr>
          <p:nvPr>
            <p:ph type="sldNum" sz="quarter" idx="10"/>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597277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EA41C-44D5-0FA9-2F2B-0FA1EF6A1444}"/>
              </a:ext>
            </a:extLst>
          </p:cNvPr>
          <p:cNvSpPr>
            <a:spLocks noGrp="1"/>
          </p:cNvSpPr>
          <p:nvPr>
            <p:ph type="title"/>
          </p:nvPr>
        </p:nvSpPr>
        <p:spPr/>
        <p:txBody>
          <a:bodyPr/>
          <a:lstStyle/>
          <a:p>
            <a:r>
              <a:rPr lang="en-US" noProof="0" dirty="0"/>
              <a:t>Lessons Learned</a:t>
            </a:r>
          </a:p>
        </p:txBody>
      </p:sp>
      <p:sp>
        <p:nvSpPr>
          <p:cNvPr id="3" name="Content Placeholder 2">
            <a:extLst>
              <a:ext uri="{FF2B5EF4-FFF2-40B4-BE49-F238E27FC236}">
                <a16:creationId xmlns:a16="http://schemas.microsoft.com/office/drawing/2014/main" id="{0FC6251E-52B1-F5A0-0467-25BE1423B126}"/>
              </a:ext>
            </a:extLst>
          </p:cNvPr>
          <p:cNvSpPr>
            <a:spLocks noGrp="1"/>
          </p:cNvSpPr>
          <p:nvPr>
            <p:ph idx="1"/>
          </p:nvPr>
        </p:nvSpPr>
        <p:spPr/>
        <p:txBody>
          <a:bodyPr/>
          <a:lstStyle/>
          <a:p>
            <a:r>
              <a:rPr lang="en-US" noProof="0" dirty="0"/>
              <a:t>Meet and report</a:t>
            </a:r>
          </a:p>
          <a:p>
            <a:r>
              <a:rPr lang="en-US" noProof="0" dirty="0"/>
              <a:t>Root cause analysis</a:t>
            </a:r>
          </a:p>
          <a:p>
            <a:pPr lvl="1"/>
            <a:r>
              <a:rPr lang="en-US" noProof="0" dirty="0"/>
              <a:t>Five whys</a:t>
            </a:r>
          </a:p>
          <a:p>
            <a:pPr lvl="1"/>
            <a:r>
              <a:rPr lang="en-US" noProof="0" dirty="0"/>
              <a:t>Drill through incident with questions: Who, why, when, where, how, what</a:t>
            </a:r>
          </a:p>
          <a:p>
            <a:pPr lvl="1"/>
            <a:r>
              <a:rPr lang="en-US" noProof="0" dirty="0"/>
              <a:t>Walkthrough timeline</a:t>
            </a:r>
          </a:p>
        </p:txBody>
      </p:sp>
      <p:sp>
        <p:nvSpPr>
          <p:cNvPr id="4" name="Slide Number Placeholder 3">
            <a:extLst>
              <a:ext uri="{FF2B5EF4-FFF2-40B4-BE49-F238E27FC236}">
                <a16:creationId xmlns:a16="http://schemas.microsoft.com/office/drawing/2014/main" id="{5C5F932A-4904-85B8-F115-49FBE0F3BA03}"/>
              </a:ext>
            </a:extLst>
          </p:cNvPr>
          <p:cNvSpPr>
            <a:spLocks noGrp="1"/>
          </p:cNvSpPr>
          <p:nvPr>
            <p:ph type="sldNum" sz="quarter" idx="10"/>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3444267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61C6A-0588-4523-E46B-36FEA06362CE}"/>
              </a:ext>
            </a:extLst>
          </p:cNvPr>
          <p:cNvSpPr>
            <a:spLocks noGrp="1"/>
          </p:cNvSpPr>
          <p:nvPr>
            <p:ph type="title"/>
          </p:nvPr>
        </p:nvSpPr>
        <p:spPr/>
        <p:txBody>
          <a:bodyPr/>
          <a:lstStyle/>
          <a:p>
            <a:r>
              <a:rPr lang="en-US" noProof="0" dirty="0"/>
              <a:t>Testing and Training</a:t>
            </a:r>
          </a:p>
        </p:txBody>
      </p:sp>
      <p:pic>
        <p:nvPicPr>
          <p:cNvPr id="6" name="Content Placeholder 8" descr="Several people sitting in a room working on their laptops.">
            <a:extLst>
              <a:ext uri="{FF2B5EF4-FFF2-40B4-BE49-F238E27FC236}">
                <a16:creationId xmlns:a16="http://schemas.microsoft.com/office/drawing/2014/main" id="{E538BE7F-9838-A5B1-4891-C2AE74088F4D}"/>
              </a:ext>
            </a:extLst>
          </p:cNvPr>
          <p:cNvPicPr>
            <a:picLocks noGrp="1" noChangeAspect="1"/>
          </p:cNvPicPr>
          <p:nvPr>
            <p:ph idx="1"/>
          </p:nvPr>
        </p:nvPicPr>
        <p:blipFill>
          <a:blip r:embed="rId2"/>
          <a:stretch>
            <a:fillRect/>
          </a:stretch>
        </p:blipFill>
        <p:spPr>
          <a:xfrm>
            <a:off x="146050" y="1534014"/>
            <a:ext cx="4354513" cy="2470759"/>
          </a:xfrm>
        </p:spPr>
      </p:pic>
      <p:sp>
        <p:nvSpPr>
          <p:cNvPr id="4" name="Content Placeholder 3">
            <a:extLst>
              <a:ext uri="{FF2B5EF4-FFF2-40B4-BE49-F238E27FC236}">
                <a16:creationId xmlns:a16="http://schemas.microsoft.com/office/drawing/2014/main" id="{D538FD83-EC4A-FD3B-000A-E99C1C515D0E}"/>
              </a:ext>
            </a:extLst>
          </p:cNvPr>
          <p:cNvSpPr>
            <a:spLocks noGrp="1"/>
          </p:cNvSpPr>
          <p:nvPr>
            <p:ph idx="12"/>
          </p:nvPr>
        </p:nvSpPr>
        <p:spPr/>
        <p:txBody>
          <a:bodyPr>
            <a:normAutofit fontScale="77500" lnSpcReduction="20000"/>
          </a:bodyPr>
          <a:lstStyle/>
          <a:p>
            <a:r>
              <a:rPr lang="en-US" noProof="0" dirty="0"/>
              <a:t>Testing</a:t>
            </a:r>
          </a:p>
          <a:p>
            <a:pPr lvl="1"/>
            <a:r>
              <a:rPr lang="en-US" noProof="0" dirty="0"/>
              <a:t>Tabletop</a:t>
            </a:r>
          </a:p>
          <a:p>
            <a:pPr lvl="2"/>
            <a:r>
              <a:rPr lang="en-US" noProof="0" dirty="0"/>
              <a:t>Facilitator presents a scenario</a:t>
            </a:r>
          </a:p>
          <a:p>
            <a:pPr lvl="2"/>
            <a:r>
              <a:rPr lang="en-US" noProof="0" dirty="0"/>
              <a:t>Does not involve live systems</a:t>
            </a:r>
          </a:p>
          <a:p>
            <a:pPr lvl="1"/>
            <a:r>
              <a:rPr lang="en-US" noProof="0" dirty="0"/>
              <a:t>Walkthroughs</a:t>
            </a:r>
          </a:p>
          <a:p>
            <a:pPr lvl="2"/>
            <a:r>
              <a:rPr lang="en-US" noProof="0" dirty="0"/>
              <a:t>Responders demonstrate response actions</a:t>
            </a:r>
          </a:p>
          <a:p>
            <a:pPr lvl="1"/>
            <a:r>
              <a:rPr lang="en-US" noProof="0" dirty="0"/>
              <a:t>Simulations</a:t>
            </a:r>
          </a:p>
          <a:p>
            <a:pPr lvl="2"/>
            <a:r>
              <a:rPr lang="en-US" noProof="0" dirty="0"/>
              <a:t>Red team performs a simulated intrusion</a:t>
            </a:r>
          </a:p>
          <a:p>
            <a:r>
              <a:rPr lang="en-US" noProof="0" dirty="0"/>
              <a:t>Training</a:t>
            </a:r>
          </a:p>
        </p:txBody>
      </p:sp>
      <p:sp>
        <p:nvSpPr>
          <p:cNvPr id="5" name="Slide Number Placeholder 4">
            <a:extLst>
              <a:ext uri="{FF2B5EF4-FFF2-40B4-BE49-F238E27FC236}">
                <a16:creationId xmlns:a16="http://schemas.microsoft.com/office/drawing/2014/main" id="{F3924BA1-5BB9-404E-A876-A54FBBAD12EF}"/>
              </a:ext>
            </a:extLst>
          </p:cNvPr>
          <p:cNvSpPr>
            <a:spLocks noGrp="1"/>
          </p:cNvSpPr>
          <p:nvPr>
            <p:ph type="sldNum" sz="quarter" idx="13"/>
          </p:nvPr>
        </p:nvSpPr>
        <p:spPr/>
        <p:txBody>
          <a:bodyPr/>
          <a:lstStyle/>
          <a:p>
            <a:fld id="{B7CF8A19-3A9E-4ABC-B336-2FDDE321C72D}" type="slidenum">
              <a:rPr lang="en-US" smtClean="0"/>
              <a:pPr/>
              <a:t>12</a:t>
            </a:fld>
            <a:endParaRPr lang="en-US"/>
          </a:p>
        </p:txBody>
      </p:sp>
      <p:sp>
        <p:nvSpPr>
          <p:cNvPr id="9" name="TextBox 8">
            <a:extLst>
              <a:ext uri="{FF2B5EF4-FFF2-40B4-BE49-F238E27FC236}">
                <a16:creationId xmlns:a16="http://schemas.microsoft.com/office/drawing/2014/main" id="{42BD001C-68F2-12BE-1BB2-AF58ED151D89}"/>
              </a:ext>
            </a:extLst>
          </p:cNvPr>
          <p:cNvSpPr txBox="1"/>
          <p:nvPr/>
        </p:nvSpPr>
        <p:spPr>
          <a:xfrm>
            <a:off x="-28575" y="4004773"/>
            <a:ext cx="4600574" cy="507831"/>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 Members of the Kentucky and Alabama National Guard participate in a simulated network attack exercise.</a:t>
            </a:r>
          </a:p>
          <a:p>
            <a:pPr algn="ctr"/>
            <a:r>
              <a:rPr lang="en-US" sz="900" b="0" i="1" dirty="0">
                <a:solidFill>
                  <a:schemeClr val="accent4">
                    <a:lumMod val="50000"/>
                  </a:schemeClr>
                </a:solidFill>
                <a:effectLst/>
                <a:latin typeface="Open Sans" panose="020B0606030504020204" pitchFamily="34" charset="0"/>
              </a:rPr>
              <a:t>(Photo by Kentucky National Guard Maj. Carla Raisler.) </a:t>
            </a:r>
          </a:p>
        </p:txBody>
      </p:sp>
    </p:spTree>
    <p:extLst>
      <p:ext uri="{BB962C8B-B14F-4D97-AF65-F5344CB8AC3E}">
        <p14:creationId xmlns:p14="http://schemas.microsoft.com/office/powerpoint/2010/main" val="1660465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7AAB1-AFCD-9811-0A7F-C09EAF067A91}"/>
              </a:ext>
            </a:extLst>
          </p:cNvPr>
          <p:cNvSpPr>
            <a:spLocks noGrp="1"/>
          </p:cNvSpPr>
          <p:nvPr>
            <p:ph type="title"/>
          </p:nvPr>
        </p:nvSpPr>
        <p:spPr/>
        <p:txBody>
          <a:bodyPr/>
          <a:lstStyle/>
          <a:p>
            <a:r>
              <a:rPr lang="en-US" noProof="0" dirty="0"/>
              <a:t>Threat Hunting</a:t>
            </a:r>
          </a:p>
        </p:txBody>
      </p:sp>
      <p:sp>
        <p:nvSpPr>
          <p:cNvPr id="5" name="Content Placeholder 4">
            <a:extLst>
              <a:ext uri="{FF2B5EF4-FFF2-40B4-BE49-F238E27FC236}">
                <a16:creationId xmlns:a16="http://schemas.microsoft.com/office/drawing/2014/main" id="{E66F9AB7-2CED-085C-765A-A52057D1D8C6}"/>
              </a:ext>
            </a:extLst>
          </p:cNvPr>
          <p:cNvSpPr>
            <a:spLocks noGrp="1"/>
          </p:cNvSpPr>
          <p:nvPr>
            <p:ph idx="12"/>
          </p:nvPr>
        </p:nvSpPr>
        <p:spPr/>
        <p:txBody>
          <a:bodyPr/>
          <a:lstStyle/>
          <a:p>
            <a:r>
              <a:rPr lang="en-US" noProof="0" dirty="0"/>
              <a:t>Proactive process compared to reactive incident response</a:t>
            </a:r>
          </a:p>
          <a:p>
            <a:r>
              <a:rPr lang="en-US" noProof="0" dirty="0"/>
              <a:t>Warning of new threat types</a:t>
            </a:r>
          </a:p>
          <a:p>
            <a:r>
              <a:rPr lang="en-US" noProof="0" dirty="0"/>
              <a:t>Intelligence fusion and threat data</a:t>
            </a:r>
          </a:p>
          <a:p>
            <a:r>
              <a:rPr lang="en-US" noProof="0" dirty="0"/>
              <a:t>Maneuver</a:t>
            </a:r>
          </a:p>
          <a:p>
            <a:pPr lvl="1"/>
            <a:r>
              <a:rPr lang="en-US" noProof="0" dirty="0"/>
              <a:t>Awareness that </a:t>
            </a:r>
            <a:r>
              <a:rPr lang="en-US" dirty="0"/>
              <a:t>threat actor might take countermeasures</a:t>
            </a:r>
            <a:endParaRPr lang="en-US" noProof="0" dirty="0"/>
          </a:p>
        </p:txBody>
      </p:sp>
      <p:sp>
        <p:nvSpPr>
          <p:cNvPr id="4" name="Slide Number Placeholder 3">
            <a:extLst>
              <a:ext uri="{FF2B5EF4-FFF2-40B4-BE49-F238E27FC236}">
                <a16:creationId xmlns:a16="http://schemas.microsoft.com/office/drawing/2014/main" id="{31AC4D62-6CD9-0F47-F7B1-80B06158F599}"/>
              </a:ext>
            </a:extLst>
          </p:cNvPr>
          <p:cNvSpPr>
            <a:spLocks noGrp="1"/>
          </p:cNvSpPr>
          <p:nvPr>
            <p:ph type="sldNum" sz="quarter" idx="13"/>
          </p:nvPr>
        </p:nvSpPr>
        <p:spPr/>
        <p:txBody>
          <a:bodyPr/>
          <a:lstStyle/>
          <a:p>
            <a:fld id="{B7CF8A19-3A9E-4ABC-B336-2FDDE321C72D}" type="slidenum">
              <a:rPr lang="en-US" smtClean="0"/>
              <a:pPr/>
              <a:t>13</a:t>
            </a:fld>
            <a:endParaRPr lang="en-US"/>
          </a:p>
        </p:txBody>
      </p:sp>
      <p:pic>
        <p:nvPicPr>
          <p:cNvPr id="24578" name="Picture 2" descr="A hunt dashboard on a security onion webpage.">
            <a:extLst>
              <a:ext uri="{FF2B5EF4-FFF2-40B4-BE49-F238E27FC236}">
                <a16:creationId xmlns:a16="http://schemas.microsoft.com/office/drawing/2014/main" id="{5D6BEFD4-2B65-E6C0-9E8F-C899CD04DBB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386630"/>
            <a:ext cx="4354513" cy="27655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6A36346-588C-6547-98AC-95D420869D6B}"/>
              </a:ext>
            </a:extLst>
          </p:cNvPr>
          <p:cNvSpPr txBox="1"/>
          <p:nvPr/>
        </p:nvSpPr>
        <p:spPr>
          <a:xfrm>
            <a:off x="0" y="4219834"/>
            <a:ext cx="4600574" cy="507831"/>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The Hunt dashboards in Security Onion can help to determine whether a given alert affects a single system only (as here), or whether it is more widespread across the network. (Screenshot courtesy of Security Onion </a:t>
            </a:r>
            <a:r>
              <a:rPr lang="en-US" sz="900" b="0" i="1" dirty="0">
                <a:solidFill>
                  <a:schemeClr val="accent4">
                    <a:lumMod val="50000"/>
                  </a:schemeClr>
                </a:solidFill>
                <a:effectLst/>
                <a:latin typeface="Open Sans" panose="020B0606030504020204" pitchFamily="34" charset="0"/>
                <a:hlinkClick r:id="rId4">
                  <a:extLst>
                    <a:ext uri="{A12FA001-AC4F-418D-AE19-62706E023703}">
                      <ahyp:hlinkClr xmlns:ahyp="http://schemas.microsoft.com/office/drawing/2018/hyperlinkcolor" val="tx"/>
                    </a:ext>
                  </a:extLst>
                </a:hlinkClick>
              </a:rPr>
              <a:t>securityonion.net</a:t>
            </a:r>
            <a:r>
              <a:rPr lang="en-US" sz="900" b="0" i="1" dirty="0">
                <a:solidFill>
                  <a:schemeClr val="accent4">
                    <a:lumMod val="50000"/>
                  </a:schemeClr>
                </a:solidFill>
                <a:effectLst/>
                <a:latin typeface="Open Sans" panose="020B0606030504020204" pitchFamily="34" charset="0"/>
              </a:rPr>
              <a:t>.)</a:t>
            </a:r>
            <a:endParaRPr lang="en-US" sz="900" dirty="0">
              <a:solidFill>
                <a:schemeClr val="accent4">
                  <a:lumMod val="50000"/>
                </a:schemeClr>
              </a:solidFill>
            </a:endParaRPr>
          </a:p>
        </p:txBody>
      </p:sp>
    </p:spTree>
    <p:extLst>
      <p:ext uri="{BB962C8B-B14F-4D97-AF65-F5344CB8AC3E}">
        <p14:creationId xmlns:p14="http://schemas.microsoft.com/office/powerpoint/2010/main" val="177810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AC98C8-EECB-3113-0F07-DF77ADE145C7}"/>
              </a:ext>
            </a:extLst>
          </p:cNvPr>
          <p:cNvSpPr>
            <a:spLocks noGrp="1"/>
          </p:cNvSpPr>
          <p:nvPr>
            <p:ph sz="quarter" idx="11"/>
          </p:nvPr>
        </p:nvSpPr>
        <p:spPr/>
        <p:txBody>
          <a:bodyPr>
            <a:normAutofit fontScale="77500" lnSpcReduction="20000"/>
          </a:bodyPr>
          <a:lstStyle/>
          <a:p>
            <a:r>
              <a:rPr lang="en-US" dirty="0"/>
              <a:t>Incident response processes</a:t>
            </a:r>
          </a:p>
          <a:p>
            <a:pPr lvl="1"/>
            <a:r>
              <a:rPr lang="en-US" dirty="0"/>
              <a:t>Preparation</a:t>
            </a:r>
          </a:p>
          <a:p>
            <a:pPr lvl="1"/>
            <a:r>
              <a:rPr lang="en-US" dirty="0"/>
              <a:t>Detection</a:t>
            </a:r>
          </a:p>
          <a:p>
            <a:pPr lvl="1"/>
            <a:r>
              <a:rPr lang="en-US" dirty="0"/>
              <a:t>Analysis</a:t>
            </a:r>
          </a:p>
          <a:p>
            <a:pPr lvl="1"/>
            <a:r>
              <a:rPr lang="en-US" dirty="0"/>
              <a:t>Containment</a:t>
            </a:r>
          </a:p>
          <a:p>
            <a:pPr lvl="1"/>
            <a:r>
              <a:rPr lang="en-US" dirty="0"/>
              <a:t>Eradication</a:t>
            </a:r>
          </a:p>
          <a:p>
            <a:pPr lvl="1"/>
            <a:r>
              <a:rPr lang="en-US" dirty="0"/>
              <a:t>Recovery</a:t>
            </a:r>
          </a:p>
          <a:p>
            <a:pPr lvl="1"/>
            <a:r>
              <a:rPr lang="en-US" dirty="0"/>
              <a:t>Lessons learned</a:t>
            </a:r>
          </a:p>
          <a:p>
            <a:r>
              <a:rPr lang="en-US" dirty="0"/>
              <a:t>Testing and training</a:t>
            </a:r>
          </a:p>
          <a:p>
            <a:r>
              <a:rPr lang="en-US" dirty="0"/>
              <a:t>Threat hunting</a:t>
            </a:r>
          </a:p>
        </p:txBody>
      </p:sp>
      <p:sp>
        <p:nvSpPr>
          <p:cNvPr id="3" name="Title 2">
            <a:extLst>
              <a:ext uri="{FF2B5EF4-FFF2-40B4-BE49-F238E27FC236}">
                <a16:creationId xmlns:a16="http://schemas.microsoft.com/office/drawing/2014/main" id="{48010574-E6A4-02A1-D5CC-FCFBACE3D516}"/>
              </a:ext>
            </a:extLst>
          </p:cNvPr>
          <p:cNvSpPr>
            <a:spLocks noGrp="1"/>
          </p:cNvSpPr>
          <p:nvPr>
            <p:ph type="title"/>
          </p:nvPr>
        </p:nvSpPr>
        <p:spPr/>
        <p:txBody>
          <a:bodyPr/>
          <a:lstStyle/>
          <a:p>
            <a:r>
              <a:rPr lang="en-GB" dirty="0"/>
              <a:t>Incident Response</a:t>
            </a:r>
            <a:endParaRPr lang="en-US" dirty="0"/>
          </a:p>
        </p:txBody>
      </p:sp>
      <p:sp>
        <p:nvSpPr>
          <p:cNvPr id="4" name="Slide Number Placeholder 3">
            <a:extLst>
              <a:ext uri="{FF2B5EF4-FFF2-40B4-BE49-F238E27FC236}">
                <a16:creationId xmlns:a16="http://schemas.microsoft.com/office/drawing/2014/main" id="{0EF12581-657C-9AB0-E39F-66676E650C56}"/>
              </a:ext>
            </a:extLst>
          </p:cNvPr>
          <p:cNvSpPr>
            <a:spLocks noGrp="1"/>
          </p:cNvSpPr>
          <p:nvPr>
            <p:ph type="sldNum" sz="quarter" idx="12"/>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4056909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Digital Forensics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12B</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12</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843237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6A89E-7B48-1EB1-F5DD-E05F6BBD8BC7}"/>
              </a:ext>
            </a:extLst>
          </p:cNvPr>
          <p:cNvSpPr>
            <a:spLocks noGrp="1"/>
          </p:cNvSpPr>
          <p:nvPr>
            <p:ph type="title"/>
          </p:nvPr>
        </p:nvSpPr>
        <p:spPr/>
        <p:txBody>
          <a:bodyPr/>
          <a:lstStyle/>
          <a:p>
            <a:r>
              <a:rPr lang="en-US" noProof="0" dirty="0"/>
              <a:t>Due Process and Legal Hold</a:t>
            </a:r>
          </a:p>
        </p:txBody>
      </p:sp>
      <p:sp>
        <p:nvSpPr>
          <p:cNvPr id="3" name="Content Placeholder 2">
            <a:extLst>
              <a:ext uri="{FF2B5EF4-FFF2-40B4-BE49-F238E27FC236}">
                <a16:creationId xmlns:a16="http://schemas.microsoft.com/office/drawing/2014/main" id="{6C18AFA0-82B3-D7F9-82E2-01F7D55FC278}"/>
              </a:ext>
            </a:extLst>
          </p:cNvPr>
          <p:cNvSpPr>
            <a:spLocks noGrp="1"/>
          </p:cNvSpPr>
          <p:nvPr>
            <p:ph idx="1"/>
          </p:nvPr>
        </p:nvSpPr>
        <p:spPr/>
        <p:txBody>
          <a:bodyPr>
            <a:normAutofit fontScale="85000" lnSpcReduction="20000"/>
          </a:bodyPr>
          <a:lstStyle/>
          <a:p>
            <a:r>
              <a:rPr lang="en-US" noProof="0" dirty="0"/>
              <a:t>Digital forensics</a:t>
            </a:r>
          </a:p>
          <a:p>
            <a:pPr lvl="1"/>
            <a:r>
              <a:rPr lang="en-US" noProof="0" dirty="0"/>
              <a:t>Collecting evidence from computer systems to a standard that will be accepted in a court of law</a:t>
            </a:r>
          </a:p>
          <a:p>
            <a:r>
              <a:rPr lang="en-US" noProof="0" dirty="0"/>
              <a:t>Evidence, documentation, and admissibility</a:t>
            </a:r>
          </a:p>
          <a:p>
            <a:pPr lvl="1"/>
            <a:r>
              <a:rPr lang="en-US" noProof="0" dirty="0"/>
              <a:t>Latent evidence</a:t>
            </a:r>
          </a:p>
          <a:p>
            <a:pPr lvl="1"/>
            <a:r>
              <a:rPr lang="en-US" noProof="0" dirty="0"/>
              <a:t>Collection must be documented</a:t>
            </a:r>
          </a:p>
          <a:p>
            <a:r>
              <a:rPr lang="en-US" noProof="0" dirty="0"/>
              <a:t>Due process</a:t>
            </a:r>
          </a:p>
          <a:p>
            <a:pPr lvl="1"/>
            <a:r>
              <a:rPr lang="en-US" dirty="0"/>
              <a:t>Evidence collection and analysis procedures that ensure fairness</a:t>
            </a:r>
            <a:endParaRPr lang="en-US" noProof="0" dirty="0"/>
          </a:p>
          <a:p>
            <a:r>
              <a:rPr lang="en-US" noProof="0" dirty="0"/>
              <a:t>Legal hold</a:t>
            </a:r>
          </a:p>
          <a:p>
            <a:pPr lvl="1"/>
            <a:r>
              <a:rPr lang="en-US" noProof="0" dirty="0"/>
              <a:t>Right to seize systems as evidence</a:t>
            </a:r>
          </a:p>
        </p:txBody>
      </p:sp>
      <p:sp>
        <p:nvSpPr>
          <p:cNvPr id="4" name="Slide Number Placeholder 3">
            <a:extLst>
              <a:ext uri="{FF2B5EF4-FFF2-40B4-BE49-F238E27FC236}">
                <a16:creationId xmlns:a16="http://schemas.microsoft.com/office/drawing/2014/main" id="{95457877-EEA4-BAC3-B393-DD1DF89B5FBC}"/>
              </a:ext>
            </a:extLst>
          </p:cNvPr>
          <p:cNvSpPr>
            <a:spLocks noGrp="1"/>
          </p:cNvSpPr>
          <p:nvPr>
            <p:ph type="sldNum" sz="quarter" idx="10"/>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1506105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B5EB6-A02F-91A5-63C7-5978F8D36538}"/>
              </a:ext>
            </a:extLst>
          </p:cNvPr>
          <p:cNvSpPr>
            <a:spLocks noGrp="1"/>
          </p:cNvSpPr>
          <p:nvPr>
            <p:ph type="title"/>
          </p:nvPr>
        </p:nvSpPr>
        <p:spPr/>
        <p:txBody>
          <a:bodyPr/>
          <a:lstStyle/>
          <a:p>
            <a:r>
              <a:rPr lang="en-US" noProof="0" dirty="0"/>
              <a:t>Acquisition</a:t>
            </a:r>
          </a:p>
        </p:txBody>
      </p:sp>
      <p:sp>
        <p:nvSpPr>
          <p:cNvPr id="3" name="Content Placeholder 2">
            <a:extLst>
              <a:ext uri="{FF2B5EF4-FFF2-40B4-BE49-F238E27FC236}">
                <a16:creationId xmlns:a16="http://schemas.microsoft.com/office/drawing/2014/main" id="{30BD1F1C-AB1A-FD36-E433-7D19379A64BF}"/>
              </a:ext>
            </a:extLst>
          </p:cNvPr>
          <p:cNvSpPr>
            <a:spLocks noGrp="1"/>
          </p:cNvSpPr>
          <p:nvPr>
            <p:ph idx="1"/>
          </p:nvPr>
        </p:nvSpPr>
        <p:spPr/>
        <p:txBody>
          <a:bodyPr>
            <a:normAutofit lnSpcReduction="10000"/>
          </a:bodyPr>
          <a:lstStyle/>
          <a:p>
            <a:r>
              <a:rPr lang="en-US" noProof="0" dirty="0"/>
              <a:t>Legal seizure and search of devices</a:t>
            </a:r>
          </a:p>
          <a:p>
            <a:r>
              <a:rPr lang="en-US" noProof="0" dirty="0"/>
              <a:t>Computer on/off state</a:t>
            </a:r>
          </a:p>
          <a:p>
            <a:r>
              <a:rPr lang="en-US" noProof="0" dirty="0"/>
              <a:t>Order of volatility</a:t>
            </a:r>
          </a:p>
          <a:p>
            <a:pPr lvl="1"/>
            <a:r>
              <a:rPr lang="en-US" noProof="0" dirty="0"/>
              <a:t>CPU registers, cache memory, and non-persistent system memory (RAM)</a:t>
            </a:r>
          </a:p>
          <a:p>
            <a:pPr lvl="1"/>
            <a:r>
              <a:rPr lang="en-US" noProof="0" dirty="0"/>
              <a:t>Data on persistent storage</a:t>
            </a:r>
          </a:p>
          <a:p>
            <a:pPr lvl="1"/>
            <a:r>
              <a:rPr lang="en-US" noProof="0" dirty="0"/>
              <a:t>Remote logging and monitoring data</a:t>
            </a:r>
          </a:p>
          <a:p>
            <a:pPr lvl="1"/>
            <a:r>
              <a:rPr lang="en-US" noProof="0" dirty="0"/>
              <a:t>Physical configuration and network topology</a:t>
            </a:r>
          </a:p>
          <a:p>
            <a:pPr lvl="1"/>
            <a:r>
              <a:rPr lang="en-US" noProof="0" dirty="0"/>
              <a:t>Archival media</a:t>
            </a:r>
          </a:p>
          <a:p>
            <a:endParaRPr lang="en-US" noProof="0" dirty="0"/>
          </a:p>
          <a:p>
            <a:endParaRPr lang="en-US" noProof="0" dirty="0"/>
          </a:p>
        </p:txBody>
      </p:sp>
      <p:sp>
        <p:nvSpPr>
          <p:cNvPr id="4" name="Slide Number Placeholder 3">
            <a:extLst>
              <a:ext uri="{FF2B5EF4-FFF2-40B4-BE49-F238E27FC236}">
                <a16:creationId xmlns:a16="http://schemas.microsoft.com/office/drawing/2014/main" id="{29234003-47FA-FFF9-92D1-F9B07AACD7B2}"/>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2878365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AEB00-537C-3B93-BB6E-3A44E95BB2D6}"/>
              </a:ext>
            </a:extLst>
          </p:cNvPr>
          <p:cNvSpPr>
            <a:spLocks noGrp="1"/>
          </p:cNvSpPr>
          <p:nvPr>
            <p:ph type="title"/>
          </p:nvPr>
        </p:nvSpPr>
        <p:spPr/>
        <p:txBody>
          <a:bodyPr/>
          <a:lstStyle/>
          <a:p>
            <a:r>
              <a:rPr lang="en-US" noProof="0" dirty="0"/>
              <a:t>System Memory Acquisition</a:t>
            </a:r>
          </a:p>
        </p:txBody>
      </p:sp>
      <p:sp>
        <p:nvSpPr>
          <p:cNvPr id="3" name="Content Placeholder 2">
            <a:extLst>
              <a:ext uri="{FF2B5EF4-FFF2-40B4-BE49-F238E27FC236}">
                <a16:creationId xmlns:a16="http://schemas.microsoft.com/office/drawing/2014/main" id="{A6B5B22E-D6FB-B5EC-763A-187BEDAD7C05}"/>
              </a:ext>
            </a:extLst>
          </p:cNvPr>
          <p:cNvSpPr>
            <a:spLocks noGrp="1"/>
          </p:cNvSpPr>
          <p:nvPr>
            <p:ph idx="1"/>
          </p:nvPr>
        </p:nvSpPr>
        <p:spPr/>
        <p:txBody>
          <a:bodyPr>
            <a:normAutofit/>
          </a:bodyPr>
          <a:lstStyle/>
          <a:p>
            <a:r>
              <a:rPr lang="en-US" noProof="0" dirty="0"/>
              <a:t>Evidence recovery from non-persistent memory</a:t>
            </a:r>
          </a:p>
          <a:p>
            <a:pPr lvl="1"/>
            <a:r>
              <a:rPr lang="en-US" noProof="0" dirty="0"/>
              <a:t>Contents of temporary file systems, registry data, network connections, cryptographic keys, …</a:t>
            </a:r>
          </a:p>
          <a:p>
            <a:r>
              <a:rPr lang="en-US" noProof="0" dirty="0"/>
              <a:t>Live acquisition</a:t>
            </a:r>
          </a:p>
          <a:p>
            <a:pPr lvl="1"/>
            <a:r>
              <a:rPr lang="en-US" noProof="0" dirty="0"/>
              <a:t>Pre-install kernel driver</a:t>
            </a:r>
          </a:p>
          <a:p>
            <a:endParaRPr lang="en-US" noProof="0" dirty="0"/>
          </a:p>
        </p:txBody>
      </p:sp>
      <p:pic>
        <p:nvPicPr>
          <p:cNvPr id="6" name="Picture 2" descr="A memory dump lists the offset (V), name, P I D, P P I D, Thds, Hnds, Sess, Wow64, start, and exit. One of the entries of the list is highlighted.">
            <a:extLst>
              <a:ext uri="{FF2B5EF4-FFF2-40B4-BE49-F238E27FC236}">
                <a16:creationId xmlns:a16="http://schemas.microsoft.com/office/drawing/2014/main" id="{BF036A28-787E-CD23-4110-B7A48CFB047C}"/>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a:xfrm>
            <a:off x="4637088" y="1144595"/>
            <a:ext cx="4379912" cy="3085221"/>
          </a:xfrm>
        </p:spPr>
      </p:pic>
      <p:sp>
        <p:nvSpPr>
          <p:cNvPr id="5" name="Slide Number Placeholder 4">
            <a:extLst>
              <a:ext uri="{FF2B5EF4-FFF2-40B4-BE49-F238E27FC236}">
                <a16:creationId xmlns:a16="http://schemas.microsoft.com/office/drawing/2014/main" id="{553D959D-8E14-EA93-2E5A-D453D5929D36}"/>
              </a:ext>
            </a:extLst>
          </p:cNvPr>
          <p:cNvSpPr>
            <a:spLocks noGrp="1"/>
          </p:cNvSpPr>
          <p:nvPr>
            <p:ph type="sldNum" sz="quarter" idx="13"/>
          </p:nvPr>
        </p:nvSpPr>
        <p:spPr/>
        <p:txBody>
          <a:bodyPr/>
          <a:lstStyle/>
          <a:p>
            <a:fld id="{B7CF8A19-3A9E-4ABC-B336-2FDDE321C72D}" type="slidenum">
              <a:rPr lang="en-US" smtClean="0"/>
              <a:pPr/>
              <a:t>18</a:t>
            </a:fld>
            <a:endParaRPr lang="en-US"/>
          </a:p>
        </p:txBody>
      </p:sp>
      <p:sp>
        <p:nvSpPr>
          <p:cNvPr id="7" name="TextBox 6">
            <a:extLst>
              <a:ext uri="{FF2B5EF4-FFF2-40B4-BE49-F238E27FC236}">
                <a16:creationId xmlns:a16="http://schemas.microsoft.com/office/drawing/2014/main" id="{B3DFEE94-0175-6165-AA5E-367C3F7024A3}"/>
              </a:ext>
            </a:extLst>
          </p:cNvPr>
          <p:cNvSpPr txBox="1"/>
          <p:nvPr/>
        </p:nvSpPr>
        <p:spPr>
          <a:xfrm>
            <a:off x="6101625" y="4229816"/>
            <a:ext cx="3121367" cy="230832"/>
          </a:xfrm>
          <a:prstGeom prst="rect">
            <a:avLst/>
          </a:prstGeom>
          <a:noFill/>
        </p:spPr>
        <p:txBody>
          <a:bodyPr wrap="none" rtlCol="0">
            <a:spAutoFit/>
          </a:bodyPr>
          <a:lstStyle/>
          <a:p>
            <a:pPr algn="just"/>
            <a:r>
              <a:rPr lang="en-US" sz="900" i="1" dirty="0">
                <a:solidFill>
                  <a:srgbClr val="45545F"/>
                </a:solidFill>
              </a:rPr>
              <a:t>Screenshot: Volatility Framework volatilityfoundation.org.)</a:t>
            </a:r>
          </a:p>
        </p:txBody>
      </p:sp>
    </p:spTree>
    <p:extLst>
      <p:ext uri="{BB962C8B-B14F-4D97-AF65-F5344CB8AC3E}">
        <p14:creationId xmlns:p14="http://schemas.microsoft.com/office/powerpoint/2010/main" val="1809496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9048E-97B2-3AA5-9172-8F036314FEAC}"/>
              </a:ext>
            </a:extLst>
          </p:cNvPr>
          <p:cNvSpPr>
            <a:spLocks noGrp="1"/>
          </p:cNvSpPr>
          <p:nvPr>
            <p:ph type="title"/>
          </p:nvPr>
        </p:nvSpPr>
        <p:spPr/>
        <p:txBody>
          <a:bodyPr/>
          <a:lstStyle/>
          <a:p>
            <a:r>
              <a:rPr lang="en-US" noProof="0" dirty="0"/>
              <a:t>Disk Image Acquisition</a:t>
            </a:r>
          </a:p>
        </p:txBody>
      </p:sp>
      <p:pic>
        <p:nvPicPr>
          <p:cNvPr id="6" name="Content Placeholder 3" descr="A Screengrab shows few lines of code using dcfldd.">
            <a:extLst>
              <a:ext uri="{FF2B5EF4-FFF2-40B4-BE49-F238E27FC236}">
                <a16:creationId xmlns:a16="http://schemas.microsoft.com/office/drawing/2014/main" id="{B38C8852-B8EF-8265-6D79-8CF0A7D5AA0C}"/>
              </a:ext>
            </a:extLst>
          </p:cNvPr>
          <p:cNvPicPr>
            <a:picLocks noGrp="1" noChangeAspect="1"/>
          </p:cNvPicPr>
          <p:nvPr>
            <p:ph idx="1"/>
          </p:nvPr>
        </p:nvPicPr>
        <p:blipFill>
          <a:blip r:embed="rId3"/>
          <a:stretch>
            <a:fillRect/>
          </a:stretch>
        </p:blipFill>
        <p:spPr>
          <a:xfrm>
            <a:off x="146050" y="2172307"/>
            <a:ext cx="4354513" cy="1194173"/>
          </a:xfrm>
        </p:spPr>
      </p:pic>
      <p:sp>
        <p:nvSpPr>
          <p:cNvPr id="4" name="Content Placeholder 3">
            <a:extLst>
              <a:ext uri="{FF2B5EF4-FFF2-40B4-BE49-F238E27FC236}">
                <a16:creationId xmlns:a16="http://schemas.microsoft.com/office/drawing/2014/main" id="{92B1BAFC-ABC6-AA63-FD53-FF9569D95CE0}"/>
              </a:ext>
            </a:extLst>
          </p:cNvPr>
          <p:cNvSpPr>
            <a:spLocks noGrp="1"/>
          </p:cNvSpPr>
          <p:nvPr>
            <p:ph idx="12"/>
          </p:nvPr>
        </p:nvSpPr>
        <p:spPr/>
        <p:txBody>
          <a:bodyPr>
            <a:normAutofit fontScale="92500" lnSpcReduction="20000"/>
          </a:bodyPr>
          <a:lstStyle/>
          <a:p>
            <a:r>
              <a:rPr lang="en-US" noProof="0" dirty="0"/>
              <a:t>Non-volatile storage media and devices</a:t>
            </a:r>
          </a:p>
          <a:p>
            <a:r>
              <a:rPr lang="en-US" noProof="0" dirty="0"/>
              <a:t>Acquisition types</a:t>
            </a:r>
          </a:p>
          <a:p>
            <a:pPr lvl="1"/>
            <a:r>
              <a:rPr lang="en-US" noProof="0" dirty="0"/>
              <a:t>Live acquisition</a:t>
            </a:r>
          </a:p>
          <a:p>
            <a:pPr lvl="1"/>
            <a:r>
              <a:rPr lang="en-US" noProof="0" dirty="0"/>
              <a:t>Static acquisition by shutting down the host</a:t>
            </a:r>
          </a:p>
          <a:p>
            <a:pPr lvl="1"/>
            <a:r>
              <a:rPr lang="en-US" noProof="0" dirty="0"/>
              <a:t>Static acquisition by pulling the plug</a:t>
            </a:r>
          </a:p>
          <a:p>
            <a:r>
              <a:rPr lang="en-US" noProof="0" dirty="0"/>
              <a:t>Imaging utilities</a:t>
            </a:r>
          </a:p>
          <a:p>
            <a:pPr lvl="1"/>
            <a:r>
              <a:rPr lang="en-US" noProof="0" dirty="0"/>
              <a:t>Forensic software suites and file formats</a:t>
            </a:r>
          </a:p>
        </p:txBody>
      </p:sp>
      <p:sp>
        <p:nvSpPr>
          <p:cNvPr id="5" name="Slide Number Placeholder 4">
            <a:extLst>
              <a:ext uri="{FF2B5EF4-FFF2-40B4-BE49-F238E27FC236}">
                <a16:creationId xmlns:a16="http://schemas.microsoft.com/office/drawing/2014/main" id="{99EB8B87-326F-AED4-7274-AD8166B5FFB6}"/>
              </a:ext>
            </a:extLst>
          </p:cNvPr>
          <p:cNvSpPr>
            <a:spLocks noGrp="1"/>
          </p:cNvSpPr>
          <p:nvPr>
            <p:ph type="sldNum" sz="quarter" idx="13"/>
          </p:nvPr>
        </p:nvSpPr>
        <p:spPr/>
        <p:txBody>
          <a:bodyPr/>
          <a:lstStyle/>
          <a:p>
            <a:fld id="{B7CF8A19-3A9E-4ABC-B336-2FDDE321C72D}" type="slidenum">
              <a:rPr lang="en-US" smtClean="0"/>
              <a:pPr/>
              <a:t>19</a:t>
            </a:fld>
            <a:endParaRPr lang="en-US"/>
          </a:p>
        </p:txBody>
      </p:sp>
      <p:sp>
        <p:nvSpPr>
          <p:cNvPr id="7" name="TextBox 6">
            <a:extLst>
              <a:ext uri="{FF2B5EF4-FFF2-40B4-BE49-F238E27FC236}">
                <a16:creationId xmlns:a16="http://schemas.microsoft.com/office/drawing/2014/main" id="{2BC88592-BFA2-DF0A-1D26-DAD0019D5263}"/>
              </a:ext>
            </a:extLst>
          </p:cNvPr>
          <p:cNvSpPr txBox="1"/>
          <p:nvPr/>
        </p:nvSpPr>
        <p:spPr>
          <a:xfrm>
            <a:off x="23019" y="3366480"/>
            <a:ext cx="4600574" cy="3693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Using </a:t>
            </a:r>
            <a:r>
              <a:rPr lang="en-US" sz="900" b="0" i="1" dirty="0" err="1">
                <a:solidFill>
                  <a:schemeClr val="accent4">
                    <a:lumMod val="50000"/>
                  </a:schemeClr>
                </a:solidFill>
                <a:effectLst/>
                <a:latin typeface="Open Sans" panose="020B0606030504020204" pitchFamily="34" charset="0"/>
              </a:rPr>
              <a:t>dcfldd</a:t>
            </a:r>
            <a:r>
              <a:rPr lang="en-US" sz="900" b="0" i="1" dirty="0">
                <a:solidFill>
                  <a:schemeClr val="accent4">
                    <a:lumMod val="50000"/>
                  </a:schemeClr>
                </a:solidFill>
                <a:effectLst/>
                <a:latin typeface="Open Sans" panose="020B0606030504020204" pitchFamily="34" charset="0"/>
              </a:rPr>
              <a:t> (a version of dd with additional forensics functionality created by the DoD) and generating a hash of the source-disk data (</a:t>
            </a:r>
            <a:r>
              <a:rPr lang="en-US" sz="900" b="0" i="1" dirty="0" err="1">
                <a:solidFill>
                  <a:schemeClr val="accent4">
                    <a:lumMod val="50000"/>
                  </a:schemeClr>
                </a:solidFill>
                <a:effectLst/>
                <a:latin typeface="Open Sans" panose="020B0606030504020204" pitchFamily="34" charset="0"/>
              </a:rPr>
              <a:t>sda</a:t>
            </a:r>
            <a:r>
              <a:rPr lang="en-US" sz="900" b="0" i="1" dirty="0">
                <a:solidFill>
                  <a:schemeClr val="accent4">
                    <a:lumMod val="50000"/>
                  </a:schemeClr>
                </a:solidFill>
                <a:effectLst/>
                <a:latin typeface="Open Sans" panose="020B0606030504020204" pitchFamily="34" charset="0"/>
              </a:rPr>
              <a:t>).</a:t>
            </a:r>
            <a:endParaRPr lang="en-US" sz="900" dirty="0">
              <a:solidFill>
                <a:schemeClr val="accent4">
                  <a:lumMod val="50000"/>
                </a:schemeClr>
              </a:solidFill>
            </a:endParaRPr>
          </a:p>
        </p:txBody>
      </p:sp>
    </p:spTree>
    <p:extLst>
      <p:ext uri="{BB962C8B-B14F-4D97-AF65-F5344CB8AC3E}">
        <p14:creationId xmlns:p14="http://schemas.microsoft.com/office/powerpoint/2010/main" val="3183680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AE88-FC68-0D11-440C-5822B0E257D5}"/>
              </a:ext>
            </a:extLst>
          </p:cNvPr>
          <p:cNvSpPr>
            <a:spLocks noGrp="1"/>
          </p:cNvSpPr>
          <p:nvPr>
            <p:ph type="title"/>
          </p:nvPr>
        </p:nvSpPr>
        <p:spPr/>
        <p:txBody>
          <a:bodyPr/>
          <a:lstStyle/>
          <a:p>
            <a:r>
              <a:rPr lang="en-US" noProof="0" dirty="0"/>
              <a:t>Preservation</a:t>
            </a:r>
          </a:p>
        </p:txBody>
      </p:sp>
      <p:sp>
        <p:nvSpPr>
          <p:cNvPr id="3" name="Content Placeholder 2">
            <a:extLst>
              <a:ext uri="{FF2B5EF4-FFF2-40B4-BE49-F238E27FC236}">
                <a16:creationId xmlns:a16="http://schemas.microsoft.com/office/drawing/2014/main" id="{8470BAC3-7796-E065-D07C-264D02C5808A}"/>
              </a:ext>
            </a:extLst>
          </p:cNvPr>
          <p:cNvSpPr>
            <a:spLocks noGrp="1"/>
          </p:cNvSpPr>
          <p:nvPr>
            <p:ph idx="1"/>
          </p:nvPr>
        </p:nvSpPr>
        <p:spPr>
          <a:xfrm>
            <a:off x="146050" y="746759"/>
            <a:ext cx="8870950" cy="4337605"/>
          </a:xfrm>
        </p:spPr>
        <p:txBody>
          <a:bodyPr>
            <a:normAutofit fontScale="77500" lnSpcReduction="20000"/>
          </a:bodyPr>
          <a:lstStyle/>
          <a:p>
            <a:r>
              <a:rPr lang="en-US" noProof="0" dirty="0"/>
              <a:t>Timeline and provenance</a:t>
            </a:r>
          </a:p>
          <a:p>
            <a:pPr lvl="1"/>
            <a:r>
              <a:rPr lang="en-US" noProof="0" dirty="0"/>
              <a:t>Record process of evidence acquisition</a:t>
            </a:r>
          </a:p>
          <a:p>
            <a:pPr lvl="1"/>
            <a:r>
              <a:rPr lang="en-US" noProof="0" dirty="0"/>
              <a:t>Use a write blocker</a:t>
            </a:r>
          </a:p>
          <a:p>
            <a:r>
              <a:rPr lang="en-US" noProof="0" dirty="0"/>
              <a:t>Evidence integrity and non-repudiation</a:t>
            </a:r>
          </a:p>
          <a:p>
            <a:pPr lvl="1"/>
            <a:r>
              <a:rPr lang="en-US" noProof="0" dirty="0"/>
              <a:t>Cryptographic hashing and checksums</a:t>
            </a:r>
          </a:p>
          <a:p>
            <a:pPr lvl="1"/>
            <a:r>
              <a:rPr lang="en-US" noProof="0" dirty="0"/>
              <a:t>Take hashes of source device, reference image, and copy of image for analysis</a:t>
            </a:r>
          </a:p>
          <a:p>
            <a:r>
              <a:rPr lang="en-US" noProof="0" dirty="0"/>
              <a:t>Chain of custody</a:t>
            </a:r>
          </a:p>
          <a:p>
            <a:pPr lvl="1"/>
            <a:r>
              <a:rPr lang="en-US" noProof="0" dirty="0"/>
              <a:t>Integrity and proper handling of evidence from collection, to analysis, to storage, and finally to presentation</a:t>
            </a:r>
          </a:p>
          <a:p>
            <a:pPr lvl="1"/>
            <a:r>
              <a:rPr lang="en-US" noProof="0" dirty="0"/>
              <a:t>Secure tamper-evident bagging</a:t>
            </a:r>
          </a:p>
          <a:p>
            <a:pPr lvl="1"/>
            <a:r>
              <a:rPr lang="en-US" noProof="0" dirty="0"/>
              <a:t>Secure storage facility and protection against environmental </a:t>
            </a:r>
            <a:r>
              <a:rPr lang="en-US" dirty="0"/>
              <a:t>hazards</a:t>
            </a:r>
            <a:endParaRPr lang="en-US" noProof="0" dirty="0"/>
          </a:p>
          <a:p>
            <a:endParaRPr lang="en-US" noProof="0" dirty="0"/>
          </a:p>
          <a:p>
            <a:endParaRPr lang="en-US" noProof="0" dirty="0"/>
          </a:p>
        </p:txBody>
      </p:sp>
      <p:sp>
        <p:nvSpPr>
          <p:cNvPr id="4" name="Slide Number Placeholder 3">
            <a:extLst>
              <a:ext uri="{FF2B5EF4-FFF2-40B4-BE49-F238E27FC236}">
                <a16:creationId xmlns:a16="http://schemas.microsoft.com/office/drawing/2014/main" id="{F8C4A5E5-DD70-0964-BA77-1A1BB7C8D270}"/>
              </a:ext>
            </a:extLst>
          </p:cNvPr>
          <p:cNvSpPr>
            <a:spLocks noGrp="1"/>
          </p:cNvSpPr>
          <p:nvPr>
            <p:ph type="sldNum" sz="quarter" idx="10"/>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3408326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C2481-1E16-D144-940C-169A5D33F860}"/>
              </a:ext>
            </a:extLst>
          </p:cNvPr>
          <p:cNvSpPr>
            <a:spLocks noGrp="1"/>
          </p:cNvSpPr>
          <p:nvPr>
            <p:ph type="title"/>
          </p:nvPr>
        </p:nvSpPr>
        <p:spPr/>
        <p:txBody>
          <a:bodyPr/>
          <a:lstStyle/>
          <a:p>
            <a:r>
              <a:rPr lang="en-US" noProof="0" dirty="0"/>
              <a:t>Reporting</a:t>
            </a:r>
          </a:p>
        </p:txBody>
      </p:sp>
      <p:sp>
        <p:nvSpPr>
          <p:cNvPr id="3" name="Content Placeholder 2">
            <a:extLst>
              <a:ext uri="{FF2B5EF4-FFF2-40B4-BE49-F238E27FC236}">
                <a16:creationId xmlns:a16="http://schemas.microsoft.com/office/drawing/2014/main" id="{23D548DD-BC95-BF7B-9BEC-DE1523B25EF6}"/>
              </a:ext>
            </a:extLst>
          </p:cNvPr>
          <p:cNvSpPr>
            <a:spLocks noGrp="1"/>
          </p:cNvSpPr>
          <p:nvPr>
            <p:ph idx="1"/>
          </p:nvPr>
        </p:nvSpPr>
        <p:spPr/>
        <p:txBody>
          <a:bodyPr>
            <a:normAutofit fontScale="62500" lnSpcReduction="20000"/>
          </a:bodyPr>
          <a:lstStyle/>
          <a:p>
            <a:r>
              <a:rPr lang="en-US" noProof="0" dirty="0"/>
              <a:t>Summarizes contents of the digital data</a:t>
            </a:r>
          </a:p>
          <a:p>
            <a:r>
              <a:rPr lang="en-US" noProof="0" dirty="0"/>
              <a:t>Conclusions from the investigator's analysis</a:t>
            </a:r>
          </a:p>
          <a:p>
            <a:r>
              <a:rPr lang="en-US" noProof="0" dirty="0"/>
              <a:t>Professional ethics</a:t>
            </a:r>
          </a:p>
          <a:p>
            <a:pPr lvl="1"/>
            <a:r>
              <a:rPr lang="en-US" noProof="0" dirty="0"/>
              <a:t>Analysis must be performed without bias</a:t>
            </a:r>
          </a:p>
          <a:p>
            <a:pPr lvl="1"/>
            <a:r>
              <a:rPr lang="en-US" noProof="0" dirty="0"/>
              <a:t>Analysis methods must be repeatable </a:t>
            </a:r>
          </a:p>
          <a:p>
            <a:pPr lvl="1"/>
            <a:r>
              <a:rPr lang="en-US" noProof="0" dirty="0"/>
              <a:t>Evidence must not be changed or manipulated</a:t>
            </a:r>
          </a:p>
          <a:p>
            <a:r>
              <a:rPr lang="en-US" noProof="0" dirty="0"/>
              <a:t>E-discovery</a:t>
            </a:r>
          </a:p>
          <a:p>
            <a:pPr lvl="1"/>
            <a:r>
              <a:rPr lang="en-US" noProof="0" dirty="0"/>
              <a:t>Electronically Stored Information (ESI)</a:t>
            </a:r>
          </a:p>
          <a:p>
            <a:pPr lvl="1"/>
            <a:r>
              <a:rPr lang="en-US" noProof="0" dirty="0"/>
              <a:t>Identify and de-duplicate files and metadata and facilitate search and tagging</a:t>
            </a:r>
          </a:p>
          <a:p>
            <a:pPr lvl="1"/>
            <a:r>
              <a:rPr lang="en-US" noProof="0" dirty="0"/>
              <a:t>Protect access and make tamper-evident</a:t>
            </a:r>
          </a:p>
          <a:p>
            <a:pPr lvl="1"/>
            <a:r>
              <a:rPr lang="en-US" noProof="0" dirty="0"/>
              <a:t>Facilitate disclosure </a:t>
            </a:r>
          </a:p>
          <a:p>
            <a:pPr lvl="1"/>
            <a:endParaRPr lang="en-US" noProof="0" dirty="0"/>
          </a:p>
          <a:p>
            <a:endParaRPr lang="en-US" noProof="0" dirty="0"/>
          </a:p>
        </p:txBody>
      </p:sp>
      <p:sp>
        <p:nvSpPr>
          <p:cNvPr id="4" name="Slide Number Placeholder 3">
            <a:extLst>
              <a:ext uri="{FF2B5EF4-FFF2-40B4-BE49-F238E27FC236}">
                <a16:creationId xmlns:a16="http://schemas.microsoft.com/office/drawing/2014/main" id="{B234C177-3CA5-82FD-93D0-B67A7F2D3371}"/>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1780367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B775B0-778C-D33D-AD2B-E27CF50824D8}"/>
              </a:ext>
            </a:extLst>
          </p:cNvPr>
          <p:cNvSpPr>
            <a:spLocks noGrp="1"/>
          </p:cNvSpPr>
          <p:nvPr>
            <p:ph sz="quarter" idx="11"/>
          </p:nvPr>
        </p:nvSpPr>
        <p:spPr/>
        <p:txBody>
          <a:bodyPr>
            <a:normAutofit fontScale="85000" lnSpcReduction="20000"/>
          </a:bodyPr>
          <a:lstStyle/>
          <a:p>
            <a:r>
              <a:rPr lang="en-US" dirty="0"/>
              <a:t>Due process and legal hold</a:t>
            </a:r>
          </a:p>
          <a:p>
            <a:r>
              <a:rPr lang="en-US" dirty="0"/>
              <a:t>Acquisition</a:t>
            </a:r>
          </a:p>
          <a:p>
            <a:pPr lvl="1"/>
            <a:r>
              <a:rPr lang="en-US" dirty="0"/>
              <a:t>Order of volatility</a:t>
            </a:r>
          </a:p>
          <a:p>
            <a:r>
              <a:rPr lang="en-US" dirty="0"/>
              <a:t>System memory acquisition</a:t>
            </a:r>
          </a:p>
          <a:p>
            <a:r>
              <a:rPr lang="en-US" dirty="0"/>
              <a:t>Disk image acquisition</a:t>
            </a:r>
          </a:p>
          <a:p>
            <a:r>
              <a:rPr lang="en-US" dirty="0"/>
              <a:t>Preservation</a:t>
            </a:r>
          </a:p>
          <a:p>
            <a:pPr lvl="1"/>
            <a:r>
              <a:rPr lang="en-US" dirty="0"/>
              <a:t>Evidence integrity, reference hash, chain of custody</a:t>
            </a:r>
          </a:p>
          <a:p>
            <a:r>
              <a:rPr lang="en-US" dirty="0"/>
              <a:t>Reporting</a:t>
            </a:r>
          </a:p>
          <a:p>
            <a:pPr lvl="1"/>
            <a:r>
              <a:rPr lang="en-US" dirty="0"/>
              <a:t>E-discovery</a:t>
            </a:r>
          </a:p>
        </p:txBody>
      </p:sp>
      <p:sp>
        <p:nvSpPr>
          <p:cNvPr id="3" name="Title 2">
            <a:extLst>
              <a:ext uri="{FF2B5EF4-FFF2-40B4-BE49-F238E27FC236}">
                <a16:creationId xmlns:a16="http://schemas.microsoft.com/office/drawing/2014/main" id="{E4B4E413-6D66-4797-0C2F-A987B2BAC3E8}"/>
              </a:ext>
            </a:extLst>
          </p:cNvPr>
          <p:cNvSpPr>
            <a:spLocks noGrp="1"/>
          </p:cNvSpPr>
          <p:nvPr>
            <p:ph type="title"/>
          </p:nvPr>
        </p:nvSpPr>
        <p:spPr/>
        <p:txBody>
          <a:bodyPr/>
          <a:lstStyle/>
          <a:p>
            <a:r>
              <a:rPr lang="en-GB" dirty="0"/>
              <a:t>Digital Forensics</a:t>
            </a:r>
            <a:endParaRPr lang="en-US" dirty="0"/>
          </a:p>
        </p:txBody>
      </p:sp>
      <p:sp>
        <p:nvSpPr>
          <p:cNvPr id="4" name="Slide Number Placeholder 3">
            <a:extLst>
              <a:ext uri="{FF2B5EF4-FFF2-40B4-BE49-F238E27FC236}">
                <a16:creationId xmlns:a16="http://schemas.microsoft.com/office/drawing/2014/main" id="{46A4711F-A55F-6D88-E9B0-50C1D29BEB53}"/>
              </a:ext>
            </a:extLst>
          </p:cNvPr>
          <p:cNvSpPr>
            <a:spLocks noGrp="1"/>
          </p:cNvSpPr>
          <p:nvPr>
            <p:ph type="sldNum" sz="quarter" idx="12"/>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3983283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Data Sources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12C</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12</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3733370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82351-79C2-FC96-48BC-387A984A6E59}"/>
              </a:ext>
            </a:extLst>
          </p:cNvPr>
          <p:cNvSpPr>
            <a:spLocks noGrp="1"/>
          </p:cNvSpPr>
          <p:nvPr>
            <p:ph type="title"/>
          </p:nvPr>
        </p:nvSpPr>
        <p:spPr/>
        <p:txBody>
          <a:bodyPr/>
          <a:lstStyle/>
          <a:p>
            <a:r>
              <a:rPr lang="en-US" noProof="0" dirty="0"/>
              <a:t>Data Sources, Dashboards, and Reports (1)</a:t>
            </a:r>
          </a:p>
        </p:txBody>
      </p:sp>
      <p:sp>
        <p:nvSpPr>
          <p:cNvPr id="8" name="Content Placeholder 7">
            <a:extLst>
              <a:ext uri="{FF2B5EF4-FFF2-40B4-BE49-F238E27FC236}">
                <a16:creationId xmlns:a16="http://schemas.microsoft.com/office/drawing/2014/main" id="{8387A16B-E0D0-CC1E-4ED7-8DFF3E801DAF}"/>
              </a:ext>
            </a:extLst>
          </p:cNvPr>
          <p:cNvSpPr>
            <a:spLocks noGrp="1"/>
          </p:cNvSpPr>
          <p:nvPr>
            <p:ph idx="1"/>
          </p:nvPr>
        </p:nvSpPr>
        <p:spPr/>
        <p:txBody>
          <a:bodyPr>
            <a:normAutofit fontScale="92500"/>
          </a:bodyPr>
          <a:lstStyle/>
          <a:p>
            <a:r>
              <a:rPr lang="en-US" noProof="0" dirty="0"/>
              <a:t>System memory and media device file system data and metadata</a:t>
            </a:r>
          </a:p>
          <a:p>
            <a:r>
              <a:rPr lang="en-US" noProof="0" dirty="0"/>
              <a:t>Log files generated by network appliances</a:t>
            </a:r>
          </a:p>
          <a:p>
            <a:r>
              <a:rPr lang="en-US" noProof="0" dirty="0"/>
              <a:t>Network traffic captured by sensors and/or intrusion detection systems</a:t>
            </a:r>
          </a:p>
          <a:p>
            <a:r>
              <a:rPr lang="en-US" noProof="0" dirty="0"/>
              <a:t>Log files and alerts generated by network-based vulnerability scanners</a:t>
            </a:r>
          </a:p>
          <a:p>
            <a:r>
              <a:rPr lang="en-US" noProof="0" dirty="0"/>
              <a:t>Log files generated by the OS components of client and server hosts</a:t>
            </a:r>
          </a:p>
          <a:p>
            <a:r>
              <a:rPr lang="en-US" noProof="0" dirty="0"/>
              <a:t>Log files generated by applications and services running on hosts</a:t>
            </a:r>
          </a:p>
          <a:p>
            <a:r>
              <a:rPr lang="en-US" noProof="0" dirty="0"/>
              <a:t>Log files and alerts generated by endpoint security software installed on hosts</a:t>
            </a:r>
          </a:p>
        </p:txBody>
      </p:sp>
      <p:sp>
        <p:nvSpPr>
          <p:cNvPr id="5" name="Slide Number Placeholder 4">
            <a:extLst>
              <a:ext uri="{FF2B5EF4-FFF2-40B4-BE49-F238E27FC236}">
                <a16:creationId xmlns:a16="http://schemas.microsoft.com/office/drawing/2014/main" id="{366029D8-7392-23D8-864A-5A3463F2597E}"/>
              </a:ext>
            </a:extLst>
          </p:cNvPr>
          <p:cNvSpPr>
            <a:spLocks noGrp="1"/>
          </p:cNvSpPr>
          <p:nvPr>
            <p:ph type="sldNum" sz="quarter" idx="10"/>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1357474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82351-79C2-FC96-48BC-387A984A6E59}"/>
              </a:ext>
            </a:extLst>
          </p:cNvPr>
          <p:cNvSpPr>
            <a:spLocks noGrp="1"/>
          </p:cNvSpPr>
          <p:nvPr>
            <p:ph type="title"/>
          </p:nvPr>
        </p:nvSpPr>
        <p:spPr/>
        <p:txBody>
          <a:bodyPr/>
          <a:lstStyle/>
          <a:p>
            <a:r>
              <a:rPr lang="en-US" noProof="0" dirty="0"/>
              <a:t>Data Sources, Dashboards, and Reports (2)</a:t>
            </a:r>
          </a:p>
        </p:txBody>
      </p:sp>
      <p:sp>
        <p:nvSpPr>
          <p:cNvPr id="4" name="Content Placeholder 3">
            <a:extLst>
              <a:ext uri="{FF2B5EF4-FFF2-40B4-BE49-F238E27FC236}">
                <a16:creationId xmlns:a16="http://schemas.microsoft.com/office/drawing/2014/main" id="{73C9117D-17D1-F957-A2AB-7EBCF16119B9}"/>
              </a:ext>
            </a:extLst>
          </p:cNvPr>
          <p:cNvSpPr>
            <a:spLocks noGrp="1"/>
          </p:cNvSpPr>
          <p:nvPr>
            <p:ph idx="12"/>
          </p:nvPr>
        </p:nvSpPr>
        <p:spPr/>
        <p:txBody>
          <a:bodyPr>
            <a:normAutofit fontScale="92500" lnSpcReduction="20000"/>
          </a:bodyPr>
          <a:lstStyle/>
          <a:p>
            <a:r>
              <a:rPr lang="en-US" noProof="0" dirty="0"/>
              <a:t>Analyst dashboard</a:t>
            </a:r>
          </a:p>
          <a:p>
            <a:pPr lvl="1"/>
            <a:r>
              <a:rPr lang="en-US" noProof="0" dirty="0"/>
              <a:t>Console of alerts that require prioritization and investigation</a:t>
            </a:r>
          </a:p>
          <a:p>
            <a:r>
              <a:rPr lang="en-US" noProof="0" dirty="0"/>
              <a:t>Manager dashboard</a:t>
            </a:r>
          </a:p>
          <a:p>
            <a:pPr lvl="1"/>
            <a:r>
              <a:rPr lang="en-US" noProof="0" dirty="0"/>
              <a:t>Overall status indicators</a:t>
            </a:r>
          </a:p>
          <a:p>
            <a:r>
              <a:rPr lang="en-US" noProof="0" dirty="0"/>
              <a:t>Automated reports</a:t>
            </a:r>
          </a:p>
          <a:p>
            <a:pPr lvl="1"/>
            <a:r>
              <a:rPr lang="en-US" noProof="0" dirty="0"/>
              <a:t>Alerts and alarms</a:t>
            </a:r>
          </a:p>
          <a:p>
            <a:pPr lvl="1"/>
            <a:r>
              <a:rPr lang="en-US" noProof="0" dirty="0"/>
              <a:t>Status reports for response team, business managers, business owners, and compliance</a:t>
            </a:r>
          </a:p>
          <a:p>
            <a:endParaRPr lang="en-US" noProof="0" dirty="0"/>
          </a:p>
          <a:p>
            <a:endParaRPr lang="en-US" noProof="0" dirty="0"/>
          </a:p>
        </p:txBody>
      </p:sp>
      <p:sp>
        <p:nvSpPr>
          <p:cNvPr id="5" name="Slide Number Placeholder 4">
            <a:extLst>
              <a:ext uri="{FF2B5EF4-FFF2-40B4-BE49-F238E27FC236}">
                <a16:creationId xmlns:a16="http://schemas.microsoft.com/office/drawing/2014/main" id="{366029D8-7392-23D8-864A-5A3463F2597E}"/>
              </a:ext>
            </a:extLst>
          </p:cNvPr>
          <p:cNvSpPr>
            <a:spLocks noGrp="1"/>
          </p:cNvSpPr>
          <p:nvPr>
            <p:ph type="sldNum" sz="quarter" idx="13"/>
          </p:nvPr>
        </p:nvSpPr>
        <p:spPr/>
        <p:txBody>
          <a:bodyPr/>
          <a:lstStyle/>
          <a:p>
            <a:fld id="{B7CF8A19-3A9E-4ABC-B336-2FDDE321C72D}" type="slidenum">
              <a:rPr lang="en-US" smtClean="0"/>
              <a:pPr/>
              <a:t>25</a:t>
            </a:fld>
            <a:endParaRPr lang="en-US"/>
          </a:p>
        </p:txBody>
      </p:sp>
      <p:sp>
        <p:nvSpPr>
          <p:cNvPr id="7" name="TextBox 6">
            <a:extLst>
              <a:ext uri="{FF2B5EF4-FFF2-40B4-BE49-F238E27FC236}">
                <a16:creationId xmlns:a16="http://schemas.microsoft.com/office/drawing/2014/main" id="{8F84E5A4-BCCD-0980-F8DD-0F7F4D13B10F}"/>
              </a:ext>
            </a:extLst>
          </p:cNvPr>
          <p:cNvSpPr txBox="1"/>
          <p:nvPr/>
        </p:nvSpPr>
        <p:spPr>
          <a:xfrm>
            <a:off x="773041" y="4182597"/>
            <a:ext cx="3100529" cy="230832"/>
          </a:xfrm>
          <a:prstGeom prst="rect">
            <a:avLst/>
          </a:prstGeom>
          <a:noFill/>
        </p:spPr>
        <p:txBody>
          <a:bodyPr wrap="none" rtlCol="0">
            <a:spAutoFit/>
          </a:bodyPr>
          <a:lstStyle/>
          <a:p>
            <a:pPr algn="just"/>
            <a:r>
              <a:rPr lang="en-GB" sz="900" i="1" dirty="0">
                <a:solidFill>
                  <a:srgbClr val="45545F"/>
                </a:solidFill>
              </a:rPr>
              <a:t>Screenshot courtesy of Security Onion (securityonion.net.)</a:t>
            </a:r>
            <a:endParaRPr lang="en-US" sz="900" i="1" dirty="0">
              <a:solidFill>
                <a:srgbClr val="45545F"/>
              </a:solidFill>
            </a:endParaRPr>
          </a:p>
        </p:txBody>
      </p:sp>
      <p:pic>
        <p:nvPicPr>
          <p:cNvPr id="25602" name="Picture 2" descr="A security onion webpage shows a dashboard.">
            <a:extLst>
              <a:ext uri="{FF2B5EF4-FFF2-40B4-BE49-F238E27FC236}">
                <a16:creationId xmlns:a16="http://schemas.microsoft.com/office/drawing/2014/main" id="{87429296-887B-D857-3CBC-BD7C0105B5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050" y="1377521"/>
            <a:ext cx="4354513" cy="2783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8367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096CA-689D-3541-CDE1-B84728617C57}"/>
              </a:ext>
            </a:extLst>
          </p:cNvPr>
          <p:cNvSpPr>
            <a:spLocks noGrp="1"/>
          </p:cNvSpPr>
          <p:nvPr>
            <p:ph type="title"/>
          </p:nvPr>
        </p:nvSpPr>
        <p:spPr/>
        <p:txBody>
          <a:bodyPr/>
          <a:lstStyle/>
          <a:p>
            <a:r>
              <a:rPr lang="en-US" noProof="0" dirty="0"/>
              <a:t>Log Data</a:t>
            </a:r>
          </a:p>
        </p:txBody>
      </p:sp>
      <p:sp>
        <p:nvSpPr>
          <p:cNvPr id="3" name="Content Placeholder 2">
            <a:extLst>
              <a:ext uri="{FF2B5EF4-FFF2-40B4-BE49-F238E27FC236}">
                <a16:creationId xmlns:a16="http://schemas.microsoft.com/office/drawing/2014/main" id="{1133C2EC-25A2-00C3-B745-81B2871DE947}"/>
              </a:ext>
            </a:extLst>
          </p:cNvPr>
          <p:cNvSpPr>
            <a:spLocks noGrp="1"/>
          </p:cNvSpPr>
          <p:nvPr>
            <p:ph idx="1"/>
          </p:nvPr>
        </p:nvSpPr>
        <p:spPr/>
        <p:txBody>
          <a:bodyPr>
            <a:normAutofit fontScale="92500" lnSpcReduction="20000"/>
          </a:bodyPr>
          <a:lstStyle/>
          <a:p>
            <a:r>
              <a:rPr lang="en-US" noProof="0" dirty="0"/>
              <a:t>Event</a:t>
            </a:r>
          </a:p>
          <a:p>
            <a:pPr lvl="1"/>
            <a:r>
              <a:rPr lang="en-US" noProof="0" dirty="0"/>
              <a:t>Format and source (local or redirected over network)</a:t>
            </a:r>
          </a:p>
          <a:p>
            <a:pPr lvl="1"/>
            <a:r>
              <a:rPr lang="en-US" noProof="0" dirty="0"/>
              <a:t>Event data versus metadata</a:t>
            </a:r>
          </a:p>
          <a:p>
            <a:r>
              <a:rPr lang="en-US" noProof="0" dirty="0"/>
              <a:t>Windows Event Viewer</a:t>
            </a:r>
          </a:p>
          <a:p>
            <a:r>
              <a:rPr lang="en-US" noProof="0" dirty="0"/>
              <a:t>Syslog</a:t>
            </a:r>
          </a:p>
          <a:p>
            <a:pPr lvl="1"/>
            <a:r>
              <a:rPr lang="en-US" noProof="0" dirty="0"/>
              <a:t>PRI – facility and severity</a:t>
            </a:r>
          </a:p>
          <a:p>
            <a:pPr lvl="1"/>
            <a:r>
              <a:rPr lang="en-US" noProof="0" dirty="0"/>
              <a:t>Header with timestamp and host</a:t>
            </a:r>
          </a:p>
          <a:p>
            <a:pPr lvl="1"/>
            <a:r>
              <a:rPr lang="en-US" noProof="0" dirty="0"/>
              <a:t>Message part</a:t>
            </a:r>
          </a:p>
          <a:p>
            <a:endParaRPr lang="en-US" noProof="0" dirty="0"/>
          </a:p>
        </p:txBody>
      </p:sp>
      <p:pic>
        <p:nvPicPr>
          <p:cNvPr id="6" name="Content Placeholder 5" descr="A screenshot of a cell phone&#10;&#10;Description automatically generated">
            <a:extLst>
              <a:ext uri="{FF2B5EF4-FFF2-40B4-BE49-F238E27FC236}">
                <a16:creationId xmlns:a16="http://schemas.microsoft.com/office/drawing/2014/main" id="{0A963844-EBC3-2E9F-673A-19C4272B7293}"/>
              </a:ext>
            </a:extLst>
          </p:cNvPr>
          <p:cNvPicPr>
            <a:picLocks noGrp="1" noChangeAspect="1"/>
          </p:cNvPicPr>
          <p:nvPr>
            <p:ph idx="12"/>
          </p:nvPr>
        </p:nvPicPr>
        <p:blipFill>
          <a:blip r:embed="rId3"/>
          <a:stretch>
            <a:fillRect/>
          </a:stretch>
        </p:blipFill>
        <p:spPr>
          <a:xfrm>
            <a:off x="4637088" y="2201542"/>
            <a:ext cx="4379912" cy="1135704"/>
          </a:xfrm>
        </p:spPr>
      </p:pic>
      <p:sp>
        <p:nvSpPr>
          <p:cNvPr id="5" name="Slide Number Placeholder 4">
            <a:extLst>
              <a:ext uri="{FF2B5EF4-FFF2-40B4-BE49-F238E27FC236}">
                <a16:creationId xmlns:a16="http://schemas.microsoft.com/office/drawing/2014/main" id="{C9E51357-E544-405B-2CFE-9C769415030E}"/>
              </a:ext>
            </a:extLst>
          </p:cNvPr>
          <p:cNvSpPr>
            <a:spLocks noGrp="1"/>
          </p:cNvSpPr>
          <p:nvPr>
            <p:ph type="sldNum" sz="quarter" idx="13"/>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2067507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767B3-6FD3-76DA-FD68-0C1C7E09178B}"/>
              </a:ext>
            </a:extLst>
          </p:cNvPr>
          <p:cNvSpPr>
            <a:spLocks noGrp="1"/>
          </p:cNvSpPr>
          <p:nvPr>
            <p:ph type="title"/>
          </p:nvPr>
        </p:nvSpPr>
        <p:spPr/>
        <p:txBody>
          <a:bodyPr/>
          <a:lstStyle/>
          <a:p>
            <a:r>
              <a:rPr lang="en-US" noProof="0" dirty="0"/>
              <a:t>Host Operating System Logs</a:t>
            </a:r>
          </a:p>
        </p:txBody>
      </p:sp>
      <p:sp>
        <p:nvSpPr>
          <p:cNvPr id="5" name="Content Placeholder 4">
            <a:extLst>
              <a:ext uri="{FF2B5EF4-FFF2-40B4-BE49-F238E27FC236}">
                <a16:creationId xmlns:a16="http://schemas.microsoft.com/office/drawing/2014/main" id="{C4723D10-EBC2-65EE-3131-2BD9F9C87E61}"/>
              </a:ext>
            </a:extLst>
          </p:cNvPr>
          <p:cNvSpPr>
            <a:spLocks noGrp="1"/>
          </p:cNvSpPr>
          <p:nvPr>
            <p:ph idx="12"/>
          </p:nvPr>
        </p:nvSpPr>
        <p:spPr/>
        <p:txBody>
          <a:bodyPr>
            <a:normAutofit fontScale="85000" lnSpcReduction="20000"/>
          </a:bodyPr>
          <a:lstStyle/>
          <a:p>
            <a:r>
              <a:rPr lang="en-US" noProof="0" dirty="0"/>
              <a:t>Security/audit logs</a:t>
            </a:r>
          </a:p>
          <a:p>
            <a:pPr lvl="1"/>
            <a:r>
              <a:rPr lang="en-US" dirty="0"/>
              <a:t>Authentication and authorization events</a:t>
            </a:r>
          </a:p>
          <a:p>
            <a:pPr lvl="1"/>
            <a:r>
              <a:rPr lang="en-US" noProof="0" dirty="0"/>
              <a:t>File system events</a:t>
            </a:r>
          </a:p>
          <a:p>
            <a:r>
              <a:rPr lang="en-US" noProof="0" dirty="0"/>
              <a:t>Windows</a:t>
            </a:r>
          </a:p>
          <a:p>
            <a:pPr lvl="1"/>
            <a:r>
              <a:rPr lang="en-US" noProof="0" dirty="0"/>
              <a:t>Application, security, and system</a:t>
            </a:r>
          </a:p>
          <a:p>
            <a:r>
              <a:rPr lang="en-US" dirty="0"/>
              <a:t>Linux</a:t>
            </a:r>
            <a:endParaRPr lang="en-US" noProof="0" dirty="0"/>
          </a:p>
          <a:p>
            <a:pPr lvl="1"/>
            <a:r>
              <a:rPr lang="en-US" noProof="0" dirty="0"/>
              <a:t>Syslog versus </a:t>
            </a:r>
            <a:r>
              <a:rPr lang="en-US" noProof="0" dirty="0" err="1"/>
              <a:t>Journald</a:t>
            </a:r>
            <a:endParaRPr lang="en-US" noProof="0" dirty="0"/>
          </a:p>
          <a:p>
            <a:pPr lvl="1"/>
            <a:r>
              <a:rPr lang="en-US" noProof="0" dirty="0"/>
              <a:t>Common log files</a:t>
            </a:r>
          </a:p>
          <a:p>
            <a:r>
              <a:rPr lang="en-US" noProof="0" dirty="0"/>
              <a:t>macOS unified logging</a:t>
            </a:r>
          </a:p>
          <a:p>
            <a:endParaRPr lang="en-US" dirty="0"/>
          </a:p>
        </p:txBody>
      </p:sp>
      <p:sp>
        <p:nvSpPr>
          <p:cNvPr id="4" name="Slide Number Placeholder 3">
            <a:extLst>
              <a:ext uri="{FF2B5EF4-FFF2-40B4-BE49-F238E27FC236}">
                <a16:creationId xmlns:a16="http://schemas.microsoft.com/office/drawing/2014/main" id="{5086C469-D93F-D3C0-7B17-CF6B8C1C912E}"/>
              </a:ext>
            </a:extLst>
          </p:cNvPr>
          <p:cNvSpPr>
            <a:spLocks noGrp="1"/>
          </p:cNvSpPr>
          <p:nvPr>
            <p:ph type="sldNum" sz="quarter" idx="13"/>
          </p:nvPr>
        </p:nvSpPr>
        <p:spPr/>
        <p:txBody>
          <a:bodyPr/>
          <a:lstStyle/>
          <a:p>
            <a:fld id="{B7CF8A19-3A9E-4ABC-B336-2FDDE321C72D}" type="slidenum">
              <a:rPr lang="en-US" smtClean="0"/>
              <a:pPr/>
              <a:t>27</a:t>
            </a:fld>
            <a:endParaRPr lang="en-US"/>
          </a:p>
        </p:txBody>
      </p:sp>
      <p:pic>
        <p:nvPicPr>
          <p:cNvPr id="26626" name="Picture 2">
            <a:extLst>
              <a:ext uri="{FF2B5EF4-FFF2-40B4-BE49-F238E27FC236}">
                <a16:creationId xmlns:a16="http://schemas.microsoft.com/office/drawing/2014/main" id="{2DB8B56B-C22C-49EE-BB5E-D2FC7E10CA5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928317"/>
            <a:ext cx="4354513" cy="168215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C01DA96-E41F-5D29-CBB4-7E496931D0FE}"/>
              </a:ext>
            </a:extLst>
          </p:cNvPr>
          <p:cNvSpPr txBox="1"/>
          <p:nvPr/>
        </p:nvSpPr>
        <p:spPr>
          <a:xfrm>
            <a:off x="42865" y="3610471"/>
            <a:ext cx="4600574" cy="3693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Linux authentication log showing SSH remote access is enabled, failed authentication attempts for root user, and successful login for lamp user. </a:t>
            </a:r>
            <a:endParaRPr lang="en-US" sz="900" dirty="0">
              <a:solidFill>
                <a:schemeClr val="accent4">
                  <a:lumMod val="50000"/>
                </a:schemeClr>
              </a:solidFill>
            </a:endParaRPr>
          </a:p>
        </p:txBody>
      </p:sp>
    </p:spTree>
    <p:extLst>
      <p:ext uri="{BB962C8B-B14F-4D97-AF65-F5344CB8AC3E}">
        <p14:creationId xmlns:p14="http://schemas.microsoft.com/office/powerpoint/2010/main" val="2183265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767B3-6FD3-76DA-FD68-0C1C7E09178B}"/>
              </a:ext>
            </a:extLst>
          </p:cNvPr>
          <p:cNvSpPr>
            <a:spLocks noGrp="1"/>
          </p:cNvSpPr>
          <p:nvPr>
            <p:ph type="title"/>
          </p:nvPr>
        </p:nvSpPr>
        <p:spPr/>
        <p:txBody>
          <a:bodyPr/>
          <a:lstStyle/>
          <a:p>
            <a:r>
              <a:rPr lang="en-US" noProof="0" dirty="0"/>
              <a:t>Application and Endpoint Logs</a:t>
            </a:r>
          </a:p>
        </p:txBody>
      </p:sp>
      <p:sp>
        <p:nvSpPr>
          <p:cNvPr id="5" name="Content Placeholder 4">
            <a:extLst>
              <a:ext uri="{FF2B5EF4-FFF2-40B4-BE49-F238E27FC236}">
                <a16:creationId xmlns:a16="http://schemas.microsoft.com/office/drawing/2014/main" id="{895820CB-8C48-113A-3841-B658F01FC463}"/>
              </a:ext>
            </a:extLst>
          </p:cNvPr>
          <p:cNvSpPr>
            <a:spLocks noGrp="1"/>
          </p:cNvSpPr>
          <p:nvPr>
            <p:ph idx="12"/>
          </p:nvPr>
        </p:nvSpPr>
        <p:spPr/>
        <p:txBody>
          <a:bodyPr>
            <a:normAutofit lnSpcReduction="10000"/>
          </a:bodyPr>
          <a:lstStyle/>
          <a:p>
            <a:r>
              <a:rPr lang="en-US" noProof="0" dirty="0"/>
              <a:t>Application logs</a:t>
            </a:r>
          </a:p>
          <a:p>
            <a:r>
              <a:rPr lang="en-US" noProof="0" dirty="0"/>
              <a:t>Endpoint logs</a:t>
            </a:r>
          </a:p>
          <a:p>
            <a:pPr lvl="1"/>
            <a:r>
              <a:rPr lang="en-US" noProof="0" dirty="0"/>
              <a:t>Security software running on hosts</a:t>
            </a:r>
          </a:p>
          <a:p>
            <a:pPr lvl="1"/>
            <a:r>
              <a:rPr lang="en-US" dirty="0"/>
              <a:t>Summarize volume of detection incidents to indicate threat levels</a:t>
            </a:r>
          </a:p>
          <a:p>
            <a:pPr lvl="1"/>
            <a:r>
              <a:rPr lang="en-US" noProof="0" dirty="0"/>
              <a:t>Incident attribution and threat intelligence</a:t>
            </a:r>
          </a:p>
          <a:p>
            <a:r>
              <a:rPr lang="en-US" noProof="0" dirty="0"/>
              <a:t>Vulnerability scans</a:t>
            </a:r>
          </a:p>
          <a:p>
            <a:endParaRPr lang="en-US" noProof="0" dirty="0"/>
          </a:p>
          <a:p>
            <a:endParaRPr lang="en-US" dirty="0"/>
          </a:p>
        </p:txBody>
      </p:sp>
      <p:sp>
        <p:nvSpPr>
          <p:cNvPr id="4" name="Slide Number Placeholder 3">
            <a:extLst>
              <a:ext uri="{FF2B5EF4-FFF2-40B4-BE49-F238E27FC236}">
                <a16:creationId xmlns:a16="http://schemas.microsoft.com/office/drawing/2014/main" id="{5086C469-D93F-D3C0-7B17-CF6B8C1C912E}"/>
              </a:ext>
            </a:extLst>
          </p:cNvPr>
          <p:cNvSpPr>
            <a:spLocks noGrp="1"/>
          </p:cNvSpPr>
          <p:nvPr>
            <p:ph type="sldNum" sz="quarter" idx="13"/>
          </p:nvPr>
        </p:nvSpPr>
        <p:spPr/>
        <p:txBody>
          <a:bodyPr/>
          <a:lstStyle/>
          <a:p>
            <a:fld id="{B7CF8A19-3A9E-4ABC-B336-2FDDE321C72D}" type="slidenum">
              <a:rPr lang="en-US" smtClean="0"/>
              <a:pPr/>
              <a:t>28</a:t>
            </a:fld>
            <a:endParaRPr lang="en-US"/>
          </a:p>
        </p:txBody>
      </p:sp>
      <p:pic>
        <p:nvPicPr>
          <p:cNvPr id="27650" name="Picture 2" descr="A page titled, Event viewer.">
            <a:extLst>
              <a:ext uri="{FF2B5EF4-FFF2-40B4-BE49-F238E27FC236}">
                <a16:creationId xmlns:a16="http://schemas.microsoft.com/office/drawing/2014/main" id="{2C0928B6-665D-33D6-98E1-69D7BF7D078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215430"/>
            <a:ext cx="4354513" cy="310792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56140D6-8E9D-32AE-B005-7925F2AB21DB}"/>
              </a:ext>
            </a:extLst>
          </p:cNvPr>
          <p:cNvSpPr txBox="1"/>
          <p:nvPr/>
        </p:nvSpPr>
        <p:spPr>
          <a:xfrm>
            <a:off x="35809" y="4323357"/>
            <a:ext cx="4600574" cy="3693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Windows Defender logging detection and quarantine of malware to Event Viewer. (Screenshot used with permission from Microsoft.)</a:t>
            </a:r>
            <a:endParaRPr lang="en-US" sz="900" dirty="0">
              <a:solidFill>
                <a:schemeClr val="accent4">
                  <a:lumMod val="50000"/>
                </a:schemeClr>
              </a:solidFill>
            </a:endParaRPr>
          </a:p>
        </p:txBody>
      </p:sp>
    </p:spTree>
    <p:extLst>
      <p:ext uri="{BB962C8B-B14F-4D97-AF65-F5344CB8AC3E}">
        <p14:creationId xmlns:p14="http://schemas.microsoft.com/office/powerpoint/2010/main" val="566436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6028-1ABA-9652-27E0-0C7A2FDE54F7}"/>
              </a:ext>
            </a:extLst>
          </p:cNvPr>
          <p:cNvSpPr>
            <a:spLocks noGrp="1"/>
          </p:cNvSpPr>
          <p:nvPr>
            <p:ph type="title"/>
          </p:nvPr>
        </p:nvSpPr>
        <p:spPr/>
        <p:txBody>
          <a:bodyPr/>
          <a:lstStyle/>
          <a:p>
            <a:r>
              <a:rPr lang="en-US" noProof="0" dirty="0"/>
              <a:t>Network Data Sources</a:t>
            </a:r>
          </a:p>
        </p:txBody>
      </p:sp>
      <p:sp>
        <p:nvSpPr>
          <p:cNvPr id="3" name="Content Placeholder 2">
            <a:extLst>
              <a:ext uri="{FF2B5EF4-FFF2-40B4-BE49-F238E27FC236}">
                <a16:creationId xmlns:a16="http://schemas.microsoft.com/office/drawing/2014/main" id="{02176403-501C-0055-3571-EBD1D7E80CFB}"/>
              </a:ext>
            </a:extLst>
          </p:cNvPr>
          <p:cNvSpPr>
            <a:spLocks noGrp="1"/>
          </p:cNvSpPr>
          <p:nvPr>
            <p:ph idx="1"/>
          </p:nvPr>
        </p:nvSpPr>
        <p:spPr/>
        <p:txBody>
          <a:bodyPr>
            <a:normAutofit fontScale="92500" lnSpcReduction="10000"/>
          </a:bodyPr>
          <a:lstStyle/>
          <a:p>
            <a:r>
              <a:rPr lang="en-US" noProof="0" dirty="0"/>
              <a:t>Network logs</a:t>
            </a:r>
          </a:p>
          <a:p>
            <a:pPr lvl="1"/>
            <a:r>
              <a:rPr lang="en-US" noProof="0" dirty="0"/>
              <a:t>Traffic and access data from network appliances</a:t>
            </a:r>
          </a:p>
          <a:p>
            <a:r>
              <a:rPr lang="en-US" noProof="0" dirty="0"/>
              <a:t>Firewall logs</a:t>
            </a:r>
          </a:p>
          <a:p>
            <a:pPr lvl="1"/>
            <a:r>
              <a:rPr lang="en-US" dirty="0"/>
              <a:t>Correlate to malicious activity on hosts</a:t>
            </a:r>
            <a:endParaRPr lang="en-US" noProof="0" dirty="0"/>
          </a:p>
          <a:p>
            <a:r>
              <a:rPr lang="en-US" noProof="0" dirty="0"/>
              <a:t>IPS/IDS logs</a:t>
            </a:r>
          </a:p>
          <a:p>
            <a:pPr lvl="1"/>
            <a:r>
              <a:rPr lang="en-US" dirty="0"/>
              <a:t>Summarize volume of detection incidents to indicate threat levels</a:t>
            </a:r>
          </a:p>
          <a:p>
            <a:pPr lvl="1"/>
            <a:r>
              <a:rPr lang="en-US" dirty="0"/>
              <a:t>Attribution and threat intelligence</a:t>
            </a:r>
          </a:p>
        </p:txBody>
      </p:sp>
      <p:sp>
        <p:nvSpPr>
          <p:cNvPr id="4" name="Slide Number Placeholder 3">
            <a:extLst>
              <a:ext uri="{FF2B5EF4-FFF2-40B4-BE49-F238E27FC236}">
                <a16:creationId xmlns:a16="http://schemas.microsoft.com/office/drawing/2014/main" id="{61F8B1F7-D133-5E69-60C6-35D011F0FF0F}"/>
              </a:ext>
            </a:extLst>
          </p:cNvPr>
          <p:cNvSpPr>
            <a:spLocks noGrp="1"/>
          </p:cNvSpPr>
          <p:nvPr>
            <p:ph type="sldNum" sz="quarter" idx="13"/>
          </p:nvPr>
        </p:nvSpPr>
        <p:spPr/>
        <p:txBody>
          <a:bodyPr/>
          <a:lstStyle/>
          <a:p>
            <a:fld id="{B7CF8A19-3A9E-4ABC-B336-2FDDE321C72D}" type="slidenum">
              <a:rPr lang="en-US" smtClean="0"/>
              <a:pPr/>
              <a:t>29</a:t>
            </a:fld>
            <a:endParaRPr lang="en-US"/>
          </a:p>
        </p:txBody>
      </p:sp>
      <p:pic>
        <p:nvPicPr>
          <p:cNvPr id="28678" name="Picture 6" descr="A security onion webpage shows a raw message on the bottom.">
            <a:extLst>
              <a:ext uri="{FF2B5EF4-FFF2-40B4-BE49-F238E27FC236}">
                <a16:creationId xmlns:a16="http://schemas.microsoft.com/office/drawing/2014/main" id="{34AF8EC2-9A5F-C2A0-5603-CEBE5E1D5C87}"/>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169213"/>
            <a:ext cx="4379912" cy="320036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9BB9C04-DAA3-57A1-6C90-3239543418C8}"/>
              </a:ext>
            </a:extLst>
          </p:cNvPr>
          <p:cNvSpPr txBox="1"/>
          <p:nvPr/>
        </p:nvSpPr>
        <p:spPr>
          <a:xfrm>
            <a:off x="4499998" y="4369575"/>
            <a:ext cx="4600574" cy="3693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Viewing the raw log message generated by a Suricata IDS alert in the Security Onion SIEM.</a:t>
            </a:r>
            <a:endParaRPr lang="en-US" sz="900" dirty="0">
              <a:solidFill>
                <a:schemeClr val="accent4">
                  <a:lumMod val="50000"/>
                </a:schemeClr>
              </a:solidFill>
            </a:endParaRPr>
          </a:p>
        </p:txBody>
      </p:sp>
    </p:spTree>
    <p:extLst>
      <p:ext uri="{BB962C8B-B14F-4D97-AF65-F5344CB8AC3E}">
        <p14:creationId xmlns:p14="http://schemas.microsoft.com/office/powerpoint/2010/main" val="2334895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6028-1ABA-9652-27E0-0C7A2FDE54F7}"/>
              </a:ext>
            </a:extLst>
          </p:cNvPr>
          <p:cNvSpPr>
            <a:spLocks noGrp="1"/>
          </p:cNvSpPr>
          <p:nvPr>
            <p:ph type="title"/>
          </p:nvPr>
        </p:nvSpPr>
        <p:spPr/>
        <p:txBody>
          <a:bodyPr/>
          <a:lstStyle/>
          <a:p>
            <a:r>
              <a:rPr lang="en-US" noProof="0" dirty="0"/>
              <a:t>Packet Captures</a:t>
            </a:r>
          </a:p>
        </p:txBody>
      </p:sp>
      <p:sp>
        <p:nvSpPr>
          <p:cNvPr id="5" name="Content Placeholder 4">
            <a:extLst>
              <a:ext uri="{FF2B5EF4-FFF2-40B4-BE49-F238E27FC236}">
                <a16:creationId xmlns:a16="http://schemas.microsoft.com/office/drawing/2014/main" id="{95ABFA99-7923-E823-71A9-A1087DFF2872}"/>
              </a:ext>
            </a:extLst>
          </p:cNvPr>
          <p:cNvSpPr>
            <a:spLocks noGrp="1"/>
          </p:cNvSpPr>
          <p:nvPr>
            <p:ph idx="12"/>
          </p:nvPr>
        </p:nvSpPr>
        <p:spPr/>
        <p:txBody>
          <a:bodyPr/>
          <a:lstStyle/>
          <a:p>
            <a:r>
              <a:rPr lang="en-US" noProof="0" dirty="0"/>
              <a:t>Pivot from alert event to per-packet or frame analysis</a:t>
            </a:r>
          </a:p>
          <a:p>
            <a:r>
              <a:rPr lang="en-US" noProof="0" dirty="0"/>
              <a:t>Extract binary data</a:t>
            </a:r>
          </a:p>
          <a:p>
            <a:endParaRPr lang="en-US" dirty="0"/>
          </a:p>
        </p:txBody>
      </p:sp>
      <p:sp>
        <p:nvSpPr>
          <p:cNvPr id="4" name="Slide Number Placeholder 3">
            <a:extLst>
              <a:ext uri="{FF2B5EF4-FFF2-40B4-BE49-F238E27FC236}">
                <a16:creationId xmlns:a16="http://schemas.microsoft.com/office/drawing/2014/main" id="{61F8B1F7-D133-5E69-60C6-35D011F0FF0F}"/>
              </a:ext>
            </a:extLst>
          </p:cNvPr>
          <p:cNvSpPr>
            <a:spLocks noGrp="1"/>
          </p:cNvSpPr>
          <p:nvPr>
            <p:ph type="sldNum" sz="quarter" idx="13"/>
          </p:nvPr>
        </p:nvSpPr>
        <p:spPr/>
        <p:txBody>
          <a:bodyPr/>
          <a:lstStyle/>
          <a:p>
            <a:fld id="{B7CF8A19-3A9E-4ABC-B336-2FDDE321C72D}" type="slidenum">
              <a:rPr lang="en-US" smtClean="0"/>
              <a:pPr/>
              <a:t>30</a:t>
            </a:fld>
            <a:endParaRPr lang="en-US"/>
          </a:p>
        </p:txBody>
      </p:sp>
      <p:pic>
        <p:nvPicPr>
          <p:cNvPr id="1026" name="Picture 2" descr="A Screengrab shows the results of the Wireshark packet analyzer.">
            <a:extLst>
              <a:ext uri="{FF2B5EF4-FFF2-40B4-BE49-F238E27FC236}">
                <a16:creationId xmlns:a16="http://schemas.microsoft.com/office/drawing/2014/main" id="{D2E9A3F5-E933-D209-CCE5-9269B059CD6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050" y="1064069"/>
            <a:ext cx="4354513" cy="341064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6EE0ED-92C3-3BE2-22BC-A5293D41FF0E}"/>
              </a:ext>
            </a:extLst>
          </p:cNvPr>
          <p:cNvSpPr txBox="1"/>
          <p:nvPr/>
        </p:nvSpPr>
        <p:spPr>
          <a:xfrm>
            <a:off x="23019" y="4474718"/>
            <a:ext cx="4600574" cy="3693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Using the Wireshark packet analyzer to identify malicious executables being transferred over the Windows file-sharing protocol. (Screenshot Wireshark </a:t>
            </a:r>
            <a:r>
              <a:rPr lang="en-US" sz="900" b="0" i="1" dirty="0">
                <a:solidFill>
                  <a:schemeClr val="accent4">
                    <a:lumMod val="50000"/>
                  </a:schemeClr>
                </a:solidFill>
                <a:effectLst/>
                <a:latin typeface="Open Sans" panose="020B0606030504020204" pitchFamily="34" charset="0"/>
                <a:hlinkClick r:id="rId3">
                  <a:extLst>
                    <a:ext uri="{A12FA001-AC4F-418D-AE19-62706E023703}">
                      <ahyp:hlinkClr xmlns:ahyp="http://schemas.microsoft.com/office/drawing/2018/hyperlinkcolor" val="tx"/>
                    </a:ext>
                  </a:extLst>
                </a:hlinkClick>
              </a:rPr>
              <a:t>wireshark.org</a:t>
            </a:r>
            <a:r>
              <a:rPr lang="en-US" sz="900" b="0" i="1" dirty="0">
                <a:solidFill>
                  <a:schemeClr val="accent4">
                    <a:lumMod val="50000"/>
                  </a:schemeClr>
                </a:solidFill>
                <a:effectLst/>
                <a:latin typeface="Open Sans" panose="020B0606030504020204" pitchFamily="34" charset="0"/>
              </a:rPr>
              <a:t>.)</a:t>
            </a:r>
            <a:endParaRPr lang="en-US" sz="900" dirty="0">
              <a:solidFill>
                <a:schemeClr val="accent4">
                  <a:lumMod val="50000"/>
                </a:schemeClr>
              </a:solidFill>
            </a:endParaRPr>
          </a:p>
        </p:txBody>
      </p:sp>
    </p:spTree>
    <p:extLst>
      <p:ext uri="{BB962C8B-B14F-4D97-AF65-F5344CB8AC3E}">
        <p14:creationId xmlns:p14="http://schemas.microsoft.com/office/powerpoint/2010/main" val="2713682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62156-F42F-32B7-8B60-F15E8B4F7D06}"/>
              </a:ext>
            </a:extLst>
          </p:cNvPr>
          <p:cNvSpPr>
            <a:spLocks noGrp="1"/>
          </p:cNvSpPr>
          <p:nvPr>
            <p:ph type="title"/>
          </p:nvPr>
        </p:nvSpPr>
        <p:spPr/>
        <p:txBody>
          <a:bodyPr/>
          <a:lstStyle/>
          <a:p>
            <a:r>
              <a:rPr lang="en-US" noProof="0" dirty="0"/>
              <a:t>Metadata</a:t>
            </a:r>
          </a:p>
        </p:txBody>
      </p:sp>
      <p:sp>
        <p:nvSpPr>
          <p:cNvPr id="3" name="Content Placeholder 2">
            <a:extLst>
              <a:ext uri="{FF2B5EF4-FFF2-40B4-BE49-F238E27FC236}">
                <a16:creationId xmlns:a16="http://schemas.microsoft.com/office/drawing/2014/main" id="{B71CEB49-CD1F-1A34-0A0C-70AEFA2BBB0D}"/>
              </a:ext>
            </a:extLst>
          </p:cNvPr>
          <p:cNvSpPr>
            <a:spLocks noGrp="1"/>
          </p:cNvSpPr>
          <p:nvPr>
            <p:ph idx="1"/>
          </p:nvPr>
        </p:nvSpPr>
        <p:spPr/>
        <p:txBody>
          <a:bodyPr>
            <a:normAutofit fontScale="92500" lnSpcReduction="20000"/>
          </a:bodyPr>
          <a:lstStyle/>
          <a:p>
            <a:r>
              <a:rPr lang="en-US" noProof="0" dirty="0"/>
              <a:t>File</a:t>
            </a:r>
          </a:p>
          <a:p>
            <a:pPr lvl="1"/>
            <a:r>
              <a:rPr lang="en-US" noProof="0" dirty="0"/>
              <a:t>Date/time and security attributes</a:t>
            </a:r>
          </a:p>
          <a:p>
            <a:pPr lvl="1"/>
            <a:r>
              <a:rPr lang="en-US" noProof="0" dirty="0"/>
              <a:t>Extended attributes and properties</a:t>
            </a:r>
          </a:p>
          <a:p>
            <a:r>
              <a:rPr lang="en-US" noProof="0" dirty="0"/>
              <a:t>Web</a:t>
            </a:r>
          </a:p>
          <a:p>
            <a:pPr lvl="1"/>
            <a:r>
              <a:rPr lang="en-US" noProof="0" dirty="0"/>
              <a:t>Request and response headers</a:t>
            </a:r>
          </a:p>
          <a:p>
            <a:r>
              <a:rPr lang="en-US" noProof="0" dirty="0"/>
              <a:t>Email</a:t>
            </a:r>
          </a:p>
          <a:p>
            <a:pPr lvl="1"/>
            <a:r>
              <a:rPr lang="en-US" noProof="0" dirty="0"/>
              <a:t>Internet header listing message transfer agents</a:t>
            </a:r>
          </a:p>
          <a:p>
            <a:pPr lvl="1"/>
            <a:r>
              <a:rPr lang="en-US" noProof="0" dirty="0"/>
              <a:t>Spam/security analysis</a:t>
            </a:r>
          </a:p>
          <a:p>
            <a:endParaRPr lang="en-US" noProof="0" dirty="0"/>
          </a:p>
        </p:txBody>
      </p:sp>
      <p:sp>
        <p:nvSpPr>
          <p:cNvPr id="5" name="Slide Number Placeholder 4">
            <a:extLst>
              <a:ext uri="{FF2B5EF4-FFF2-40B4-BE49-F238E27FC236}">
                <a16:creationId xmlns:a16="http://schemas.microsoft.com/office/drawing/2014/main" id="{99344AF3-9BCF-B678-8737-B5893A4ED0C8}"/>
              </a:ext>
            </a:extLst>
          </p:cNvPr>
          <p:cNvSpPr>
            <a:spLocks noGrp="1"/>
          </p:cNvSpPr>
          <p:nvPr>
            <p:ph type="sldNum" sz="quarter" idx="13"/>
          </p:nvPr>
        </p:nvSpPr>
        <p:spPr/>
        <p:txBody>
          <a:bodyPr/>
          <a:lstStyle/>
          <a:p>
            <a:fld id="{B7CF8A19-3A9E-4ABC-B336-2FDDE321C72D}" type="slidenum">
              <a:rPr lang="en-US" smtClean="0"/>
              <a:pPr/>
              <a:t>31</a:t>
            </a:fld>
            <a:endParaRPr lang="en-US"/>
          </a:p>
        </p:txBody>
      </p:sp>
      <p:pic>
        <p:nvPicPr>
          <p:cNvPr id="29698" name="Picture 2" descr="A screenshot shows the analysis of a phishing message.">
            <a:extLst>
              <a:ext uri="{FF2B5EF4-FFF2-40B4-BE49-F238E27FC236}">
                <a16:creationId xmlns:a16="http://schemas.microsoft.com/office/drawing/2014/main" id="{7B995705-DDC5-CAA5-D462-8894CAC3E10E}"/>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025280"/>
            <a:ext cx="4379912" cy="348822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D91DB6F-C142-BCF2-71B7-6725F4FD3A05}"/>
              </a:ext>
            </a:extLst>
          </p:cNvPr>
          <p:cNvSpPr txBox="1"/>
          <p:nvPr/>
        </p:nvSpPr>
        <p:spPr>
          <a:xfrm>
            <a:off x="4416426" y="4539064"/>
            <a:ext cx="4600574" cy="507831"/>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Analyzing headers in a phishing message: the sender is using </a:t>
            </a:r>
            <a:r>
              <a:rPr lang="en-US" sz="900" b="0" i="1" dirty="0" err="1">
                <a:solidFill>
                  <a:schemeClr val="accent4">
                    <a:lumMod val="50000"/>
                  </a:schemeClr>
                </a:solidFill>
                <a:effectLst/>
                <a:latin typeface="Open Sans" panose="020B0606030504020204" pitchFamily="34" charset="0"/>
              </a:rPr>
              <a:t>typosquatting</a:t>
            </a:r>
            <a:r>
              <a:rPr lang="en-US" sz="900" b="0" i="1" dirty="0">
                <a:solidFill>
                  <a:schemeClr val="accent4">
                    <a:lumMod val="50000"/>
                  </a:schemeClr>
                </a:solidFill>
                <a:effectLst/>
                <a:latin typeface="Open Sans" panose="020B0606030504020204" pitchFamily="34" charset="0"/>
              </a:rPr>
              <a:t> to hope the recipient confuses </a:t>
            </a:r>
            <a:r>
              <a:rPr lang="en-US" sz="900" b="0" i="1" dirty="0">
                <a:solidFill>
                  <a:schemeClr val="accent4">
                    <a:lumMod val="50000"/>
                  </a:schemeClr>
                </a:solidFill>
                <a:effectLst/>
                <a:latin typeface="Open Sans" panose="020B0606030504020204" pitchFamily="34" charset="0"/>
                <a:hlinkClick r:id="rId4">
                  <a:extLst>
                    <a:ext uri="{A12FA001-AC4F-418D-AE19-62706E023703}">
                      <ahyp:hlinkClr xmlns:ahyp="http://schemas.microsoft.com/office/drawing/2018/hyperlinkcolor" val="tx"/>
                    </a:ext>
                  </a:extLst>
                </a:hlinkClick>
              </a:rPr>
              <a:t>structureality.com</a:t>
            </a:r>
            <a:r>
              <a:rPr lang="en-US" sz="900" b="0" i="1" dirty="0">
                <a:solidFill>
                  <a:schemeClr val="accent4">
                    <a:lumMod val="50000"/>
                  </a:schemeClr>
                </a:solidFill>
                <a:effectLst/>
                <a:latin typeface="Open Sans" panose="020B0606030504020204" pitchFamily="34" charset="0"/>
              </a:rPr>
              <a:t> with the genuine domain </a:t>
            </a:r>
            <a:r>
              <a:rPr lang="en-US" sz="900" b="0" i="1" dirty="0">
                <a:solidFill>
                  <a:schemeClr val="accent4">
                    <a:lumMod val="50000"/>
                  </a:schemeClr>
                </a:solidFill>
                <a:effectLst/>
                <a:latin typeface="Open Sans" panose="020B0606030504020204" pitchFamily="34" charset="0"/>
                <a:hlinkClick r:id="rId4">
                  <a:extLst>
                    <a:ext uri="{A12FA001-AC4F-418D-AE19-62706E023703}">
                      <ahyp:hlinkClr xmlns:ahyp="http://schemas.microsoft.com/office/drawing/2018/hyperlinkcolor" val="tx"/>
                    </a:ext>
                  </a:extLst>
                </a:hlinkClick>
              </a:rPr>
              <a:t>structureality.com</a:t>
            </a:r>
            <a:r>
              <a:rPr lang="en-US" sz="900" b="0" i="1" dirty="0">
                <a:solidFill>
                  <a:schemeClr val="accent4">
                    <a:lumMod val="50000"/>
                  </a:schemeClr>
                </a:solidFill>
                <a:effectLst/>
                <a:latin typeface="Open Sans" panose="020B0606030504020204" pitchFamily="34" charset="0"/>
              </a:rPr>
              <a:t>. (Screenshot courtesy of Mozilla.)</a:t>
            </a:r>
            <a:endParaRPr lang="en-US" sz="900" dirty="0">
              <a:solidFill>
                <a:schemeClr val="accent4">
                  <a:lumMod val="50000"/>
                </a:schemeClr>
              </a:solidFill>
            </a:endParaRPr>
          </a:p>
        </p:txBody>
      </p:sp>
    </p:spTree>
    <p:extLst>
      <p:ext uri="{BB962C8B-B14F-4D97-AF65-F5344CB8AC3E}">
        <p14:creationId xmlns:p14="http://schemas.microsoft.com/office/powerpoint/2010/main" val="2783724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518EEF-7121-27A9-0BB2-11960DF19A38}"/>
              </a:ext>
            </a:extLst>
          </p:cNvPr>
          <p:cNvSpPr>
            <a:spLocks noGrp="1"/>
          </p:cNvSpPr>
          <p:nvPr>
            <p:ph sz="quarter" idx="11"/>
          </p:nvPr>
        </p:nvSpPr>
        <p:spPr/>
        <p:txBody>
          <a:bodyPr>
            <a:normAutofit fontScale="92500" lnSpcReduction="10000"/>
          </a:bodyPr>
          <a:lstStyle/>
          <a:p>
            <a:r>
              <a:rPr lang="en-US" dirty="0"/>
              <a:t>Data sources, dashboards, and reports</a:t>
            </a:r>
          </a:p>
          <a:p>
            <a:r>
              <a:rPr lang="en-US" dirty="0"/>
              <a:t>Log data</a:t>
            </a:r>
          </a:p>
          <a:p>
            <a:r>
              <a:rPr lang="en-US" dirty="0"/>
              <a:t>Host operating system logs</a:t>
            </a:r>
          </a:p>
          <a:p>
            <a:r>
              <a:rPr lang="en-US" dirty="0"/>
              <a:t>Application and endpoint logs</a:t>
            </a:r>
          </a:p>
          <a:p>
            <a:r>
              <a:rPr lang="en-US" dirty="0"/>
              <a:t>Network data sources</a:t>
            </a:r>
          </a:p>
          <a:p>
            <a:pPr lvl="1"/>
            <a:r>
              <a:rPr lang="en-US" dirty="0"/>
              <a:t>Network appliance logs, firewall logs, IPS/IDS logs</a:t>
            </a:r>
          </a:p>
          <a:p>
            <a:r>
              <a:rPr lang="en-US" dirty="0"/>
              <a:t>Packet captures</a:t>
            </a:r>
          </a:p>
          <a:p>
            <a:r>
              <a:rPr lang="en-US" dirty="0"/>
              <a:t>Metadata</a:t>
            </a:r>
          </a:p>
          <a:p>
            <a:endParaRPr lang="en-US" dirty="0"/>
          </a:p>
        </p:txBody>
      </p:sp>
      <p:sp>
        <p:nvSpPr>
          <p:cNvPr id="3" name="Title 2">
            <a:extLst>
              <a:ext uri="{FF2B5EF4-FFF2-40B4-BE49-F238E27FC236}">
                <a16:creationId xmlns:a16="http://schemas.microsoft.com/office/drawing/2014/main" id="{E335C181-9318-18A5-0B71-089E72B9D75B}"/>
              </a:ext>
            </a:extLst>
          </p:cNvPr>
          <p:cNvSpPr>
            <a:spLocks noGrp="1"/>
          </p:cNvSpPr>
          <p:nvPr>
            <p:ph type="title"/>
          </p:nvPr>
        </p:nvSpPr>
        <p:spPr/>
        <p:txBody>
          <a:bodyPr/>
          <a:lstStyle/>
          <a:p>
            <a:r>
              <a:rPr lang="en-GB" dirty="0"/>
              <a:t>Data Sources</a:t>
            </a:r>
            <a:endParaRPr lang="en-US" dirty="0"/>
          </a:p>
        </p:txBody>
      </p:sp>
      <p:sp>
        <p:nvSpPr>
          <p:cNvPr id="4" name="Slide Number Placeholder 3">
            <a:extLst>
              <a:ext uri="{FF2B5EF4-FFF2-40B4-BE49-F238E27FC236}">
                <a16:creationId xmlns:a16="http://schemas.microsoft.com/office/drawing/2014/main" id="{FFA14990-B05E-A892-C8CB-A0CC65041562}"/>
              </a:ext>
            </a:extLst>
          </p:cNvPr>
          <p:cNvSpPr>
            <a:spLocks noGrp="1"/>
          </p:cNvSpPr>
          <p:nvPr>
            <p:ph type="sldNum" sz="quarter" idx="12"/>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1857371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DD5B83-DD2D-78DB-B893-EA4992F71C90}"/>
              </a:ext>
            </a:extLst>
          </p:cNvPr>
          <p:cNvSpPr>
            <a:spLocks noGrp="1"/>
          </p:cNvSpPr>
          <p:nvPr>
            <p:ph type="sldNum" sz="quarter" idx="13"/>
          </p:nvPr>
        </p:nvSpPr>
        <p:spPr/>
        <p:txBody>
          <a:bodyPr/>
          <a:lstStyle/>
          <a:p>
            <a:fld id="{B7CF8A19-3A9E-4ABC-B336-2FDDE321C72D}" type="slidenum">
              <a:rPr lang="en-US" smtClean="0"/>
              <a:pPr/>
              <a:t>33</a:t>
            </a:fld>
            <a:endParaRPr lang="en-US"/>
          </a:p>
        </p:txBody>
      </p:sp>
      <p:sp>
        <p:nvSpPr>
          <p:cNvPr id="5" name="Content Placeholder 4">
            <a:extLst>
              <a:ext uri="{FF2B5EF4-FFF2-40B4-BE49-F238E27FC236}">
                <a16:creationId xmlns:a16="http://schemas.microsoft.com/office/drawing/2014/main" id="{6794D18D-5061-92AE-778A-9ABE73D0A468}"/>
              </a:ext>
            </a:extLst>
          </p:cNvPr>
          <p:cNvSpPr>
            <a:spLocks noGrp="1"/>
          </p:cNvSpPr>
          <p:nvPr>
            <p:ph sz="quarter" idx="14"/>
          </p:nvPr>
        </p:nvSpPr>
        <p:spPr/>
        <p:txBody>
          <a:bodyPr/>
          <a:lstStyle/>
          <a:p>
            <a:r>
              <a:rPr lang="en-US" dirty="0"/>
              <a:t>Applied Lab: Using </a:t>
            </a:r>
            <a:r>
              <a:rPr lang="en-US"/>
              <a:t>Network Sniffers</a:t>
            </a:r>
          </a:p>
        </p:txBody>
      </p:sp>
    </p:spTree>
    <p:extLst>
      <p:ext uri="{BB962C8B-B14F-4D97-AF65-F5344CB8AC3E}">
        <p14:creationId xmlns:p14="http://schemas.microsoft.com/office/powerpoint/2010/main" val="1397029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Alerting and Monitoring Tools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12D</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12</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3442409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3FCAE-BAB2-ED26-84FA-B100A08BFB39}"/>
              </a:ext>
            </a:extLst>
          </p:cNvPr>
          <p:cNvSpPr>
            <a:spLocks noGrp="1"/>
          </p:cNvSpPr>
          <p:nvPr>
            <p:ph type="title"/>
          </p:nvPr>
        </p:nvSpPr>
        <p:spPr/>
        <p:txBody>
          <a:bodyPr/>
          <a:lstStyle/>
          <a:p>
            <a:r>
              <a:rPr lang="en-US" noProof="0" dirty="0"/>
              <a:t>Security Information and Event Management</a:t>
            </a:r>
          </a:p>
        </p:txBody>
      </p:sp>
      <p:sp>
        <p:nvSpPr>
          <p:cNvPr id="4" name="Content Placeholder 3">
            <a:extLst>
              <a:ext uri="{FF2B5EF4-FFF2-40B4-BE49-F238E27FC236}">
                <a16:creationId xmlns:a16="http://schemas.microsoft.com/office/drawing/2014/main" id="{E988DC3F-C491-ECC7-D9F3-705609BCC3D8}"/>
              </a:ext>
            </a:extLst>
          </p:cNvPr>
          <p:cNvSpPr>
            <a:spLocks noGrp="1"/>
          </p:cNvSpPr>
          <p:nvPr>
            <p:ph idx="12"/>
          </p:nvPr>
        </p:nvSpPr>
        <p:spPr>
          <a:xfrm>
            <a:off x="4636383" y="746759"/>
            <a:ext cx="4380617" cy="4337605"/>
          </a:xfrm>
        </p:spPr>
        <p:txBody>
          <a:bodyPr>
            <a:normAutofit fontScale="70000" lnSpcReduction="20000"/>
          </a:bodyPr>
          <a:lstStyle/>
          <a:p>
            <a:r>
              <a:rPr lang="en-US" noProof="0" dirty="0"/>
              <a:t>Log collection</a:t>
            </a:r>
          </a:p>
          <a:p>
            <a:pPr lvl="1"/>
            <a:r>
              <a:rPr lang="en-US" noProof="0" dirty="0"/>
              <a:t>Agent-based</a:t>
            </a:r>
          </a:p>
          <a:p>
            <a:pPr lvl="2"/>
            <a:r>
              <a:rPr lang="en-US" noProof="0" dirty="0"/>
              <a:t>Local agent to forward logs</a:t>
            </a:r>
          </a:p>
          <a:p>
            <a:pPr lvl="1"/>
            <a:r>
              <a:rPr lang="en-US" noProof="0" dirty="0"/>
              <a:t>Listener/collector</a:t>
            </a:r>
          </a:p>
          <a:p>
            <a:pPr lvl="2"/>
            <a:r>
              <a:rPr lang="en-US" noProof="0" dirty="0"/>
              <a:t>Protocol-based remote log forwarding (syslog)</a:t>
            </a:r>
          </a:p>
          <a:p>
            <a:pPr lvl="1"/>
            <a:r>
              <a:rPr lang="en-US" noProof="0" dirty="0"/>
              <a:t>Sensor</a:t>
            </a:r>
          </a:p>
          <a:p>
            <a:pPr lvl="2"/>
            <a:r>
              <a:rPr lang="en-US" noProof="0" dirty="0"/>
              <a:t>Packet capture and traffic flow data</a:t>
            </a:r>
          </a:p>
          <a:p>
            <a:r>
              <a:rPr lang="en-US" noProof="0" dirty="0"/>
              <a:t>Log aggregation</a:t>
            </a:r>
          </a:p>
          <a:p>
            <a:pPr lvl="1"/>
            <a:r>
              <a:rPr lang="en-US" noProof="0" dirty="0"/>
              <a:t>Consolidation of multiple log formats to facilitate search/query and correlation</a:t>
            </a:r>
          </a:p>
          <a:p>
            <a:pPr lvl="1"/>
            <a:r>
              <a:rPr lang="en-US" noProof="0" dirty="0"/>
              <a:t>Normalization of fields</a:t>
            </a:r>
          </a:p>
          <a:p>
            <a:pPr lvl="1"/>
            <a:r>
              <a:rPr lang="en-US" noProof="0" dirty="0"/>
              <a:t>Time synchronization</a:t>
            </a:r>
          </a:p>
          <a:p>
            <a:endParaRPr lang="en-US" noProof="0" dirty="0"/>
          </a:p>
        </p:txBody>
      </p:sp>
      <p:sp>
        <p:nvSpPr>
          <p:cNvPr id="5" name="Slide Number Placeholder 4">
            <a:extLst>
              <a:ext uri="{FF2B5EF4-FFF2-40B4-BE49-F238E27FC236}">
                <a16:creationId xmlns:a16="http://schemas.microsoft.com/office/drawing/2014/main" id="{261FE812-CC58-2C8C-F6FE-46AA2BFC19E8}"/>
              </a:ext>
            </a:extLst>
          </p:cNvPr>
          <p:cNvSpPr>
            <a:spLocks noGrp="1"/>
          </p:cNvSpPr>
          <p:nvPr>
            <p:ph type="sldNum" sz="quarter" idx="13"/>
          </p:nvPr>
        </p:nvSpPr>
        <p:spPr/>
        <p:txBody>
          <a:bodyPr/>
          <a:lstStyle/>
          <a:p>
            <a:fld id="{B7CF8A19-3A9E-4ABC-B336-2FDDE321C72D}" type="slidenum">
              <a:rPr lang="en-US" smtClean="0"/>
              <a:pPr/>
              <a:t>35</a:t>
            </a:fld>
            <a:endParaRPr lang="en-US"/>
          </a:p>
        </p:txBody>
      </p:sp>
      <p:pic>
        <p:nvPicPr>
          <p:cNvPr id="30722" name="Picture 2">
            <a:extLst>
              <a:ext uri="{FF2B5EF4-FFF2-40B4-BE49-F238E27FC236}">
                <a16:creationId xmlns:a16="http://schemas.microsoft.com/office/drawing/2014/main" id="{1CAD542C-3302-DDD2-2020-C5222BD88E5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405837"/>
            <a:ext cx="4354513" cy="27271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8BBF011-E392-1A0D-3C28-B0F3275892D7}"/>
              </a:ext>
            </a:extLst>
          </p:cNvPr>
          <p:cNvSpPr txBox="1"/>
          <p:nvPr/>
        </p:nvSpPr>
        <p:spPr>
          <a:xfrm>
            <a:off x="35809" y="4132950"/>
            <a:ext cx="4600574" cy="369332"/>
          </a:xfrm>
          <a:prstGeom prst="rect">
            <a:avLst/>
          </a:prstGeom>
          <a:noFill/>
        </p:spPr>
        <p:txBody>
          <a:bodyPr wrap="square">
            <a:spAutoFit/>
          </a:bodyPr>
          <a:lstStyle/>
          <a:p>
            <a:pPr algn="ctr"/>
            <a:r>
              <a:rPr lang="en-US" sz="900" b="0" i="1" dirty="0" err="1">
                <a:solidFill>
                  <a:schemeClr val="accent4">
                    <a:lumMod val="50000"/>
                  </a:schemeClr>
                </a:solidFill>
                <a:effectLst/>
                <a:latin typeface="Open Sans" panose="020B0606030504020204" pitchFamily="34" charset="0"/>
              </a:rPr>
              <a:t>Wazuh</a:t>
            </a:r>
            <a:r>
              <a:rPr lang="en-US" sz="900" b="0" i="1" dirty="0">
                <a:solidFill>
                  <a:schemeClr val="accent4">
                    <a:lumMod val="50000"/>
                  </a:schemeClr>
                </a:solidFill>
                <a:effectLst/>
                <a:latin typeface="Open Sans" panose="020B0606030504020204" pitchFamily="34" charset="0"/>
              </a:rPr>
              <a:t> SIEM dashboard—Configurable dashboards provide the high-level status view of network security metrics. (Screenshot used with permission from </a:t>
            </a:r>
            <a:r>
              <a:rPr lang="en-US" sz="900" b="0" i="1" dirty="0" err="1">
                <a:solidFill>
                  <a:schemeClr val="accent4">
                    <a:lumMod val="50000"/>
                  </a:schemeClr>
                </a:solidFill>
                <a:effectLst/>
                <a:latin typeface="Open Sans" panose="020B0606030504020204" pitchFamily="34" charset="0"/>
              </a:rPr>
              <a:t>Wazuh</a:t>
            </a:r>
            <a:r>
              <a:rPr lang="en-US" sz="900" b="0" i="1" dirty="0">
                <a:solidFill>
                  <a:schemeClr val="accent4">
                    <a:lumMod val="50000"/>
                  </a:schemeClr>
                </a:solidFill>
                <a:effectLst/>
                <a:latin typeface="Open Sans" panose="020B0606030504020204" pitchFamily="34" charset="0"/>
              </a:rPr>
              <a:t> Inc.)</a:t>
            </a:r>
            <a:endParaRPr lang="en-US" sz="900" dirty="0">
              <a:solidFill>
                <a:schemeClr val="accent4">
                  <a:lumMod val="50000"/>
                </a:schemeClr>
              </a:solidFill>
            </a:endParaRPr>
          </a:p>
        </p:txBody>
      </p:sp>
    </p:spTree>
    <p:extLst>
      <p:ext uri="{BB962C8B-B14F-4D97-AF65-F5344CB8AC3E}">
        <p14:creationId xmlns:p14="http://schemas.microsoft.com/office/powerpoint/2010/main" val="2981302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56D2F-A50D-EFC4-0421-A5893EAA0329}"/>
              </a:ext>
            </a:extLst>
          </p:cNvPr>
          <p:cNvSpPr>
            <a:spLocks noGrp="1"/>
          </p:cNvSpPr>
          <p:nvPr>
            <p:ph type="title"/>
          </p:nvPr>
        </p:nvSpPr>
        <p:spPr/>
        <p:txBody>
          <a:bodyPr/>
          <a:lstStyle/>
          <a:p>
            <a:r>
              <a:rPr lang="en-US" noProof="0" dirty="0"/>
              <a:t>Alerting and Monitoring Activities</a:t>
            </a:r>
          </a:p>
        </p:txBody>
      </p:sp>
      <p:sp>
        <p:nvSpPr>
          <p:cNvPr id="3" name="Content Placeholder 2">
            <a:extLst>
              <a:ext uri="{FF2B5EF4-FFF2-40B4-BE49-F238E27FC236}">
                <a16:creationId xmlns:a16="http://schemas.microsoft.com/office/drawing/2014/main" id="{10421C07-2FFD-F73E-74B6-D0F255509E97}"/>
              </a:ext>
            </a:extLst>
          </p:cNvPr>
          <p:cNvSpPr>
            <a:spLocks noGrp="1"/>
          </p:cNvSpPr>
          <p:nvPr>
            <p:ph idx="1"/>
          </p:nvPr>
        </p:nvSpPr>
        <p:spPr/>
        <p:txBody>
          <a:bodyPr>
            <a:normAutofit fontScale="77500" lnSpcReduction="20000"/>
          </a:bodyPr>
          <a:lstStyle/>
          <a:p>
            <a:r>
              <a:rPr lang="en-US" noProof="0" dirty="0"/>
              <a:t>Alerting and correlation</a:t>
            </a:r>
          </a:p>
          <a:p>
            <a:pPr lvl="1"/>
            <a:r>
              <a:rPr lang="en-US" noProof="0" dirty="0"/>
              <a:t>Static rules and logical expressions</a:t>
            </a:r>
          </a:p>
          <a:p>
            <a:pPr lvl="1"/>
            <a:r>
              <a:rPr lang="en-US" noProof="0" dirty="0"/>
              <a:t>Threat intelligence feeds</a:t>
            </a:r>
          </a:p>
          <a:p>
            <a:pPr lvl="1"/>
            <a:r>
              <a:rPr lang="en-US" noProof="0" dirty="0"/>
              <a:t>Validation of alerts as true positives versus false positives</a:t>
            </a:r>
          </a:p>
          <a:p>
            <a:pPr lvl="1"/>
            <a:r>
              <a:rPr lang="en-US" noProof="0" dirty="0"/>
              <a:t>Quarantine for remediation</a:t>
            </a:r>
          </a:p>
          <a:p>
            <a:r>
              <a:rPr lang="en-US" noProof="0" dirty="0"/>
              <a:t>Reporting</a:t>
            </a:r>
          </a:p>
          <a:p>
            <a:pPr lvl="1"/>
            <a:r>
              <a:rPr lang="en-US" noProof="0" dirty="0"/>
              <a:t>Executive, managerial, and compliance audiences</a:t>
            </a:r>
          </a:p>
          <a:p>
            <a:r>
              <a:rPr lang="en-US" noProof="0" dirty="0"/>
              <a:t>Archiving</a:t>
            </a:r>
          </a:p>
          <a:p>
            <a:pPr lvl="1"/>
            <a:r>
              <a:rPr lang="en-US" noProof="0" dirty="0"/>
              <a:t>Preserve evidence of attack</a:t>
            </a:r>
          </a:p>
          <a:p>
            <a:pPr lvl="1"/>
            <a:r>
              <a:rPr lang="en-US" noProof="0" dirty="0"/>
              <a:t>Facilitate threat hunting and retrospective incident identification</a:t>
            </a:r>
          </a:p>
        </p:txBody>
      </p:sp>
      <p:sp>
        <p:nvSpPr>
          <p:cNvPr id="4" name="Slide Number Placeholder 3">
            <a:extLst>
              <a:ext uri="{FF2B5EF4-FFF2-40B4-BE49-F238E27FC236}">
                <a16:creationId xmlns:a16="http://schemas.microsoft.com/office/drawing/2014/main" id="{93976857-65A5-5BB2-AAB9-B347340ADDCB}"/>
              </a:ext>
            </a:extLst>
          </p:cNvPr>
          <p:cNvSpPr>
            <a:spLocks noGrp="1"/>
          </p:cNvSpPr>
          <p:nvPr>
            <p:ph type="sldNum" sz="quarter" idx="10"/>
          </p:nvPr>
        </p:nvSpPr>
        <p:spPr/>
        <p:txBody>
          <a:bodyPr/>
          <a:lstStyle/>
          <a:p>
            <a:fld id="{B7CF8A19-3A9E-4ABC-B336-2FDDE321C72D}" type="slidenum">
              <a:rPr lang="en-US" smtClean="0"/>
              <a:pPr/>
              <a:t>36</a:t>
            </a:fld>
            <a:endParaRPr lang="en-US"/>
          </a:p>
        </p:txBody>
      </p:sp>
    </p:spTree>
    <p:extLst>
      <p:ext uri="{BB962C8B-B14F-4D97-AF65-F5344CB8AC3E}">
        <p14:creationId xmlns:p14="http://schemas.microsoft.com/office/powerpoint/2010/main" val="5659823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424F3-393A-80F8-9206-A6FF9BD6A4B3}"/>
              </a:ext>
            </a:extLst>
          </p:cNvPr>
          <p:cNvSpPr>
            <a:spLocks noGrp="1"/>
          </p:cNvSpPr>
          <p:nvPr>
            <p:ph type="title"/>
          </p:nvPr>
        </p:nvSpPr>
        <p:spPr/>
        <p:txBody>
          <a:bodyPr/>
          <a:lstStyle/>
          <a:p>
            <a:r>
              <a:rPr lang="en-US" noProof="0" dirty="0"/>
              <a:t>Alert Tuning (1)</a:t>
            </a:r>
          </a:p>
        </p:txBody>
      </p:sp>
      <p:sp>
        <p:nvSpPr>
          <p:cNvPr id="3" name="Content Placeholder 2">
            <a:extLst>
              <a:ext uri="{FF2B5EF4-FFF2-40B4-BE49-F238E27FC236}">
                <a16:creationId xmlns:a16="http://schemas.microsoft.com/office/drawing/2014/main" id="{06440B07-592F-1E6F-D144-C766758CAB17}"/>
              </a:ext>
            </a:extLst>
          </p:cNvPr>
          <p:cNvSpPr>
            <a:spLocks noGrp="1"/>
          </p:cNvSpPr>
          <p:nvPr>
            <p:ph idx="1"/>
          </p:nvPr>
        </p:nvSpPr>
        <p:spPr/>
        <p:txBody>
          <a:bodyPr/>
          <a:lstStyle/>
          <a:p>
            <a:r>
              <a:rPr lang="en-US" noProof="0" dirty="0"/>
              <a:t>Correlation action to log only, trigger alert, or trigger alarm</a:t>
            </a:r>
          </a:p>
          <a:p>
            <a:r>
              <a:rPr lang="en-US" noProof="0" dirty="0"/>
              <a:t>Reduce false positives without increasing false negatives</a:t>
            </a:r>
          </a:p>
          <a:p>
            <a:pPr lvl="1"/>
            <a:r>
              <a:rPr lang="en-US" noProof="0" dirty="0"/>
              <a:t>False positives raise an alert when there is no actual malicious activity</a:t>
            </a:r>
          </a:p>
          <a:p>
            <a:pPr lvl="1"/>
            <a:r>
              <a:rPr lang="en-US" noProof="0" dirty="0"/>
              <a:t>False negatives do not raise an alert when there is malicious activity</a:t>
            </a:r>
          </a:p>
          <a:p>
            <a:pPr lvl="1"/>
            <a:r>
              <a:rPr lang="en-US" noProof="0" dirty="0"/>
              <a:t>True positives measure successful detection of incidents</a:t>
            </a:r>
          </a:p>
          <a:p>
            <a:endParaRPr lang="en-US" noProof="0" dirty="0"/>
          </a:p>
        </p:txBody>
      </p:sp>
      <p:sp>
        <p:nvSpPr>
          <p:cNvPr id="4" name="Slide Number Placeholder 3">
            <a:extLst>
              <a:ext uri="{FF2B5EF4-FFF2-40B4-BE49-F238E27FC236}">
                <a16:creationId xmlns:a16="http://schemas.microsoft.com/office/drawing/2014/main" id="{0B2EB36C-68B9-FEA9-D9C6-3F91EAF58827}"/>
              </a:ext>
            </a:extLst>
          </p:cNvPr>
          <p:cNvSpPr>
            <a:spLocks noGrp="1"/>
          </p:cNvSpPr>
          <p:nvPr>
            <p:ph type="sldNum" sz="quarter" idx="10"/>
          </p:nvPr>
        </p:nvSpPr>
        <p:spPr/>
        <p:txBody>
          <a:bodyPr/>
          <a:lstStyle/>
          <a:p>
            <a:fld id="{B7CF8A19-3A9E-4ABC-B336-2FDDE321C72D}" type="slidenum">
              <a:rPr lang="en-US" smtClean="0"/>
              <a:pPr/>
              <a:t>37</a:t>
            </a:fld>
            <a:endParaRPr lang="en-US"/>
          </a:p>
        </p:txBody>
      </p:sp>
    </p:spTree>
    <p:extLst>
      <p:ext uri="{BB962C8B-B14F-4D97-AF65-F5344CB8AC3E}">
        <p14:creationId xmlns:p14="http://schemas.microsoft.com/office/powerpoint/2010/main" val="7335849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424F3-393A-80F8-9206-A6FF9BD6A4B3}"/>
              </a:ext>
            </a:extLst>
          </p:cNvPr>
          <p:cNvSpPr>
            <a:spLocks noGrp="1"/>
          </p:cNvSpPr>
          <p:nvPr>
            <p:ph type="title"/>
          </p:nvPr>
        </p:nvSpPr>
        <p:spPr/>
        <p:txBody>
          <a:bodyPr/>
          <a:lstStyle/>
          <a:p>
            <a:r>
              <a:rPr lang="en-US" noProof="0" dirty="0"/>
              <a:t>Alert Tuning (2)</a:t>
            </a:r>
          </a:p>
        </p:txBody>
      </p:sp>
      <p:sp>
        <p:nvSpPr>
          <p:cNvPr id="3" name="Content Placeholder 2">
            <a:extLst>
              <a:ext uri="{FF2B5EF4-FFF2-40B4-BE49-F238E27FC236}">
                <a16:creationId xmlns:a16="http://schemas.microsoft.com/office/drawing/2014/main" id="{06440B07-592F-1E6F-D144-C766758CAB17}"/>
              </a:ext>
            </a:extLst>
          </p:cNvPr>
          <p:cNvSpPr>
            <a:spLocks noGrp="1"/>
          </p:cNvSpPr>
          <p:nvPr>
            <p:ph idx="1"/>
          </p:nvPr>
        </p:nvSpPr>
        <p:spPr/>
        <p:txBody>
          <a:bodyPr/>
          <a:lstStyle/>
          <a:p>
            <a:r>
              <a:rPr lang="en-US" dirty="0"/>
              <a:t>Techniques for tuning</a:t>
            </a:r>
          </a:p>
          <a:p>
            <a:pPr lvl="1"/>
            <a:r>
              <a:rPr lang="en-US" dirty="0"/>
              <a:t>Refining detection rules and muting alert levels</a:t>
            </a:r>
          </a:p>
          <a:p>
            <a:pPr lvl="1"/>
            <a:r>
              <a:rPr lang="en-US" dirty="0"/>
              <a:t>Redirecting sudden alert “floods“</a:t>
            </a:r>
          </a:p>
          <a:p>
            <a:pPr lvl="1"/>
            <a:r>
              <a:rPr lang="en-US" dirty="0"/>
              <a:t>Redirecting infrastructure-related alerts</a:t>
            </a:r>
          </a:p>
          <a:p>
            <a:pPr lvl="1"/>
            <a:r>
              <a:rPr lang="en-US" dirty="0"/>
              <a:t>Continuous monitoring of alert volume and analyst feedback</a:t>
            </a:r>
          </a:p>
          <a:p>
            <a:pPr lvl="1"/>
            <a:r>
              <a:rPr lang="en-US" dirty="0"/>
              <a:t>Deploying machine learning (ML) analysis</a:t>
            </a:r>
            <a:endParaRPr lang="en-US" noProof="0" dirty="0"/>
          </a:p>
        </p:txBody>
      </p:sp>
      <p:sp>
        <p:nvSpPr>
          <p:cNvPr id="4" name="Slide Number Placeholder 3">
            <a:extLst>
              <a:ext uri="{FF2B5EF4-FFF2-40B4-BE49-F238E27FC236}">
                <a16:creationId xmlns:a16="http://schemas.microsoft.com/office/drawing/2014/main" id="{0B2EB36C-68B9-FEA9-D9C6-3F91EAF58827}"/>
              </a:ext>
            </a:extLst>
          </p:cNvPr>
          <p:cNvSpPr>
            <a:spLocks noGrp="1"/>
          </p:cNvSpPr>
          <p:nvPr>
            <p:ph type="sldNum" sz="quarter" idx="10"/>
          </p:nvPr>
        </p:nvSpPr>
        <p:spPr/>
        <p:txBody>
          <a:bodyPr/>
          <a:lstStyle/>
          <a:p>
            <a:fld id="{B7CF8A19-3A9E-4ABC-B336-2FDDE321C72D}" type="slidenum">
              <a:rPr lang="en-US" smtClean="0"/>
              <a:pPr/>
              <a:t>38</a:t>
            </a:fld>
            <a:endParaRPr lang="en-US"/>
          </a:p>
        </p:txBody>
      </p:sp>
    </p:spTree>
    <p:extLst>
      <p:ext uri="{BB962C8B-B14F-4D97-AF65-F5344CB8AC3E}">
        <p14:creationId xmlns:p14="http://schemas.microsoft.com/office/powerpoint/2010/main" val="8859921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53A00-1CC2-E07F-99E1-4A0CBC40EF05}"/>
              </a:ext>
            </a:extLst>
          </p:cNvPr>
          <p:cNvSpPr>
            <a:spLocks noGrp="1"/>
          </p:cNvSpPr>
          <p:nvPr>
            <p:ph type="title"/>
          </p:nvPr>
        </p:nvSpPr>
        <p:spPr/>
        <p:txBody>
          <a:bodyPr/>
          <a:lstStyle/>
          <a:p>
            <a:r>
              <a:rPr lang="en-US" noProof="0" dirty="0"/>
              <a:t>Monitoring Infrastructure</a:t>
            </a:r>
          </a:p>
        </p:txBody>
      </p:sp>
      <p:sp>
        <p:nvSpPr>
          <p:cNvPr id="3" name="Content Placeholder 2">
            <a:extLst>
              <a:ext uri="{FF2B5EF4-FFF2-40B4-BE49-F238E27FC236}">
                <a16:creationId xmlns:a16="http://schemas.microsoft.com/office/drawing/2014/main" id="{5BABEDB4-1077-B893-3514-EA02DCABA568}"/>
              </a:ext>
            </a:extLst>
          </p:cNvPr>
          <p:cNvSpPr>
            <a:spLocks noGrp="1"/>
          </p:cNvSpPr>
          <p:nvPr>
            <p:ph idx="1"/>
          </p:nvPr>
        </p:nvSpPr>
        <p:spPr/>
        <p:txBody>
          <a:bodyPr>
            <a:normAutofit fontScale="92500" lnSpcReduction="20000"/>
          </a:bodyPr>
          <a:lstStyle/>
          <a:p>
            <a:r>
              <a:rPr lang="en-US" noProof="0" dirty="0"/>
              <a:t>Network monitors</a:t>
            </a:r>
          </a:p>
          <a:p>
            <a:pPr lvl="1"/>
            <a:r>
              <a:rPr lang="en-US" noProof="0" dirty="0"/>
              <a:t>Appliance state data</a:t>
            </a:r>
          </a:p>
          <a:p>
            <a:pPr lvl="1"/>
            <a:r>
              <a:rPr lang="en-US" noProof="0" dirty="0"/>
              <a:t>Heartbeat availability monitoring</a:t>
            </a:r>
          </a:p>
          <a:p>
            <a:pPr lvl="1"/>
            <a:r>
              <a:rPr lang="en-US" noProof="0" dirty="0"/>
              <a:t>Simple Network Management Protocol (SNMP) traps</a:t>
            </a:r>
          </a:p>
          <a:p>
            <a:r>
              <a:rPr lang="en-US" noProof="0" dirty="0" err="1"/>
              <a:t>Netflow</a:t>
            </a:r>
            <a:r>
              <a:rPr lang="en-US" noProof="0" dirty="0"/>
              <a:t>/IPFIX</a:t>
            </a:r>
          </a:p>
          <a:p>
            <a:pPr lvl="1"/>
            <a:r>
              <a:rPr lang="en-US" noProof="0" dirty="0"/>
              <a:t>Records traffic statistics</a:t>
            </a:r>
          </a:p>
          <a:p>
            <a:pPr lvl="1"/>
            <a:r>
              <a:rPr lang="en-US" noProof="0" dirty="0"/>
              <a:t>Flows defined by endpoints and ports (keys)</a:t>
            </a:r>
          </a:p>
          <a:p>
            <a:pPr lvl="1"/>
            <a:r>
              <a:rPr lang="en-US" noProof="0" dirty="0" err="1"/>
              <a:t>Netflow</a:t>
            </a:r>
            <a:r>
              <a:rPr lang="en-US" noProof="0" dirty="0"/>
              <a:t> exporters and collectors</a:t>
            </a:r>
          </a:p>
          <a:p>
            <a:endParaRPr lang="en-US" noProof="0" dirty="0"/>
          </a:p>
          <a:p>
            <a:endParaRPr lang="en-US" noProof="0" dirty="0"/>
          </a:p>
        </p:txBody>
      </p:sp>
      <p:sp>
        <p:nvSpPr>
          <p:cNvPr id="4" name="Slide Number Placeholder 3">
            <a:extLst>
              <a:ext uri="{FF2B5EF4-FFF2-40B4-BE49-F238E27FC236}">
                <a16:creationId xmlns:a16="http://schemas.microsoft.com/office/drawing/2014/main" id="{EFD3CA25-8554-9590-445A-A6C177881F40}"/>
              </a:ext>
            </a:extLst>
          </p:cNvPr>
          <p:cNvSpPr>
            <a:spLocks noGrp="1"/>
          </p:cNvSpPr>
          <p:nvPr>
            <p:ph type="sldNum" sz="quarter" idx="13"/>
          </p:nvPr>
        </p:nvSpPr>
        <p:spPr/>
        <p:txBody>
          <a:bodyPr/>
          <a:lstStyle/>
          <a:p>
            <a:fld id="{B7CF8A19-3A9E-4ABC-B336-2FDDE321C72D}" type="slidenum">
              <a:rPr lang="en-US" smtClean="0"/>
              <a:pPr/>
              <a:t>39</a:t>
            </a:fld>
            <a:endParaRPr lang="en-US"/>
          </a:p>
        </p:txBody>
      </p:sp>
      <p:pic>
        <p:nvPicPr>
          <p:cNvPr id="2050" name="Picture 2" descr="A Screengrab of the ntopng community edition.">
            <a:extLst>
              <a:ext uri="{FF2B5EF4-FFF2-40B4-BE49-F238E27FC236}">
                <a16:creationId xmlns:a16="http://schemas.microsoft.com/office/drawing/2014/main" id="{ACA178FE-3165-00A5-8470-80594B041B56}"/>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371994"/>
            <a:ext cx="4379912" cy="2794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CD76302-ABD4-D0A3-EF1A-1A114D9C49FE}"/>
              </a:ext>
            </a:extLst>
          </p:cNvPr>
          <p:cNvSpPr txBox="1"/>
          <p:nvPr/>
        </p:nvSpPr>
        <p:spPr>
          <a:xfrm>
            <a:off x="4499998" y="4212074"/>
            <a:ext cx="4600574" cy="369332"/>
          </a:xfrm>
          <a:prstGeom prst="rect">
            <a:avLst/>
          </a:prstGeom>
          <a:noFill/>
        </p:spPr>
        <p:txBody>
          <a:bodyPr wrap="square">
            <a:spAutoFit/>
          </a:bodyPr>
          <a:lstStyle/>
          <a:p>
            <a:pPr algn="ctr"/>
            <a:r>
              <a:rPr lang="en-US" sz="900" b="0" i="1" dirty="0" err="1">
                <a:solidFill>
                  <a:schemeClr val="accent4">
                    <a:lumMod val="50000"/>
                  </a:schemeClr>
                </a:solidFill>
                <a:effectLst/>
                <a:latin typeface="Open Sans" panose="020B0606030504020204" pitchFamily="34" charset="0"/>
              </a:rPr>
              <a:t>ntopng</a:t>
            </a:r>
            <a:r>
              <a:rPr lang="en-US" sz="900" b="0" i="1" dirty="0">
                <a:solidFill>
                  <a:schemeClr val="accent4">
                    <a:lumMod val="50000"/>
                  </a:schemeClr>
                </a:solidFill>
                <a:effectLst/>
                <a:latin typeface="Open Sans" panose="020B0606030504020204" pitchFamily="34" charset="0"/>
              </a:rPr>
              <a:t> community edition being used to monitor NetFlow traffic data. (Screenshot used courtesy of </a:t>
            </a:r>
            <a:r>
              <a:rPr lang="en-US" sz="900" b="0" i="1" dirty="0" err="1">
                <a:solidFill>
                  <a:schemeClr val="accent4">
                    <a:lumMod val="50000"/>
                  </a:schemeClr>
                </a:solidFill>
                <a:effectLst/>
                <a:latin typeface="Open Sans" panose="020B0606030504020204" pitchFamily="34" charset="0"/>
              </a:rPr>
              <a:t>ntop</a:t>
            </a:r>
            <a:r>
              <a:rPr lang="en-US" sz="900" b="0" i="1" dirty="0">
                <a:solidFill>
                  <a:schemeClr val="accent4">
                    <a:lumMod val="50000"/>
                  </a:schemeClr>
                </a:solidFill>
                <a:effectLst/>
                <a:latin typeface="Open Sans" panose="020B0606030504020204" pitchFamily="34" charset="0"/>
              </a:rPr>
              <a:t>.)</a:t>
            </a:r>
            <a:endParaRPr lang="en-US" sz="900" dirty="0">
              <a:solidFill>
                <a:schemeClr val="accent4">
                  <a:lumMod val="50000"/>
                </a:schemeClr>
              </a:solidFill>
            </a:endParaRPr>
          </a:p>
        </p:txBody>
      </p:sp>
    </p:spTree>
    <p:extLst>
      <p:ext uri="{BB962C8B-B14F-4D97-AF65-F5344CB8AC3E}">
        <p14:creationId xmlns:p14="http://schemas.microsoft.com/office/powerpoint/2010/main" val="35567975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CB53D-F1BD-CA1A-16B9-1D08EFE1018A}"/>
              </a:ext>
            </a:extLst>
          </p:cNvPr>
          <p:cNvSpPr>
            <a:spLocks noGrp="1"/>
          </p:cNvSpPr>
          <p:nvPr>
            <p:ph type="title"/>
          </p:nvPr>
        </p:nvSpPr>
        <p:spPr/>
        <p:txBody>
          <a:bodyPr/>
          <a:lstStyle/>
          <a:p>
            <a:r>
              <a:rPr lang="en-US" noProof="0" dirty="0"/>
              <a:t>Monitoring Systems and Applications</a:t>
            </a:r>
          </a:p>
        </p:txBody>
      </p:sp>
      <p:sp>
        <p:nvSpPr>
          <p:cNvPr id="3" name="Content Placeholder 2">
            <a:extLst>
              <a:ext uri="{FF2B5EF4-FFF2-40B4-BE49-F238E27FC236}">
                <a16:creationId xmlns:a16="http://schemas.microsoft.com/office/drawing/2014/main" id="{6EDCFB43-E5E3-19CF-24B4-D9D69A49DA34}"/>
              </a:ext>
            </a:extLst>
          </p:cNvPr>
          <p:cNvSpPr>
            <a:spLocks noGrp="1"/>
          </p:cNvSpPr>
          <p:nvPr>
            <p:ph idx="1"/>
          </p:nvPr>
        </p:nvSpPr>
        <p:spPr/>
        <p:txBody>
          <a:bodyPr>
            <a:normAutofit fontScale="70000" lnSpcReduction="20000"/>
          </a:bodyPr>
          <a:lstStyle/>
          <a:p>
            <a:r>
              <a:rPr lang="en-US" noProof="0" dirty="0"/>
              <a:t>System monitors and logs</a:t>
            </a:r>
          </a:p>
          <a:p>
            <a:pPr lvl="1"/>
            <a:r>
              <a:rPr lang="en-US" noProof="0" dirty="0"/>
              <a:t>System health reporting</a:t>
            </a:r>
          </a:p>
          <a:p>
            <a:pPr lvl="1"/>
            <a:r>
              <a:rPr lang="en-US" noProof="0" dirty="0"/>
              <a:t>System logs to diagnose availability issues</a:t>
            </a:r>
          </a:p>
          <a:p>
            <a:pPr lvl="1"/>
            <a:r>
              <a:rPr lang="en-US" noProof="0" dirty="0"/>
              <a:t>Security logs to audit access</a:t>
            </a:r>
          </a:p>
          <a:p>
            <a:r>
              <a:rPr lang="en-US" noProof="0" dirty="0"/>
              <a:t>Application and cloud monitors</a:t>
            </a:r>
          </a:p>
          <a:p>
            <a:pPr lvl="1"/>
            <a:r>
              <a:rPr lang="en-US" noProof="0" dirty="0"/>
              <a:t>Application health monitoring</a:t>
            </a:r>
          </a:p>
          <a:p>
            <a:pPr lvl="1"/>
            <a:r>
              <a:rPr lang="en-US" noProof="0" dirty="0"/>
              <a:t>Cloud </a:t>
            </a:r>
            <a:r>
              <a:rPr lang="en-US" noProof="0"/>
              <a:t>service health</a:t>
            </a:r>
            <a:endParaRPr lang="en-US" noProof="0" dirty="0"/>
          </a:p>
          <a:p>
            <a:r>
              <a:rPr lang="en-US" noProof="0" dirty="0"/>
              <a:t>Vulnerability scanners</a:t>
            </a:r>
          </a:p>
          <a:p>
            <a:r>
              <a:rPr lang="en-US" noProof="0" dirty="0"/>
              <a:t>Antivirus</a:t>
            </a:r>
          </a:p>
          <a:p>
            <a:r>
              <a:rPr lang="en-US" noProof="0" dirty="0"/>
              <a:t>Data loss prevention (DLP)</a:t>
            </a:r>
          </a:p>
          <a:p>
            <a:endParaRPr lang="en-US" noProof="0" dirty="0"/>
          </a:p>
        </p:txBody>
      </p:sp>
      <p:sp>
        <p:nvSpPr>
          <p:cNvPr id="4" name="Slide Number Placeholder 3">
            <a:extLst>
              <a:ext uri="{FF2B5EF4-FFF2-40B4-BE49-F238E27FC236}">
                <a16:creationId xmlns:a16="http://schemas.microsoft.com/office/drawing/2014/main" id="{05DA01FD-0CAE-F0C4-CAD7-BD1DBA77F836}"/>
              </a:ext>
            </a:extLst>
          </p:cNvPr>
          <p:cNvSpPr>
            <a:spLocks noGrp="1"/>
          </p:cNvSpPr>
          <p:nvPr>
            <p:ph type="sldNum" sz="quarter" idx="10"/>
          </p:nvPr>
        </p:nvSpPr>
        <p:spPr/>
        <p:txBody>
          <a:bodyPr/>
          <a:lstStyle/>
          <a:p>
            <a:fld id="{B7CF8A19-3A9E-4ABC-B336-2FDDE321C72D}" type="slidenum">
              <a:rPr lang="en-US" smtClean="0"/>
              <a:pPr/>
              <a:t>40</a:t>
            </a:fld>
            <a:endParaRPr lang="en-US"/>
          </a:p>
        </p:txBody>
      </p:sp>
    </p:spTree>
    <p:extLst>
      <p:ext uri="{BB962C8B-B14F-4D97-AF65-F5344CB8AC3E}">
        <p14:creationId xmlns:p14="http://schemas.microsoft.com/office/powerpoint/2010/main" val="23904129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5182D-6E81-547E-30E1-7428E081E58B}"/>
              </a:ext>
            </a:extLst>
          </p:cNvPr>
          <p:cNvSpPr>
            <a:spLocks noGrp="1"/>
          </p:cNvSpPr>
          <p:nvPr>
            <p:ph type="title"/>
          </p:nvPr>
        </p:nvSpPr>
        <p:spPr/>
        <p:txBody>
          <a:bodyPr/>
          <a:lstStyle/>
          <a:p>
            <a:r>
              <a:rPr lang="en-US" noProof="0" dirty="0"/>
              <a:t>Benchmarks</a:t>
            </a:r>
          </a:p>
        </p:txBody>
      </p:sp>
      <p:sp>
        <p:nvSpPr>
          <p:cNvPr id="4" name="Content Placeholder 3">
            <a:extLst>
              <a:ext uri="{FF2B5EF4-FFF2-40B4-BE49-F238E27FC236}">
                <a16:creationId xmlns:a16="http://schemas.microsoft.com/office/drawing/2014/main" id="{69C10E45-F29F-A3E4-3CDD-B3004E2F643B}"/>
              </a:ext>
            </a:extLst>
          </p:cNvPr>
          <p:cNvSpPr>
            <a:spLocks noGrp="1"/>
          </p:cNvSpPr>
          <p:nvPr>
            <p:ph idx="12"/>
          </p:nvPr>
        </p:nvSpPr>
        <p:spPr/>
        <p:txBody>
          <a:bodyPr/>
          <a:lstStyle/>
          <a:p>
            <a:r>
              <a:rPr lang="en-US" noProof="0" dirty="0"/>
              <a:t>Scanning for configuration vulnerabilities</a:t>
            </a:r>
          </a:p>
          <a:p>
            <a:pPr lvl="1"/>
            <a:r>
              <a:rPr lang="en-US" noProof="0" dirty="0"/>
              <a:t>Lack of controls</a:t>
            </a:r>
          </a:p>
          <a:p>
            <a:pPr lvl="1"/>
            <a:r>
              <a:rPr lang="en-US" noProof="0" dirty="0"/>
              <a:t>Improper configuration</a:t>
            </a:r>
          </a:p>
          <a:p>
            <a:r>
              <a:rPr lang="en-US" noProof="0" dirty="0"/>
              <a:t>Security content automation protocol (SCAP)</a:t>
            </a:r>
          </a:p>
          <a:p>
            <a:pPr lvl="1"/>
            <a:r>
              <a:rPr lang="en-US" noProof="0" dirty="0"/>
              <a:t>Language to enable scanners to load configuration benchmarks and scan for deviations</a:t>
            </a:r>
          </a:p>
        </p:txBody>
      </p:sp>
      <p:sp>
        <p:nvSpPr>
          <p:cNvPr id="5" name="Slide Number Placeholder 4">
            <a:extLst>
              <a:ext uri="{FF2B5EF4-FFF2-40B4-BE49-F238E27FC236}">
                <a16:creationId xmlns:a16="http://schemas.microsoft.com/office/drawing/2014/main" id="{C0F63FF0-3E81-2B91-616A-F87FC595E9D4}"/>
              </a:ext>
            </a:extLst>
          </p:cNvPr>
          <p:cNvSpPr>
            <a:spLocks noGrp="1"/>
          </p:cNvSpPr>
          <p:nvPr>
            <p:ph type="sldNum" sz="quarter" idx="13"/>
          </p:nvPr>
        </p:nvSpPr>
        <p:spPr/>
        <p:txBody>
          <a:bodyPr/>
          <a:lstStyle/>
          <a:p>
            <a:fld id="{B7CF8A19-3A9E-4ABC-B336-2FDDE321C72D}" type="slidenum">
              <a:rPr lang="en-US" smtClean="0"/>
              <a:pPr/>
              <a:t>41</a:t>
            </a:fld>
            <a:endParaRPr lang="en-US"/>
          </a:p>
        </p:txBody>
      </p:sp>
      <p:pic>
        <p:nvPicPr>
          <p:cNvPr id="31746" name="Picture 2">
            <a:extLst>
              <a:ext uri="{FF2B5EF4-FFF2-40B4-BE49-F238E27FC236}">
                <a16:creationId xmlns:a16="http://schemas.microsoft.com/office/drawing/2014/main" id="{13D96C9E-FBD1-B570-D552-5E8B394F0B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050" y="1615426"/>
            <a:ext cx="4354513" cy="230793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F4DEF01-16F7-B027-9262-DBD75BD6B5D0}"/>
              </a:ext>
            </a:extLst>
          </p:cNvPr>
          <p:cNvSpPr txBox="1"/>
          <p:nvPr/>
        </p:nvSpPr>
        <p:spPr>
          <a:xfrm>
            <a:off x="-28575" y="3923362"/>
            <a:ext cx="4600574" cy="230832"/>
          </a:xfrm>
          <a:prstGeom prst="rect">
            <a:avLst/>
          </a:prstGeom>
          <a:noFill/>
        </p:spPr>
        <p:txBody>
          <a:bodyPr wrap="square">
            <a:spAutoFit/>
          </a:bodyPr>
          <a:lstStyle/>
          <a:p>
            <a:pPr algn="ctr"/>
            <a:r>
              <a:rPr lang="en-US" sz="900" b="0" i="1" dirty="0">
                <a:solidFill>
                  <a:schemeClr val="accent4">
                    <a:lumMod val="50000"/>
                  </a:schemeClr>
                </a:solidFill>
                <a:effectLst/>
                <a:latin typeface="Open Sans" panose="020B0606030504020204" pitchFamily="34" charset="0"/>
              </a:rPr>
              <a:t>Monitoring template aligned to NIST 800-53 framework requirements. </a:t>
            </a:r>
            <a:endParaRPr lang="en-US" sz="900" dirty="0">
              <a:solidFill>
                <a:schemeClr val="accent4">
                  <a:lumMod val="50000"/>
                </a:schemeClr>
              </a:solidFill>
            </a:endParaRPr>
          </a:p>
        </p:txBody>
      </p:sp>
    </p:spTree>
    <p:extLst>
      <p:ext uri="{BB962C8B-B14F-4D97-AF65-F5344CB8AC3E}">
        <p14:creationId xmlns:p14="http://schemas.microsoft.com/office/powerpoint/2010/main" val="18463188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D3752F-6CCA-8371-38E9-DE8830ADBC0C}"/>
              </a:ext>
            </a:extLst>
          </p:cNvPr>
          <p:cNvSpPr>
            <a:spLocks noGrp="1"/>
          </p:cNvSpPr>
          <p:nvPr>
            <p:ph sz="quarter" idx="11"/>
          </p:nvPr>
        </p:nvSpPr>
        <p:spPr/>
        <p:txBody>
          <a:bodyPr>
            <a:normAutofit fontScale="62500" lnSpcReduction="20000"/>
          </a:bodyPr>
          <a:lstStyle/>
          <a:p>
            <a:r>
              <a:rPr lang="en-US" dirty="0"/>
              <a:t>Security Information and Event Management</a:t>
            </a:r>
          </a:p>
          <a:p>
            <a:pPr lvl="1"/>
            <a:r>
              <a:rPr lang="en-US" dirty="0"/>
              <a:t>Collection and aggregation</a:t>
            </a:r>
          </a:p>
          <a:p>
            <a:r>
              <a:rPr lang="en-US" dirty="0"/>
              <a:t>Alerting and monitoring activities</a:t>
            </a:r>
          </a:p>
          <a:p>
            <a:pPr lvl="1"/>
            <a:r>
              <a:rPr lang="en-US" dirty="0"/>
              <a:t>Correlation, reporting, archiving</a:t>
            </a:r>
          </a:p>
          <a:p>
            <a:r>
              <a:rPr lang="en-US" dirty="0"/>
              <a:t>Alert tuning</a:t>
            </a:r>
          </a:p>
          <a:p>
            <a:pPr lvl="1"/>
            <a:r>
              <a:rPr lang="en-US" dirty="0"/>
              <a:t>False positives, false negatives, alert fatigue</a:t>
            </a:r>
          </a:p>
          <a:p>
            <a:r>
              <a:rPr lang="en-US" dirty="0"/>
              <a:t>Monitoring infrastructure</a:t>
            </a:r>
          </a:p>
          <a:p>
            <a:pPr lvl="1"/>
            <a:r>
              <a:rPr lang="en-US" dirty="0"/>
              <a:t>Network monitors, NetFlow</a:t>
            </a:r>
          </a:p>
          <a:p>
            <a:r>
              <a:rPr lang="en-US" dirty="0"/>
              <a:t>Monitoring systems and applications</a:t>
            </a:r>
          </a:p>
          <a:p>
            <a:r>
              <a:rPr lang="en-US" dirty="0"/>
              <a:t>Benchmarks</a:t>
            </a:r>
          </a:p>
          <a:p>
            <a:pPr lvl="1"/>
            <a:r>
              <a:rPr lang="en-US" dirty="0"/>
              <a:t>SCAP, OVAL, XCCDF configuration </a:t>
            </a:r>
            <a:r>
              <a:rPr lang="en-US"/>
              <a:t>baseline scanning</a:t>
            </a:r>
            <a:endParaRPr lang="en-US" dirty="0"/>
          </a:p>
        </p:txBody>
      </p:sp>
      <p:sp>
        <p:nvSpPr>
          <p:cNvPr id="3" name="Title 2">
            <a:extLst>
              <a:ext uri="{FF2B5EF4-FFF2-40B4-BE49-F238E27FC236}">
                <a16:creationId xmlns:a16="http://schemas.microsoft.com/office/drawing/2014/main" id="{5DEB7C6F-5ABD-58B4-604B-BA0D035D58CB}"/>
              </a:ext>
            </a:extLst>
          </p:cNvPr>
          <p:cNvSpPr>
            <a:spLocks noGrp="1"/>
          </p:cNvSpPr>
          <p:nvPr>
            <p:ph type="title"/>
          </p:nvPr>
        </p:nvSpPr>
        <p:spPr/>
        <p:txBody>
          <a:bodyPr/>
          <a:lstStyle/>
          <a:p>
            <a:r>
              <a:rPr lang="en-US" dirty="0"/>
              <a:t>Alerting and Monitoring Tools</a:t>
            </a:r>
          </a:p>
        </p:txBody>
      </p:sp>
      <p:sp>
        <p:nvSpPr>
          <p:cNvPr id="4" name="Slide Number Placeholder 3">
            <a:extLst>
              <a:ext uri="{FF2B5EF4-FFF2-40B4-BE49-F238E27FC236}">
                <a16:creationId xmlns:a16="http://schemas.microsoft.com/office/drawing/2014/main" id="{52593203-80D5-F7B8-046C-FA7C32D98E96}"/>
              </a:ext>
            </a:extLst>
          </p:cNvPr>
          <p:cNvSpPr>
            <a:spLocks noGrp="1"/>
          </p:cNvSpPr>
          <p:nvPr>
            <p:ph type="sldNum" sz="quarter" idx="12"/>
          </p:nvPr>
        </p:nvSpPr>
        <p:spPr/>
        <p:txBody>
          <a:bodyPr/>
          <a:lstStyle/>
          <a:p>
            <a:fld id="{B7CF8A19-3A9E-4ABC-B336-2FDDE321C72D}" type="slidenum">
              <a:rPr lang="en-US" smtClean="0"/>
              <a:pPr/>
              <a:t>42</a:t>
            </a:fld>
            <a:endParaRPr lang="en-US"/>
          </a:p>
        </p:txBody>
      </p:sp>
    </p:spTree>
    <p:extLst>
      <p:ext uri="{BB962C8B-B14F-4D97-AF65-F5344CB8AC3E}">
        <p14:creationId xmlns:p14="http://schemas.microsoft.com/office/powerpoint/2010/main" val="41208861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12</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a:t>CompTIA Security+ Exam SY0-701</a:t>
            </a:r>
          </a:p>
          <a:p>
            <a:endParaRPr lang="en-US"/>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43</a:t>
            </a:fld>
            <a:endParaRPr lang="en-US"/>
          </a:p>
        </p:txBody>
      </p:sp>
    </p:spTree>
    <p:extLst>
      <p:ext uri="{BB962C8B-B14F-4D97-AF65-F5344CB8AC3E}">
        <p14:creationId xmlns:p14="http://schemas.microsoft.com/office/powerpoint/2010/main" val="2656603284"/>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purl.org/dc/terms/"/>
    <ds:schemaRef ds:uri="http://purl.org/dc/dcmitype/"/>
    <ds:schemaRef ds:uri="http://purl.org/dc/elements/1.1/"/>
    <ds:schemaRef ds:uri="http://schemas.microsoft.com/office/2006/documentManagement/types"/>
    <ds:schemaRef ds:uri="95a46270-66ec-4bdf-aabc-d78887d51418"/>
    <ds:schemaRef ds:uri="http://schemas.microsoft.com/office/infopath/2007/PartnerControls"/>
    <ds:schemaRef ds:uri="http://schemas.microsoft.com/office/2006/metadata/properties"/>
    <ds:schemaRef ds:uri="http://schemas.openxmlformats.org/package/2006/metadata/core-properties"/>
    <ds:schemaRef ds:uri="315eb565-7267-4a95-9087-2f433ded3c8b"/>
    <ds:schemaRef ds:uri="http://schemas.microsoft.com/sharepoint/v3"/>
    <ds:schemaRef ds:uri="http://www.w3.org/XML/1998/namespace"/>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EC6AC144-B87D-452B-9F29-102FBEA13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101</TotalTime>
  <Words>2658</Words>
  <Application>Microsoft Office PowerPoint</Application>
  <PresentationFormat>On-screen Show (16:9)</PresentationFormat>
  <Paragraphs>445</Paragraphs>
  <Slides>43</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Calibri</vt:lpstr>
      <vt:lpstr>Arial</vt:lpstr>
      <vt:lpstr>Open Sans</vt:lpstr>
      <vt:lpstr>comptia_ov</vt:lpstr>
      <vt:lpstr>Explain Alerting and Monitoring Concepts</vt:lpstr>
      <vt:lpstr>Objectives</vt:lpstr>
      <vt:lpstr>Incident Response</vt:lpstr>
      <vt:lpstr>Incident Response Processes</vt:lpstr>
      <vt:lpstr>Preparation (1)</vt:lpstr>
      <vt:lpstr>Preparation (2)</vt:lpstr>
      <vt:lpstr>Detection</vt:lpstr>
      <vt:lpstr>Analysis</vt:lpstr>
      <vt:lpstr>Containment</vt:lpstr>
      <vt:lpstr>Eradication and Recovery</vt:lpstr>
      <vt:lpstr>Lessons Learned</vt:lpstr>
      <vt:lpstr>Testing and Training</vt:lpstr>
      <vt:lpstr>Threat Hunting</vt:lpstr>
      <vt:lpstr>Incident Response</vt:lpstr>
      <vt:lpstr>Digital Forensics</vt:lpstr>
      <vt:lpstr>Due Process and Legal Hold</vt:lpstr>
      <vt:lpstr>Acquisition</vt:lpstr>
      <vt:lpstr>System Memory Acquisition</vt:lpstr>
      <vt:lpstr>Disk Image Acquisition</vt:lpstr>
      <vt:lpstr>Preservation</vt:lpstr>
      <vt:lpstr>Reporting</vt:lpstr>
      <vt:lpstr>Digital Forensics</vt:lpstr>
      <vt:lpstr>Data Sources</vt:lpstr>
      <vt:lpstr>Data Sources, Dashboards, and Reports (1)</vt:lpstr>
      <vt:lpstr>Data Sources, Dashboards, and Reports (2)</vt:lpstr>
      <vt:lpstr>Log Data</vt:lpstr>
      <vt:lpstr>Host Operating System Logs</vt:lpstr>
      <vt:lpstr>Application and Endpoint Logs</vt:lpstr>
      <vt:lpstr>Network Data Sources</vt:lpstr>
      <vt:lpstr>Packet Captures</vt:lpstr>
      <vt:lpstr>Metadata</vt:lpstr>
      <vt:lpstr>Data Sources</vt:lpstr>
      <vt:lpstr>PowerPoint Presentation</vt:lpstr>
      <vt:lpstr>Alerting and Monitoring Tools</vt:lpstr>
      <vt:lpstr>Security Information and Event Management</vt:lpstr>
      <vt:lpstr>Alerting and Monitoring Activities</vt:lpstr>
      <vt:lpstr>Alert Tuning (1)</vt:lpstr>
      <vt:lpstr>Alert Tuning (2)</vt:lpstr>
      <vt:lpstr>Monitoring Infrastructure</vt:lpstr>
      <vt:lpstr>Monitoring Systems and Applications</vt:lpstr>
      <vt:lpstr>Benchmarks</vt:lpstr>
      <vt:lpstr>Alerting and Monitoring Tools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SY0-701</dc:title>
  <dc:subject>Slide deck to accompany a CompTIA OCC study guide</dc:subject>
  <dc:creator>James Pengelly</dc:creator>
  <dc:description>Copyright © 2022 CompTIA, Inc. All Rights Reserved.  |  CompTIA.org</dc:description>
  <cp:lastModifiedBy>Danielle Andries</cp:lastModifiedBy>
  <cp:revision>10</cp:revision>
  <dcterms:created xsi:type="dcterms:W3CDTF">2023-04-03T11:18:01Z</dcterms:created>
  <dcterms:modified xsi:type="dcterms:W3CDTF">2023-09-14T02:11:54Z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0x010100F8AB8BE3257A504EB15FA3D006F5CE14</vt:lpwstr>
  </property>
</Properties>
</file>