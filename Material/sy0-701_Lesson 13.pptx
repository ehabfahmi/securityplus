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910" r:id="rId4"/>
  </p:sldMasterIdLst>
  <p:notesMasterIdLst>
    <p:notesMasterId r:id="rId42"/>
  </p:notesMasterIdLst>
  <p:handoutMasterIdLst>
    <p:handoutMasterId r:id="rId43"/>
  </p:handoutMasterIdLst>
  <p:sldIdLst>
    <p:sldId id="278" r:id="rId5"/>
    <p:sldId id="938" r:id="rId6"/>
    <p:sldId id="283" r:id="rId7"/>
    <p:sldId id="309" r:id="rId8"/>
    <p:sldId id="310" r:id="rId9"/>
    <p:sldId id="311" r:id="rId10"/>
    <p:sldId id="312" r:id="rId11"/>
    <p:sldId id="313" r:id="rId12"/>
    <p:sldId id="314" r:id="rId13"/>
    <p:sldId id="315" r:id="rId14"/>
    <p:sldId id="316" r:id="rId15"/>
    <p:sldId id="476" r:id="rId16"/>
    <p:sldId id="939" r:id="rId17"/>
    <p:sldId id="284" r:id="rId18"/>
    <p:sldId id="477" r:id="rId19"/>
    <p:sldId id="927" r:id="rId20"/>
    <p:sldId id="915" r:id="rId21"/>
    <p:sldId id="564" r:id="rId22"/>
    <p:sldId id="523" r:id="rId23"/>
    <p:sldId id="478" r:id="rId24"/>
    <p:sldId id="620" r:id="rId25"/>
    <p:sldId id="364" r:id="rId26"/>
    <p:sldId id="917" r:id="rId27"/>
    <p:sldId id="924" r:id="rId28"/>
    <p:sldId id="925" r:id="rId29"/>
    <p:sldId id="940" r:id="rId30"/>
    <p:sldId id="285" r:id="rId31"/>
    <p:sldId id="916" r:id="rId32"/>
    <p:sldId id="919" r:id="rId33"/>
    <p:sldId id="920" r:id="rId34"/>
    <p:sldId id="923" r:id="rId35"/>
    <p:sldId id="921" r:id="rId36"/>
    <p:sldId id="922" r:id="rId37"/>
    <p:sldId id="918" r:id="rId38"/>
    <p:sldId id="926" r:id="rId39"/>
    <p:sldId id="941" r:id="rId40"/>
    <p:sldId id="937" r:id="rId41"/>
  </p:sldIdLst>
  <p:sldSz cx="9144000" cy="5143500" type="screen16x9"/>
  <p:notesSz cx="6858000" cy="9144000"/>
  <p:embeddedFontLst>
    <p:embeddedFont>
      <p:font typeface="Calibri" panose="020F0502020204030204" pitchFamily="34" charset="0"/>
      <p:regular r:id="rId44"/>
      <p:bold r:id="rId45"/>
      <p:italic r:id="rId46"/>
      <p:boldItalic r:id="rId47"/>
    </p:embeddedFont>
    <p:embeddedFont>
      <p:font typeface="Open Sans" panose="020B0606030504020204" pitchFamily="34" charset="0"/>
      <p:regular r:id="rId48"/>
      <p:bold r:id="rId49"/>
      <p:italic r:id="rId50"/>
      <p:boldItalic r:id="rId51"/>
    </p:embeddedFont>
    <p:embeddedFont>
      <p:font typeface="Roboto Mono" panose="00000009000000000000" pitchFamily="49" charset="0"/>
      <p:regular r:id="rId52"/>
      <p:bold r:id="rId53"/>
      <p:italic r:id="rId54"/>
      <p:boldItalic r:id="rId5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4942569-D0A5-30EF-04FD-0AEC1D52D331}" name="James Pengelly" initials="JP" userId="S::jpengelly@comptia.org::d269fecd-a8a2-4e5a-93ae-88bdaab21f5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Pam Taylor" initials="PT" lastIdx="1" clrIdx="0">
    <p:extLst>
      <p:ext uri="{19B8F6BF-5375-455C-9EA6-DF929625EA0E}">
        <p15:presenceInfo xmlns:p15="http://schemas.microsoft.com/office/powerpoint/2012/main" userId="Pam Taylor" providerId="None"/>
      </p:ext>
    </p:extLst>
  </p:cmAuthor>
  <p:cmAuthor id="2" name="Gail Sandler" initials="GS" lastIdx="4" clrIdx="1">
    <p:extLst>
      <p:ext uri="{19B8F6BF-5375-455C-9EA6-DF929625EA0E}">
        <p15:presenceInfo xmlns:p15="http://schemas.microsoft.com/office/powerpoint/2012/main" userId="2b7e9c3f3530ff22" providerId="Windows Live"/>
      </p:ext>
    </p:extLst>
  </p:cmAuthor>
  <p:cmAuthor id="3" name="James Pengelly" initials="JP" lastIdx="1" clrIdx="2">
    <p:extLst>
      <p:ext uri="{19B8F6BF-5375-455C-9EA6-DF929625EA0E}">
        <p15:presenceInfo xmlns:p15="http://schemas.microsoft.com/office/powerpoint/2012/main" userId="S::jpengelly@comptia.org::d269fecd-a8a2-4e5a-93ae-88bdaab21f5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6D00"/>
    <a:srgbClr val="CF9FDE"/>
    <a:srgbClr val="FEAE62"/>
    <a:srgbClr val="7FC8DD"/>
    <a:srgbClr val="44545F"/>
    <a:srgbClr val="B1B7BC"/>
    <a:srgbClr val="0A7DA0"/>
    <a:srgbClr val="007C9E"/>
    <a:srgbClr val="004D72"/>
    <a:srgbClr val="004D71"/>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3B6CD7-0F36-43A6-929F-F61934D8F26D}" v="2" dt="2023-09-13T17:22:57.4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79083" autoAdjust="0"/>
  </p:normalViewPr>
  <p:slideViewPr>
    <p:cSldViewPr snapToGrid="0">
      <p:cViewPr varScale="1">
        <p:scale>
          <a:sx n="117" d="100"/>
          <a:sy n="117" d="100"/>
        </p:scale>
        <p:origin x="762" y="84"/>
      </p:cViewPr>
      <p:guideLst>
        <p:guide orient="horz" pos="1620"/>
        <p:guide pos="2880"/>
      </p:guideLst>
    </p:cSldViewPr>
  </p:slideViewPr>
  <p:outlineViewPr>
    <p:cViewPr>
      <p:scale>
        <a:sx n="33" d="100"/>
        <a:sy n="33" d="100"/>
      </p:scale>
      <p:origin x="0" y="-1002"/>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 r:id="rId30" collapse="1"/>
      <p:sld r:id="rId31" collapse="1"/>
      <p:sld r:id="rId32" collapse="1"/>
      <p:sld r:id="rId33" collapse="1"/>
      <p:sld r:id="rId34" collapse="1"/>
      <p:sld r:id="rId35" collapse="1"/>
      <p:sld r:id="rId36" collapse="1"/>
      <p:sld r:id="rId37" collapse="1"/>
    </p:sldLst>
  </p:outlineViewPr>
  <p:notesTextViewPr>
    <p:cViewPr>
      <p:scale>
        <a:sx n="3" d="2"/>
        <a:sy n="3" d="2"/>
      </p:scale>
      <p:origin x="0" y="0"/>
    </p:cViewPr>
  </p:notesTextViewPr>
  <p:sorterViewPr>
    <p:cViewPr>
      <p:scale>
        <a:sx n="66" d="100"/>
        <a:sy n="66" d="100"/>
      </p:scale>
      <p:origin x="0" y="0"/>
    </p:cViewPr>
  </p:sorterViewPr>
  <p:notesViewPr>
    <p:cSldViewPr snapToGrid="0">
      <p:cViewPr varScale="1">
        <p:scale>
          <a:sx n="87" d="100"/>
          <a:sy n="87" d="100"/>
        </p:scale>
        <p:origin x="3840"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openxmlformats.org/officeDocument/2006/relationships/font" Target="fonts/font4.fntdata"/><Relationship Id="rId50" Type="http://schemas.openxmlformats.org/officeDocument/2006/relationships/font" Target="fonts/font7.fntdata"/><Relationship Id="rId55" Type="http://schemas.openxmlformats.org/officeDocument/2006/relationships/font" Target="fonts/font12.fntdata"/><Relationship Id="rId63"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font" Target="fonts/font2.fntdata"/><Relationship Id="rId53" Type="http://schemas.openxmlformats.org/officeDocument/2006/relationships/font" Target="fonts/font10.fntdata"/><Relationship Id="rId58" Type="http://schemas.openxmlformats.org/officeDocument/2006/relationships/viewProps" Target="viewProps.xml"/><Relationship Id="rId5" Type="http://schemas.openxmlformats.org/officeDocument/2006/relationships/slide" Target="slides/slide1.xml"/><Relationship Id="rId61" Type="http://schemas.microsoft.com/office/2016/11/relationships/changesInfo" Target="changesInfos/changesInfo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handoutMaster" Target="handoutMasters/handoutMaster1.xml"/><Relationship Id="rId48" Type="http://schemas.openxmlformats.org/officeDocument/2006/relationships/font" Target="fonts/font5.fntdata"/><Relationship Id="rId56" Type="http://schemas.openxmlformats.org/officeDocument/2006/relationships/commentAuthors" Target="commentAuthors.xml"/><Relationship Id="rId8" Type="http://schemas.openxmlformats.org/officeDocument/2006/relationships/slide" Target="slides/slide4.xml"/><Relationship Id="rId51" Type="http://schemas.openxmlformats.org/officeDocument/2006/relationships/font" Target="fonts/font8.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3.fntdata"/><Relationship Id="rId59"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font" Target="fonts/font11.fntdata"/><Relationship Id="rId62"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6.fntdata"/><Relationship Id="rId57"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font" Target="fonts/font1.fntdata"/><Relationship Id="rId52" Type="http://schemas.openxmlformats.org/officeDocument/2006/relationships/font" Target="fonts/font9.fntdata"/><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s>
</file>

<file path=ppt/_rels/viewProps.xml.rels><?xml version="1.0" encoding="UTF-8" standalone="yes"?>
<Relationships xmlns="http://schemas.openxmlformats.org/package/2006/relationships"><Relationship Id="rId13" Type="http://schemas.openxmlformats.org/officeDocument/2006/relationships/slide" Target="slides/slide13.xml"/><Relationship Id="rId18" Type="http://schemas.openxmlformats.org/officeDocument/2006/relationships/slide" Target="slides/slide18.xml"/><Relationship Id="rId26" Type="http://schemas.openxmlformats.org/officeDocument/2006/relationships/slide" Target="slides/slide26.xml"/><Relationship Id="rId21" Type="http://schemas.openxmlformats.org/officeDocument/2006/relationships/slide" Target="slides/slide21.xml"/><Relationship Id="rId34" Type="http://schemas.openxmlformats.org/officeDocument/2006/relationships/slide" Target="slides/slide34.xml"/><Relationship Id="rId7" Type="http://schemas.openxmlformats.org/officeDocument/2006/relationships/slide" Target="slides/slide7.xml"/><Relationship Id="rId12" Type="http://schemas.openxmlformats.org/officeDocument/2006/relationships/slide" Target="slides/slide12.xml"/><Relationship Id="rId17" Type="http://schemas.openxmlformats.org/officeDocument/2006/relationships/slide" Target="slides/slide17.xml"/><Relationship Id="rId25" Type="http://schemas.openxmlformats.org/officeDocument/2006/relationships/slide" Target="slides/slide25.xml"/><Relationship Id="rId33" Type="http://schemas.openxmlformats.org/officeDocument/2006/relationships/slide" Target="slides/slide33.xml"/><Relationship Id="rId2" Type="http://schemas.openxmlformats.org/officeDocument/2006/relationships/slide" Target="slides/slide2.xml"/><Relationship Id="rId16" Type="http://schemas.openxmlformats.org/officeDocument/2006/relationships/slide" Target="slides/slide16.xml"/><Relationship Id="rId20" Type="http://schemas.openxmlformats.org/officeDocument/2006/relationships/slide" Target="slides/slide20.xml"/><Relationship Id="rId29" Type="http://schemas.openxmlformats.org/officeDocument/2006/relationships/slide" Target="slides/slide29.xml"/><Relationship Id="rId1" Type="http://schemas.openxmlformats.org/officeDocument/2006/relationships/slide" Target="slides/slide1.xml"/><Relationship Id="rId6" Type="http://schemas.openxmlformats.org/officeDocument/2006/relationships/slide" Target="slides/slide6.xml"/><Relationship Id="rId11" Type="http://schemas.openxmlformats.org/officeDocument/2006/relationships/slide" Target="slides/slide11.xml"/><Relationship Id="rId24" Type="http://schemas.openxmlformats.org/officeDocument/2006/relationships/slide" Target="slides/slide24.xml"/><Relationship Id="rId32" Type="http://schemas.openxmlformats.org/officeDocument/2006/relationships/slide" Target="slides/slide32.xml"/><Relationship Id="rId37" Type="http://schemas.openxmlformats.org/officeDocument/2006/relationships/slide" Target="slides/slide37.xml"/><Relationship Id="rId5" Type="http://schemas.openxmlformats.org/officeDocument/2006/relationships/slide" Target="slides/slide5.xml"/><Relationship Id="rId15" Type="http://schemas.openxmlformats.org/officeDocument/2006/relationships/slide" Target="slides/slide15.xml"/><Relationship Id="rId23" Type="http://schemas.openxmlformats.org/officeDocument/2006/relationships/slide" Target="slides/slide23.xml"/><Relationship Id="rId28" Type="http://schemas.openxmlformats.org/officeDocument/2006/relationships/slide" Target="slides/slide28.xml"/><Relationship Id="rId36" Type="http://schemas.openxmlformats.org/officeDocument/2006/relationships/slide" Target="slides/slide36.xml"/><Relationship Id="rId10" Type="http://schemas.openxmlformats.org/officeDocument/2006/relationships/slide" Target="slides/slide10.xml"/><Relationship Id="rId19" Type="http://schemas.openxmlformats.org/officeDocument/2006/relationships/slide" Target="slides/slide19.xml"/><Relationship Id="rId31" Type="http://schemas.openxmlformats.org/officeDocument/2006/relationships/slide" Target="slides/slide31.xml"/><Relationship Id="rId4" Type="http://schemas.openxmlformats.org/officeDocument/2006/relationships/slide" Target="slides/slide4.xml"/><Relationship Id="rId9" Type="http://schemas.openxmlformats.org/officeDocument/2006/relationships/slide" Target="slides/slide9.xml"/><Relationship Id="rId14" Type="http://schemas.openxmlformats.org/officeDocument/2006/relationships/slide" Target="slides/slide14.xml"/><Relationship Id="rId22" Type="http://schemas.openxmlformats.org/officeDocument/2006/relationships/slide" Target="slides/slide22.xml"/><Relationship Id="rId27" Type="http://schemas.openxmlformats.org/officeDocument/2006/relationships/slide" Target="slides/slide27.xml"/><Relationship Id="rId30" Type="http://schemas.openxmlformats.org/officeDocument/2006/relationships/slide" Target="slides/slide30.xml"/><Relationship Id="rId35" Type="http://schemas.openxmlformats.org/officeDocument/2006/relationships/slide" Target="slides/slide35.xml"/><Relationship Id="rId8" Type="http://schemas.openxmlformats.org/officeDocument/2006/relationships/slide" Target="slides/slide8.xml"/><Relationship Id="rId3"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le Andries" userId="93d179e4-3c18-40f7-920e-ae80b202540d" providerId="ADAL" clId="{4C3B6CD7-0F36-43A6-929F-F61934D8F26D}"/>
    <pc:docChg chg="undo custSel modSld">
      <pc:chgData name="Danielle Andries" userId="93d179e4-3c18-40f7-920e-ae80b202540d" providerId="ADAL" clId="{4C3B6CD7-0F36-43A6-929F-F61934D8F26D}" dt="2023-09-13T17:27:33.751" v="39" actId="962"/>
      <pc:docMkLst>
        <pc:docMk/>
      </pc:docMkLst>
      <pc:sldChg chg="modSp">
        <pc:chgData name="Danielle Andries" userId="93d179e4-3c18-40f7-920e-ae80b202540d" providerId="ADAL" clId="{4C3B6CD7-0F36-43A6-929F-F61934D8F26D}" dt="2023-09-13T17:22:57.411" v="1" actId="962"/>
        <pc:sldMkLst>
          <pc:docMk/>
          <pc:sldMk cId="2007699143" sldId="309"/>
        </pc:sldMkLst>
        <pc:picChg chg="mod">
          <ac:chgData name="Danielle Andries" userId="93d179e4-3c18-40f7-920e-ae80b202540d" providerId="ADAL" clId="{4C3B6CD7-0F36-43A6-929F-F61934D8F26D}" dt="2023-09-13T17:22:57.411" v="1" actId="962"/>
          <ac:picMkLst>
            <pc:docMk/>
            <pc:sldMk cId="2007699143" sldId="309"/>
            <ac:picMk id="8" creationId="{F4EC50EE-C6DD-1893-3FEA-2D5E93F19A1B}"/>
          </ac:picMkLst>
        </pc:picChg>
      </pc:sldChg>
      <pc:sldChg chg="modSp mod">
        <pc:chgData name="Danielle Andries" userId="93d179e4-3c18-40f7-920e-ae80b202540d" providerId="ADAL" clId="{4C3B6CD7-0F36-43A6-929F-F61934D8F26D}" dt="2023-09-13T17:23:14.203" v="3" actId="962"/>
        <pc:sldMkLst>
          <pc:docMk/>
          <pc:sldMk cId="4281608181" sldId="310"/>
        </pc:sldMkLst>
        <pc:picChg chg="mod">
          <ac:chgData name="Danielle Andries" userId="93d179e4-3c18-40f7-920e-ae80b202540d" providerId="ADAL" clId="{4C3B6CD7-0F36-43A6-929F-F61934D8F26D}" dt="2023-09-13T17:23:14.203" v="3" actId="962"/>
          <ac:picMkLst>
            <pc:docMk/>
            <pc:sldMk cId="4281608181" sldId="310"/>
            <ac:picMk id="9218" creationId="{BB63091E-F914-76C4-FDBD-47E12F8249AE}"/>
          </ac:picMkLst>
        </pc:picChg>
      </pc:sldChg>
      <pc:sldChg chg="modSp mod">
        <pc:chgData name="Danielle Andries" userId="93d179e4-3c18-40f7-920e-ae80b202540d" providerId="ADAL" clId="{4C3B6CD7-0F36-43A6-929F-F61934D8F26D}" dt="2023-09-13T17:23:45.363" v="5" actId="962"/>
        <pc:sldMkLst>
          <pc:docMk/>
          <pc:sldMk cId="1050497775" sldId="313"/>
        </pc:sldMkLst>
        <pc:picChg chg="mod">
          <ac:chgData name="Danielle Andries" userId="93d179e4-3c18-40f7-920e-ae80b202540d" providerId="ADAL" clId="{4C3B6CD7-0F36-43A6-929F-F61934D8F26D}" dt="2023-09-13T17:23:45.363" v="5" actId="962"/>
          <ac:picMkLst>
            <pc:docMk/>
            <pc:sldMk cId="1050497775" sldId="313"/>
            <ac:picMk id="11266" creationId="{D50EE9BE-8EEC-6EF3-A146-3DCBE867C61E}"/>
          </ac:picMkLst>
        </pc:picChg>
      </pc:sldChg>
      <pc:sldChg chg="modSp mod">
        <pc:chgData name="Danielle Andries" userId="93d179e4-3c18-40f7-920e-ae80b202540d" providerId="ADAL" clId="{4C3B6CD7-0F36-43A6-929F-F61934D8F26D}" dt="2023-09-13T17:24:02.734" v="7" actId="962"/>
        <pc:sldMkLst>
          <pc:docMk/>
          <pc:sldMk cId="3206953828" sldId="315"/>
        </pc:sldMkLst>
        <pc:picChg chg="mod">
          <ac:chgData name="Danielle Andries" userId="93d179e4-3c18-40f7-920e-ae80b202540d" providerId="ADAL" clId="{4C3B6CD7-0F36-43A6-929F-F61934D8F26D}" dt="2023-09-13T17:24:02.734" v="7" actId="962"/>
          <ac:picMkLst>
            <pc:docMk/>
            <pc:sldMk cId="3206953828" sldId="315"/>
            <ac:picMk id="12290" creationId="{4BBB3F9D-9920-FE26-7E09-A02CFEBCC5FA}"/>
          </ac:picMkLst>
        </pc:picChg>
      </pc:sldChg>
      <pc:sldChg chg="addSp modSp mod">
        <pc:chgData name="Danielle Andries" userId="93d179e4-3c18-40f7-920e-ae80b202540d" providerId="ADAL" clId="{4C3B6CD7-0F36-43A6-929F-F61934D8F26D}" dt="2023-09-13T17:24:30.453" v="12" actId="1076"/>
        <pc:sldMkLst>
          <pc:docMk/>
          <pc:sldMk cId="1050364708" sldId="476"/>
        </pc:sldMkLst>
        <pc:spChg chg="add mod">
          <ac:chgData name="Danielle Andries" userId="93d179e4-3c18-40f7-920e-ae80b202540d" providerId="ADAL" clId="{4C3B6CD7-0F36-43A6-929F-F61934D8F26D}" dt="2023-09-13T17:24:30.453" v="12" actId="1076"/>
          <ac:spMkLst>
            <pc:docMk/>
            <pc:sldMk cId="1050364708" sldId="476"/>
            <ac:spMk id="6" creationId="{FF36A04B-FB3F-4F3A-8BFF-B2AA6AB27A6F}"/>
          </ac:spMkLst>
        </pc:spChg>
      </pc:sldChg>
      <pc:sldChg chg="modSp mod">
        <pc:chgData name="Danielle Andries" userId="93d179e4-3c18-40f7-920e-ae80b202540d" providerId="ADAL" clId="{4C3B6CD7-0F36-43A6-929F-F61934D8F26D}" dt="2023-09-13T17:25:31.090" v="24" actId="962"/>
        <pc:sldMkLst>
          <pc:docMk/>
          <pc:sldMk cId="3131689005" sldId="523"/>
        </pc:sldMkLst>
        <pc:picChg chg="mod">
          <ac:chgData name="Danielle Andries" userId="93d179e4-3c18-40f7-920e-ae80b202540d" providerId="ADAL" clId="{4C3B6CD7-0F36-43A6-929F-F61934D8F26D}" dt="2023-09-13T17:25:31.090" v="24" actId="962"/>
          <ac:picMkLst>
            <pc:docMk/>
            <pc:sldMk cId="3131689005" sldId="523"/>
            <ac:picMk id="8" creationId="{559E1117-39AB-4541-9473-CB189FD81259}"/>
          </ac:picMkLst>
        </pc:picChg>
      </pc:sldChg>
      <pc:sldChg chg="addSp modSp mod">
        <pc:chgData name="Danielle Andries" userId="93d179e4-3c18-40f7-920e-ae80b202540d" providerId="ADAL" clId="{4C3B6CD7-0F36-43A6-929F-F61934D8F26D}" dt="2023-09-13T17:25:15.434" v="21" actId="1076"/>
        <pc:sldMkLst>
          <pc:docMk/>
          <pc:sldMk cId="2811473902" sldId="564"/>
        </pc:sldMkLst>
        <pc:spChg chg="add mod">
          <ac:chgData name="Danielle Andries" userId="93d179e4-3c18-40f7-920e-ae80b202540d" providerId="ADAL" clId="{4C3B6CD7-0F36-43A6-929F-F61934D8F26D}" dt="2023-09-13T17:25:15.434" v="21" actId="1076"/>
          <ac:spMkLst>
            <pc:docMk/>
            <pc:sldMk cId="2811473902" sldId="564"/>
            <ac:spMk id="6" creationId="{19AC1405-7CAA-C0CB-71D0-19BE711E11A1}"/>
          </ac:spMkLst>
        </pc:spChg>
        <pc:picChg chg="mod">
          <ac:chgData name="Danielle Andries" userId="93d179e4-3c18-40f7-920e-ae80b202540d" providerId="ADAL" clId="{4C3B6CD7-0F36-43A6-929F-F61934D8F26D}" dt="2023-09-13T17:25:12.185" v="20" actId="1076"/>
          <ac:picMkLst>
            <pc:docMk/>
            <pc:sldMk cId="2811473902" sldId="564"/>
            <ac:picMk id="1026" creationId="{3FA164DC-5754-BD66-5074-5908351674A1}"/>
          </ac:picMkLst>
        </pc:picChg>
      </pc:sldChg>
      <pc:sldChg chg="modSp mod">
        <pc:chgData name="Danielle Andries" userId="93d179e4-3c18-40f7-920e-ae80b202540d" providerId="ADAL" clId="{4C3B6CD7-0F36-43A6-929F-F61934D8F26D}" dt="2023-09-13T17:25:40.843" v="25" actId="1076"/>
        <pc:sldMkLst>
          <pc:docMk/>
          <pc:sldMk cId="396875299" sldId="620"/>
        </pc:sldMkLst>
        <pc:spChg chg="mod">
          <ac:chgData name="Danielle Andries" userId="93d179e4-3c18-40f7-920e-ae80b202540d" providerId="ADAL" clId="{4C3B6CD7-0F36-43A6-929F-F61934D8F26D}" dt="2023-09-13T17:25:40.843" v="25" actId="1076"/>
          <ac:spMkLst>
            <pc:docMk/>
            <pc:sldMk cId="396875299" sldId="620"/>
            <ac:spMk id="6" creationId="{94168ECA-BCDC-42FF-B54E-AF7F781413E4}"/>
          </ac:spMkLst>
        </pc:spChg>
      </pc:sldChg>
      <pc:sldChg chg="modSp mod">
        <pc:chgData name="Danielle Andries" userId="93d179e4-3c18-40f7-920e-ae80b202540d" providerId="ADAL" clId="{4C3B6CD7-0F36-43A6-929F-F61934D8F26D}" dt="2023-09-13T17:27:33.751" v="39" actId="962"/>
        <pc:sldMkLst>
          <pc:docMk/>
          <pc:sldMk cId="3463918722" sldId="918"/>
        </pc:sldMkLst>
        <pc:picChg chg="mod">
          <ac:chgData name="Danielle Andries" userId="93d179e4-3c18-40f7-920e-ae80b202540d" providerId="ADAL" clId="{4C3B6CD7-0F36-43A6-929F-F61934D8F26D}" dt="2023-09-13T17:27:33.751" v="39" actId="962"/>
          <ac:picMkLst>
            <pc:docMk/>
            <pc:sldMk cId="3463918722" sldId="918"/>
            <ac:picMk id="6" creationId="{8D860694-8C39-BC20-325F-FFEBAA1B57D4}"/>
          </ac:picMkLst>
        </pc:picChg>
      </pc:sldChg>
      <pc:sldChg chg="addSp modSp mod">
        <pc:chgData name="Danielle Andries" userId="93d179e4-3c18-40f7-920e-ae80b202540d" providerId="ADAL" clId="{4C3B6CD7-0F36-43A6-929F-F61934D8F26D}" dt="2023-09-13T17:26:41.897" v="32" actId="962"/>
        <pc:sldMkLst>
          <pc:docMk/>
          <pc:sldMk cId="1855871270" sldId="919"/>
        </pc:sldMkLst>
        <pc:spChg chg="add mod">
          <ac:chgData name="Danielle Andries" userId="93d179e4-3c18-40f7-920e-ae80b202540d" providerId="ADAL" clId="{4C3B6CD7-0F36-43A6-929F-F61934D8F26D}" dt="2023-09-13T17:26:41.897" v="32" actId="962"/>
          <ac:spMkLst>
            <pc:docMk/>
            <pc:sldMk cId="1855871270" sldId="919"/>
            <ac:spMk id="5" creationId="{61BDAC91-5070-ABC2-36D4-FA15B3607A28}"/>
          </ac:spMkLst>
        </pc:spChg>
      </pc:sldChg>
      <pc:sldChg chg="modSp mod">
        <pc:chgData name="Danielle Andries" userId="93d179e4-3c18-40f7-920e-ae80b202540d" providerId="ADAL" clId="{4C3B6CD7-0F36-43A6-929F-F61934D8F26D}" dt="2023-09-13T17:26:56.400" v="34" actId="962"/>
        <pc:sldMkLst>
          <pc:docMk/>
          <pc:sldMk cId="564391330" sldId="920"/>
        </pc:sldMkLst>
        <pc:picChg chg="mod">
          <ac:chgData name="Danielle Andries" userId="93d179e4-3c18-40f7-920e-ae80b202540d" providerId="ADAL" clId="{4C3B6CD7-0F36-43A6-929F-F61934D8F26D}" dt="2023-09-13T17:26:56.400" v="34" actId="962"/>
          <ac:picMkLst>
            <pc:docMk/>
            <pc:sldMk cId="564391330" sldId="920"/>
            <ac:picMk id="6" creationId="{998A53BC-548D-F87B-C351-A5DB4AAF4B05}"/>
          </ac:picMkLst>
        </pc:picChg>
      </pc:sldChg>
      <pc:sldChg chg="modSp mod">
        <pc:chgData name="Danielle Andries" userId="93d179e4-3c18-40f7-920e-ae80b202540d" providerId="ADAL" clId="{4C3B6CD7-0F36-43A6-929F-F61934D8F26D}" dt="2023-09-13T17:27:08.226" v="36" actId="962"/>
        <pc:sldMkLst>
          <pc:docMk/>
          <pc:sldMk cId="2607486583" sldId="923"/>
        </pc:sldMkLst>
        <pc:picChg chg="mod">
          <ac:chgData name="Danielle Andries" userId="93d179e4-3c18-40f7-920e-ae80b202540d" providerId="ADAL" clId="{4C3B6CD7-0F36-43A6-929F-F61934D8F26D}" dt="2023-09-13T17:27:08.226" v="36" actId="962"/>
          <ac:picMkLst>
            <pc:docMk/>
            <pc:sldMk cId="2607486583" sldId="923"/>
            <ac:picMk id="6" creationId="{D22DCE18-8D64-E45E-F488-4DFB0297A117}"/>
          </ac:picMkLst>
        </pc:picChg>
      </pc:sldChg>
    </pc:docChg>
  </pc:docChgLst>
  <pc:docChgLst>
    <pc:chgData name="James Pengelly" userId="d269fecd-a8a2-4e5a-93ae-88bdaab21f51" providerId="ADAL" clId="{4C5E3883-F011-4B67-95D9-143F38E93003}"/>
    <pc:docChg chg="undo redo custSel addSld delSld modSld">
      <pc:chgData name="James Pengelly" userId="d269fecd-a8a2-4e5a-93ae-88bdaab21f51" providerId="ADAL" clId="{4C5E3883-F011-4B67-95D9-143F38E93003}" dt="2023-09-06T16:00:03.828" v="818"/>
      <pc:docMkLst>
        <pc:docMk/>
      </pc:docMkLst>
      <pc:sldChg chg="del">
        <pc:chgData name="James Pengelly" userId="d269fecd-a8a2-4e5a-93ae-88bdaab21f51" providerId="ADAL" clId="{4C5E3883-F011-4B67-95D9-143F38E93003}" dt="2023-08-24T13:59:42.483" v="0" actId="47"/>
        <pc:sldMkLst>
          <pc:docMk/>
          <pc:sldMk cId="3760655269" sldId="257"/>
        </pc:sldMkLst>
      </pc:sldChg>
      <pc:sldChg chg="del">
        <pc:chgData name="James Pengelly" userId="d269fecd-a8a2-4e5a-93ae-88bdaab21f51" providerId="ADAL" clId="{4C5E3883-F011-4B67-95D9-143F38E93003}" dt="2023-08-24T13:59:42.483" v="0" actId="47"/>
        <pc:sldMkLst>
          <pc:docMk/>
          <pc:sldMk cId="2338602011" sldId="258"/>
        </pc:sldMkLst>
      </pc:sldChg>
      <pc:sldChg chg="del">
        <pc:chgData name="James Pengelly" userId="d269fecd-a8a2-4e5a-93ae-88bdaab21f51" providerId="ADAL" clId="{4C5E3883-F011-4B67-95D9-143F38E93003}" dt="2023-08-24T13:59:42.483" v="0" actId="47"/>
        <pc:sldMkLst>
          <pc:docMk/>
          <pc:sldMk cId="1550182309" sldId="259"/>
        </pc:sldMkLst>
      </pc:sldChg>
      <pc:sldChg chg="del">
        <pc:chgData name="James Pengelly" userId="d269fecd-a8a2-4e5a-93ae-88bdaab21f51" providerId="ADAL" clId="{4C5E3883-F011-4B67-95D9-143F38E93003}" dt="2023-08-24T13:59:42.483" v="0" actId="47"/>
        <pc:sldMkLst>
          <pc:docMk/>
          <pc:sldMk cId="437917127" sldId="260"/>
        </pc:sldMkLst>
      </pc:sldChg>
      <pc:sldChg chg="del">
        <pc:chgData name="James Pengelly" userId="d269fecd-a8a2-4e5a-93ae-88bdaab21f51" providerId="ADAL" clId="{4C5E3883-F011-4B67-95D9-143F38E93003}" dt="2023-08-24T13:59:42.483" v="0" actId="47"/>
        <pc:sldMkLst>
          <pc:docMk/>
          <pc:sldMk cId="2634730840" sldId="261"/>
        </pc:sldMkLst>
      </pc:sldChg>
      <pc:sldChg chg="del">
        <pc:chgData name="James Pengelly" userId="d269fecd-a8a2-4e5a-93ae-88bdaab21f51" providerId="ADAL" clId="{4C5E3883-F011-4B67-95D9-143F38E93003}" dt="2023-08-24T13:59:42.483" v="0" actId="47"/>
        <pc:sldMkLst>
          <pc:docMk/>
          <pc:sldMk cId="1040517604" sldId="262"/>
        </pc:sldMkLst>
      </pc:sldChg>
      <pc:sldChg chg="del">
        <pc:chgData name="James Pengelly" userId="d269fecd-a8a2-4e5a-93ae-88bdaab21f51" providerId="ADAL" clId="{4C5E3883-F011-4B67-95D9-143F38E93003}" dt="2023-08-24T13:59:42.483" v="0" actId="47"/>
        <pc:sldMkLst>
          <pc:docMk/>
          <pc:sldMk cId="139738668" sldId="263"/>
        </pc:sldMkLst>
      </pc:sldChg>
      <pc:sldChg chg="del">
        <pc:chgData name="James Pengelly" userId="d269fecd-a8a2-4e5a-93ae-88bdaab21f51" providerId="ADAL" clId="{4C5E3883-F011-4B67-95D9-143F38E93003}" dt="2023-08-24T13:59:42.483" v="0" actId="47"/>
        <pc:sldMkLst>
          <pc:docMk/>
          <pc:sldMk cId="3365779185" sldId="264"/>
        </pc:sldMkLst>
      </pc:sldChg>
      <pc:sldChg chg="del">
        <pc:chgData name="James Pengelly" userId="d269fecd-a8a2-4e5a-93ae-88bdaab21f51" providerId="ADAL" clId="{4C5E3883-F011-4B67-95D9-143F38E93003}" dt="2023-08-24T13:59:42.483" v="0" actId="47"/>
        <pc:sldMkLst>
          <pc:docMk/>
          <pc:sldMk cId="3349349304" sldId="265"/>
        </pc:sldMkLst>
      </pc:sldChg>
      <pc:sldChg chg="del">
        <pc:chgData name="James Pengelly" userId="d269fecd-a8a2-4e5a-93ae-88bdaab21f51" providerId="ADAL" clId="{4C5E3883-F011-4B67-95D9-143F38E93003}" dt="2023-08-24T13:59:42.483" v="0" actId="47"/>
        <pc:sldMkLst>
          <pc:docMk/>
          <pc:sldMk cId="2276233524" sldId="266"/>
        </pc:sldMkLst>
      </pc:sldChg>
      <pc:sldChg chg="del">
        <pc:chgData name="James Pengelly" userId="d269fecd-a8a2-4e5a-93ae-88bdaab21f51" providerId="ADAL" clId="{4C5E3883-F011-4B67-95D9-143F38E93003}" dt="2023-08-24T13:59:42.483" v="0" actId="47"/>
        <pc:sldMkLst>
          <pc:docMk/>
          <pc:sldMk cId="4072486014" sldId="267"/>
        </pc:sldMkLst>
      </pc:sldChg>
      <pc:sldChg chg="del">
        <pc:chgData name="James Pengelly" userId="d269fecd-a8a2-4e5a-93ae-88bdaab21f51" providerId="ADAL" clId="{4C5E3883-F011-4B67-95D9-143F38E93003}" dt="2023-08-24T13:59:42.483" v="0" actId="47"/>
        <pc:sldMkLst>
          <pc:docMk/>
          <pc:sldMk cId="3366417685" sldId="268"/>
        </pc:sldMkLst>
      </pc:sldChg>
      <pc:sldChg chg="del">
        <pc:chgData name="James Pengelly" userId="d269fecd-a8a2-4e5a-93ae-88bdaab21f51" providerId="ADAL" clId="{4C5E3883-F011-4B67-95D9-143F38E93003}" dt="2023-08-24T13:59:42.483" v="0" actId="47"/>
        <pc:sldMkLst>
          <pc:docMk/>
          <pc:sldMk cId="2395513725" sldId="269"/>
        </pc:sldMkLst>
      </pc:sldChg>
      <pc:sldChg chg="del">
        <pc:chgData name="James Pengelly" userId="d269fecd-a8a2-4e5a-93ae-88bdaab21f51" providerId="ADAL" clId="{4C5E3883-F011-4B67-95D9-143F38E93003}" dt="2023-08-24T13:59:42.483" v="0" actId="47"/>
        <pc:sldMkLst>
          <pc:docMk/>
          <pc:sldMk cId="1017836692" sldId="270"/>
        </pc:sldMkLst>
      </pc:sldChg>
      <pc:sldChg chg="del">
        <pc:chgData name="James Pengelly" userId="d269fecd-a8a2-4e5a-93ae-88bdaab21f51" providerId="ADAL" clId="{4C5E3883-F011-4B67-95D9-143F38E93003}" dt="2023-08-24T13:59:42.483" v="0" actId="47"/>
        <pc:sldMkLst>
          <pc:docMk/>
          <pc:sldMk cId="99892872" sldId="271"/>
        </pc:sldMkLst>
      </pc:sldChg>
      <pc:sldChg chg="del">
        <pc:chgData name="James Pengelly" userId="d269fecd-a8a2-4e5a-93ae-88bdaab21f51" providerId="ADAL" clId="{4C5E3883-F011-4B67-95D9-143F38E93003}" dt="2023-08-24T13:59:42.483" v="0" actId="47"/>
        <pc:sldMkLst>
          <pc:docMk/>
          <pc:sldMk cId="769677826" sldId="272"/>
        </pc:sldMkLst>
      </pc:sldChg>
      <pc:sldChg chg="del">
        <pc:chgData name="James Pengelly" userId="d269fecd-a8a2-4e5a-93ae-88bdaab21f51" providerId="ADAL" clId="{4C5E3883-F011-4B67-95D9-143F38E93003}" dt="2023-08-24T13:59:42.483" v="0" actId="47"/>
        <pc:sldMkLst>
          <pc:docMk/>
          <pc:sldMk cId="3325081579" sldId="273"/>
        </pc:sldMkLst>
      </pc:sldChg>
      <pc:sldChg chg="del">
        <pc:chgData name="James Pengelly" userId="d269fecd-a8a2-4e5a-93ae-88bdaab21f51" providerId="ADAL" clId="{4C5E3883-F011-4B67-95D9-143F38E93003}" dt="2023-08-24T13:59:42.483" v="0" actId="47"/>
        <pc:sldMkLst>
          <pc:docMk/>
          <pc:sldMk cId="3724492086" sldId="274"/>
        </pc:sldMkLst>
      </pc:sldChg>
      <pc:sldChg chg="del">
        <pc:chgData name="James Pengelly" userId="d269fecd-a8a2-4e5a-93ae-88bdaab21f51" providerId="ADAL" clId="{4C5E3883-F011-4B67-95D9-143F38E93003}" dt="2023-08-24T13:59:42.483" v="0" actId="47"/>
        <pc:sldMkLst>
          <pc:docMk/>
          <pc:sldMk cId="2041858622" sldId="275"/>
        </pc:sldMkLst>
      </pc:sldChg>
      <pc:sldChg chg="del">
        <pc:chgData name="James Pengelly" userId="d269fecd-a8a2-4e5a-93ae-88bdaab21f51" providerId="ADAL" clId="{4C5E3883-F011-4B67-95D9-143F38E93003}" dt="2023-08-24T13:59:42.483" v="0" actId="47"/>
        <pc:sldMkLst>
          <pc:docMk/>
          <pc:sldMk cId="3089985782" sldId="276"/>
        </pc:sldMkLst>
      </pc:sldChg>
      <pc:sldChg chg="modNotesTx">
        <pc:chgData name="James Pengelly" userId="d269fecd-a8a2-4e5a-93ae-88bdaab21f51" providerId="ADAL" clId="{4C5E3883-F011-4B67-95D9-143F38E93003}" dt="2023-09-06T15:56:04.459" v="790"/>
        <pc:sldMkLst>
          <pc:docMk/>
          <pc:sldMk cId="2059499407" sldId="278"/>
        </pc:sldMkLst>
      </pc:sldChg>
      <pc:sldChg chg="del">
        <pc:chgData name="James Pengelly" userId="d269fecd-a8a2-4e5a-93ae-88bdaab21f51" providerId="ADAL" clId="{4C5E3883-F011-4B67-95D9-143F38E93003}" dt="2023-08-24T13:59:42.483" v="0" actId="47"/>
        <pc:sldMkLst>
          <pc:docMk/>
          <pc:sldMk cId="3039752954" sldId="279"/>
        </pc:sldMkLst>
      </pc:sldChg>
      <pc:sldChg chg="del">
        <pc:chgData name="James Pengelly" userId="d269fecd-a8a2-4e5a-93ae-88bdaab21f51" providerId="ADAL" clId="{4C5E3883-F011-4B67-95D9-143F38E93003}" dt="2023-08-24T13:59:42.483" v="0" actId="47"/>
        <pc:sldMkLst>
          <pc:docMk/>
          <pc:sldMk cId="843237950" sldId="280"/>
        </pc:sldMkLst>
      </pc:sldChg>
      <pc:sldChg chg="del">
        <pc:chgData name="James Pengelly" userId="d269fecd-a8a2-4e5a-93ae-88bdaab21f51" providerId="ADAL" clId="{4C5E3883-F011-4B67-95D9-143F38E93003}" dt="2023-08-24T13:59:42.483" v="0" actId="47"/>
        <pc:sldMkLst>
          <pc:docMk/>
          <pc:sldMk cId="3733370379" sldId="281"/>
        </pc:sldMkLst>
      </pc:sldChg>
      <pc:sldChg chg="del">
        <pc:chgData name="James Pengelly" userId="d269fecd-a8a2-4e5a-93ae-88bdaab21f51" providerId="ADAL" clId="{4C5E3883-F011-4B67-95D9-143F38E93003}" dt="2023-08-24T13:59:42.483" v="0" actId="47"/>
        <pc:sldMkLst>
          <pc:docMk/>
          <pc:sldMk cId="3442409454" sldId="282"/>
        </pc:sldMkLst>
      </pc:sldChg>
      <pc:sldChg chg="modNotesTx">
        <pc:chgData name="James Pengelly" userId="d269fecd-a8a2-4e5a-93ae-88bdaab21f51" providerId="ADAL" clId="{4C5E3883-F011-4B67-95D9-143F38E93003}" dt="2023-09-06T15:56:12.210" v="791"/>
        <pc:sldMkLst>
          <pc:docMk/>
          <pc:sldMk cId="991642544" sldId="283"/>
        </pc:sldMkLst>
      </pc:sldChg>
      <pc:sldChg chg="modNotesTx">
        <pc:chgData name="James Pengelly" userId="d269fecd-a8a2-4e5a-93ae-88bdaab21f51" providerId="ADAL" clId="{4C5E3883-F011-4B67-95D9-143F38E93003}" dt="2023-09-06T15:57:23.611" v="798"/>
        <pc:sldMkLst>
          <pc:docMk/>
          <pc:sldMk cId="3247045521" sldId="284"/>
        </pc:sldMkLst>
      </pc:sldChg>
      <pc:sldChg chg="modNotesTx">
        <pc:chgData name="James Pengelly" userId="d269fecd-a8a2-4e5a-93ae-88bdaab21f51" providerId="ADAL" clId="{4C5E3883-F011-4B67-95D9-143F38E93003}" dt="2023-09-06T15:59:02.236" v="809"/>
        <pc:sldMkLst>
          <pc:docMk/>
          <pc:sldMk cId="3516634555" sldId="285"/>
        </pc:sldMkLst>
      </pc:sldChg>
      <pc:sldChg chg="del">
        <pc:chgData name="James Pengelly" userId="d269fecd-a8a2-4e5a-93ae-88bdaab21f51" providerId="ADAL" clId="{4C5E3883-F011-4B67-95D9-143F38E93003}" dt="2023-08-24T13:59:42.483" v="0" actId="47"/>
        <pc:sldMkLst>
          <pc:docMk/>
          <pc:sldMk cId="1363320255" sldId="286"/>
        </pc:sldMkLst>
      </pc:sldChg>
      <pc:sldChg chg="del">
        <pc:chgData name="James Pengelly" userId="d269fecd-a8a2-4e5a-93ae-88bdaab21f51" providerId="ADAL" clId="{4C5E3883-F011-4B67-95D9-143F38E93003}" dt="2023-08-24T13:59:42.483" v="0" actId="47"/>
        <pc:sldMkLst>
          <pc:docMk/>
          <pc:sldMk cId="2461687384" sldId="287"/>
        </pc:sldMkLst>
      </pc:sldChg>
      <pc:sldChg chg="del">
        <pc:chgData name="James Pengelly" userId="d269fecd-a8a2-4e5a-93ae-88bdaab21f51" providerId="ADAL" clId="{4C5E3883-F011-4B67-95D9-143F38E93003}" dt="2023-08-24T13:59:42.483" v="0" actId="47"/>
        <pc:sldMkLst>
          <pc:docMk/>
          <pc:sldMk cId="3936536747" sldId="288"/>
        </pc:sldMkLst>
      </pc:sldChg>
      <pc:sldChg chg="del">
        <pc:chgData name="James Pengelly" userId="d269fecd-a8a2-4e5a-93ae-88bdaab21f51" providerId="ADAL" clId="{4C5E3883-F011-4B67-95D9-143F38E93003}" dt="2023-08-24T13:59:42.483" v="0" actId="47"/>
        <pc:sldMkLst>
          <pc:docMk/>
          <pc:sldMk cId="3641545773" sldId="289"/>
        </pc:sldMkLst>
      </pc:sldChg>
      <pc:sldChg chg="del">
        <pc:chgData name="James Pengelly" userId="d269fecd-a8a2-4e5a-93ae-88bdaab21f51" providerId="ADAL" clId="{4C5E3883-F011-4B67-95D9-143F38E93003}" dt="2023-08-24T13:59:42.483" v="0" actId="47"/>
        <pc:sldMkLst>
          <pc:docMk/>
          <pc:sldMk cId="221518503" sldId="290"/>
        </pc:sldMkLst>
      </pc:sldChg>
      <pc:sldChg chg="del">
        <pc:chgData name="James Pengelly" userId="d269fecd-a8a2-4e5a-93ae-88bdaab21f51" providerId="ADAL" clId="{4C5E3883-F011-4B67-95D9-143F38E93003}" dt="2023-08-24T13:59:42.483" v="0" actId="47"/>
        <pc:sldMkLst>
          <pc:docMk/>
          <pc:sldMk cId="1003357565" sldId="291"/>
        </pc:sldMkLst>
      </pc:sldChg>
      <pc:sldChg chg="del">
        <pc:chgData name="James Pengelly" userId="d269fecd-a8a2-4e5a-93ae-88bdaab21f51" providerId="ADAL" clId="{4C5E3883-F011-4B67-95D9-143F38E93003}" dt="2023-08-24T13:59:42.483" v="0" actId="47"/>
        <pc:sldMkLst>
          <pc:docMk/>
          <pc:sldMk cId="1713016230" sldId="292"/>
        </pc:sldMkLst>
      </pc:sldChg>
      <pc:sldChg chg="del">
        <pc:chgData name="James Pengelly" userId="d269fecd-a8a2-4e5a-93ae-88bdaab21f51" providerId="ADAL" clId="{4C5E3883-F011-4B67-95D9-143F38E93003}" dt="2023-08-24T13:59:42.483" v="0" actId="47"/>
        <pc:sldMkLst>
          <pc:docMk/>
          <pc:sldMk cId="812696670" sldId="293"/>
        </pc:sldMkLst>
      </pc:sldChg>
      <pc:sldChg chg="del">
        <pc:chgData name="James Pengelly" userId="d269fecd-a8a2-4e5a-93ae-88bdaab21f51" providerId="ADAL" clId="{4C5E3883-F011-4B67-95D9-143F38E93003}" dt="2023-08-24T13:59:42.483" v="0" actId="47"/>
        <pc:sldMkLst>
          <pc:docMk/>
          <pc:sldMk cId="1340576365" sldId="294"/>
        </pc:sldMkLst>
      </pc:sldChg>
      <pc:sldChg chg="del">
        <pc:chgData name="James Pengelly" userId="d269fecd-a8a2-4e5a-93ae-88bdaab21f51" providerId="ADAL" clId="{4C5E3883-F011-4B67-95D9-143F38E93003}" dt="2023-08-24T13:59:42.483" v="0" actId="47"/>
        <pc:sldMkLst>
          <pc:docMk/>
          <pc:sldMk cId="1850288332" sldId="295"/>
        </pc:sldMkLst>
      </pc:sldChg>
      <pc:sldChg chg="del">
        <pc:chgData name="James Pengelly" userId="d269fecd-a8a2-4e5a-93ae-88bdaab21f51" providerId="ADAL" clId="{4C5E3883-F011-4B67-95D9-143F38E93003}" dt="2023-08-24T13:59:42.483" v="0" actId="47"/>
        <pc:sldMkLst>
          <pc:docMk/>
          <pc:sldMk cId="2381183512" sldId="296"/>
        </pc:sldMkLst>
      </pc:sldChg>
      <pc:sldChg chg="del">
        <pc:chgData name="James Pengelly" userId="d269fecd-a8a2-4e5a-93ae-88bdaab21f51" providerId="ADAL" clId="{4C5E3883-F011-4B67-95D9-143F38E93003}" dt="2023-08-24T13:59:42.483" v="0" actId="47"/>
        <pc:sldMkLst>
          <pc:docMk/>
          <pc:sldMk cId="2376504653" sldId="297"/>
        </pc:sldMkLst>
      </pc:sldChg>
      <pc:sldChg chg="del">
        <pc:chgData name="James Pengelly" userId="d269fecd-a8a2-4e5a-93ae-88bdaab21f51" providerId="ADAL" clId="{4C5E3883-F011-4B67-95D9-143F38E93003}" dt="2023-08-24T13:59:42.483" v="0" actId="47"/>
        <pc:sldMkLst>
          <pc:docMk/>
          <pc:sldMk cId="1138553672" sldId="298"/>
        </pc:sldMkLst>
      </pc:sldChg>
      <pc:sldChg chg="del">
        <pc:chgData name="James Pengelly" userId="d269fecd-a8a2-4e5a-93ae-88bdaab21f51" providerId="ADAL" clId="{4C5E3883-F011-4B67-95D9-143F38E93003}" dt="2023-08-24T13:59:42.483" v="0" actId="47"/>
        <pc:sldMkLst>
          <pc:docMk/>
          <pc:sldMk cId="2434760376" sldId="299"/>
        </pc:sldMkLst>
      </pc:sldChg>
      <pc:sldChg chg="del">
        <pc:chgData name="James Pengelly" userId="d269fecd-a8a2-4e5a-93ae-88bdaab21f51" providerId="ADAL" clId="{4C5E3883-F011-4B67-95D9-143F38E93003}" dt="2023-08-24T13:59:42.483" v="0" actId="47"/>
        <pc:sldMkLst>
          <pc:docMk/>
          <pc:sldMk cId="2689101175" sldId="300"/>
        </pc:sldMkLst>
      </pc:sldChg>
      <pc:sldChg chg="del">
        <pc:chgData name="James Pengelly" userId="d269fecd-a8a2-4e5a-93ae-88bdaab21f51" providerId="ADAL" clId="{4C5E3883-F011-4B67-95D9-143F38E93003}" dt="2023-08-24T13:59:42.483" v="0" actId="47"/>
        <pc:sldMkLst>
          <pc:docMk/>
          <pc:sldMk cId="3804762140" sldId="301"/>
        </pc:sldMkLst>
      </pc:sldChg>
      <pc:sldChg chg="del">
        <pc:chgData name="James Pengelly" userId="d269fecd-a8a2-4e5a-93ae-88bdaab21f51" providerId="ADAL" clId="{4C5E3883-F011-4B67-95D9-143F38E93003}" dt="2023-08-24T13:59:42.483" v="0" actId="47"/>
        <pc:sldMkLst>
          <pc:docMk/>
          <pc:sldMk cId="1115052603" sldId="302"/>
        </pc:sldMkLst>
      </pc:sldChg>
      <pc:sldChg chg="del">
        <pc:chgData name="James Pengelly" userId="d269fecd-a8a2-4e5a-93ae-88bdaab21f51" providerId="ADAL" clId="{4C5E3883-F011-4B67-95D9-143F38E93003}" dt="2023-08-24T13:59:42.483" v="0" actId="47"/>
        <pc:sldMkLst>
          <pc:docMk/>
          <pc:sldMk cId="2684385073" sldId="303"/>
        </pc:sldMkLst>
      </pc:sldChg>
      <pc:sldChg chg="del">
        <pc:chgData name="James Pengelly" userId="d269fecd-a8a2-4e5a-93ae-88bdaab21f51" providerId="ADAL" clId="{4C5E3883-F011-4B67-95D9-143F38E93003}" dt="2023-08-24T13:59:42.483" v="0" actId="47"/>
        <pc:sldMkLst>
          <pc:docMk/>
          <pc:sldMk cId="969576491" sldId="305"/>
        </pc:sldMkLst>
      </pc:sldChg>
      <pc:sldChg chg="del">
        <pc:chgData name="James Pengelly" userId="d269fecd-a8a2-4e5a-93ae-88bdaab21f51" providerId="ADAL" clId="{4C5E3883-F011-4B67-95D9-143F38E93003}" dt="2023-08-24T13:59:42.483" v="0" actId="47"/>
        <pc:sldMkLst>
          <pc:docMk/>
          <pc:sldMk cId="684225142" sldId="306"/>
        </pc:sldMkLst>
      </pc:sldChg>
      <pc:sldChg chg="del">
        <pc:chgData name="James Pengelly" userId="d269fecd-a8a2-4e5a-93ae-88bdaab21f51" providerId="ADAL" clId="{4C5E3883-F011-4B67-95D9-143F38E93003}" dt="2023-08-24T13:59:42.483" v="0" actId="47"/>
        <pc:sldMkLst>
          <pc:docMk/>
          <pc:sldMk cId="2553477551" sldId="307"/>
        </pc:sldMkLst>
      </pc:sldChg>
      <pc:sldChg chg="modNotesTx">
        <pc:chgData name="James Pengelly" userId="d269fecd-a8a2-4e5a-93ae-88bdaab21f51" providerId="ADAL" clId="{4C5E3883-F011-4B67-95D9-143F38E93003}" dt="2023-09-06T15:56:21.005" v="792"/>
        <pc:sldMkLst>
          <pc:docMk/>
          <pc:sldMk cId="2007699143" sldId="309"/>
        </pc:sldMkLst>
      </pc:sldChg>
      <pc:sldChg chg="modNotesTx">
        <pc:chgData name="James Pengelly" userId="d269fecd-a8a2-4e5a-93ae-88bdaab21f51" providerId="ADAL" clId="{4C5E3883-F011-4B67-95D9-143F38E93003}" dt="2023-09-06T15:56:28.103" v="793"/>
        <pc:sldMkLst>
          <pc:docMk/>
          <pc:sldMk cId="4281608181" sldId="310"/>
        </pc:sldMkLst>
      </pc:sldChg>
      <pc:sldChg chg="modNotesTx">
        <pc:chgData name="James Pengelly" userId="d269fecd-a8a2-4e5a-93ae-88bdaab21f51" providerId="ADAL" clId="{4C5E3883-F011-4B67-95D9-143F38E93003}" dt="2023-09-06T15:56:35.018" v="794"/>
        <pc:sldMkLst>
          <pc:docMk/>
          <pc:sldMk cId="1732311369" sldId="311"/>
        </pc:sldMkLst>
      </pc:sldChg>
      <pc:sldChg chg="modNotesTx">
        <pc:chgData name="James Pengelly" userId="d269fecd-a8a2-4e5a-93ae-88bdaab21f51" providerId="ADAL" clId="{4C5E3883-F011-4B67-95D9-143F38E93003}" dt="2023-09-06T15:56:42.859" v="795"/>
        <pc:sldMkLst>
          <pc:docMk/>
          <pc:sldMk cId="706290566" sldId="312"/>
        </pc:sldMkLst>
      </pc:sldChg>
      <pc:sldChg chg="modNotesTx">
        <pc:chgData name="James Pengelly" userId="d269fecd-a8a2-4e5a-93ae-88bdaab21f51" providerId="ADAL" clId="{4C5E3883-F011-4B67-95D9-143F38E93003}" dt="2023-09-06T15:56:58.820" v="796"/>
        <pc:sldMkLst>
          <pc:docMk/>
          <pc:sldMk cId="461759407" sldId="316"/>
        </pc:sldMkLst>
      </pc:sldChg>
      <pc:sldChg chg="del">
        <pc:chgData name="James Pengelly" userId="d269fecd-a8a2-4e5a-93ae-88bdaab21f51" providerId="ADAL" clId="{4C5E3883-F011-4B67-95D9-143F38E93003}" dt="2023-08-24T13:59:42.483" v="0" actId="47"/>
        <pc:sldMkLst>
          <pc:docMk/>
          <pc:sldMk cId="1296373743" sldId="318"/>
        </pc:sldMkLst>
      </pc:sldChg>
      <pc:sldChg chg="del">
        <pc:chgData name="James Pengelly" userId="d269fecd-a8a2-4e5a-93ae-88bdaab21f51" providerId="ADAL" clId="{4C5E3883-F011-4B67-95D9-143F38E93003}" dt="2023-08-24T13:59:42.483" v="0" actId="47"/>
        <pc:sldMkLst>
          <pc:docMk/>
          <pc:sldMk cId="744962618" sldId="319"/>
        </pc:sldMkLst>
      </pc:sldChg>
      <pc:sldChg chg="del">
        <pc:chgData name="James Pengelly" userId="d269fecd-a8a2-4e5a-93ae-88bdaab21f51" providerId="ADAL" clId="{4C5E3883-F011-4B67-95D9-143F38E93003}" dt="2023-08-24T13:59:42.483" v="0" actId="47"/>
        <pc:sldMkLst>
          <pc:docMk/>
          <pc:sldMk cId="1610607834" sldId="320"/>
        </pc:sldMkLst>
      </pc:sldChg>
      <pc:sldChg chg="del">
        <pc:chgData name="James Pengelly" userId="d269fecd-a8a2-4e5a-93ae-88bdaab21f51" providerId="ADAL" clId="{4C5E3883-F011-4B67-95D9-143F38E93003}" dt="2023-08-24T13:59:42.483" v="0" actId="47"/>
        <pc:sldMkLst>
          <pc:docMk/>
          <pc:sldMk cId="3963402502" sldId="321"/>
        </pc:sldMkLst>
      </pc:sldChg>
      <pc:sldChg chg="del">
        <pc:chgData name="James Pengelly" userId="d269fecd-a8a2-4e5a-93ae-88bdaab21f51" providerId="ADAL" clId="{4C5E3883-F011-4B67-95D9-143F38E93003}" dt="2023-08-24T13:59:42.483" v="0" actId="47"/>
        <pc:sldMkLst>
          <pc:docMk/>
          <pc:sldMk cId="3505850654" sldId="322"/>
        </pc:sldMkLst>
      </pc:sldChg>
      <pc:sldChg chg="del">
        <pc:chgData name="James Pengelly" userId="d269fecd-a8a2-4e5a-93ae-88bdaab21f51" providerId="ADAL" clId="{4C5E3883-F011-4B67-95D9-143F38E93003}" dt="2023-08-24T13:59:42.483" v="0" actId="47"/>
        <pc:sldMkLst>
          <pc:docMk/>
          <pc:sldMk cId="3804464651" sldId="323"/>
        </pc:sldMkLst>
      </pc:sldChg>
      <pc:sldChg chg="del">
        <pc:chgData name="James Pengelly" userId="d269fecd-a8a2-4e5a-93ae-88bdaab21f51" providerId="ADAL" clId="{4C5E3883-F011-4B67-95D9-143F38E93003}" dt="2023-08-24T13:59:42.483" v="0" actId="47"/>
        <pc:sldMkLst>
          <pc:docMk/>
          <pc:sldMk cId="3764382782" sldId="324"/>
        </pc:sldMkLst>
      </pc:sldChg>
      <pc:sldChg chg="del">
        <pc:chgData name="James Pengelly" userId="d269fecd-a8a2-4e5a-93ae-88bdaab21f51" providerId="ADAL" clId="{4C5E3883-F011-4B67-95D9-143F38E93003}" dt="2023-08-24T13:59:42.483" v="0" actId="47"/>
        <pc:sldMkLst>
          <pc:docMk/>
          <pc:sldMk cId="3978815442" sldId="325"/>
        </pc:sldMkLst>
      </pc:sldChg>
      <pc:sldChg chg="del">
        <pc:chgData name="James Pengelly" userId="d269fecd-a8a2-4e5a-93ae-88bdaab21f51" providerId="ADAL" clId="{4C5E3883-F011-4B67-95D9-143F38E93003}" dt="2023-08-24T13:59:42.483" v="0" actId="47"/>
        <pc:sldMkLst>
          <pc:docMk/>
          <pc:sldMk cId="4128920781" sldId="326"/>
        </pc:sldMkLst>
      </pc:sldChg>
      <pc:sldChg chg="del">
        <pc:chgData name="James Pengelly" userId="d269fecd-a8a2-4e5a-93ae-88bdaab21f51" providerId="ADAL" clId="{4C5E3883-F011-4B67-95D9-143F38E93003}" dt="2023-08-24T13:59:42.483" v="0" actId="47"/>
        <pc:sldMkLst>
          <pc:docMk/>
          <pc:sldMk cId="3609049697" sldId="328"/>
        </pc:sldMkLst>
      </pc:sldChg>
      <pc:sldChg chg="del">
        <pc:chgData name="James Pengelly" userId="d269fecd-a8a2-4e5a-93ae-88bdaab21f51" providerId="ADAL" clId="{4C5E3883-F011-4B67-95D9-143F38E93003}" dt="2023-08-24T13:59:42.483" v="0" actId="47"/>
        <pc:sldMkLst>
          <pc:docMk/>
          <pc:sldMk cId="4044510429" sldId="329"/>
        </pc:sldMkLst>
      </pc:sldChg>
      <pc:sldChg chg="del">
        <pc:chgData name="James Pengelly" userId="d269fecd-a8a2-4e5a-93ae-88bdaab21f51" providerId="ADAL" clId="{4C5E3883-F011-4B67-95D9-143F38E93003}" dt="2023-08-24T13:59:42.483" v="0" actId="47"/>
        <pc:sldMkLst>
          <pc:docMk/>
          <pc:sldMk cId="3719625191" sldId="330"/>
        </pc:sldMkLst>
      </pc:sldChg>
      <pc:sldChg chg="del">
        <pc:chgData name="James Pengelly" userId="d269fecd-a8a2-4e5a-93ae-88bdaab21f51" providerId="ADAL" clId="{4C5E3883-F011-4B67-95D9-143F38E93003}" dt="2023-08-24T13:59:42.483" v="0" actId="47"/>
        <pc:sldMkLst>
          <pc:docMk/>
          <pc:sldMk cId="2040865147" sldId="332"/>
        </pc:sldMkLst>
      </pc:sldChg>
      <pc:sldChg chg="del">
        <pc:chgData name="James Pengelly" userId="d269fecd-a8a2-4e5a-93ae-88bdaab21f51" providerId="ADAL" clId="{4C5E3883-F011-4B67-95D9-143F38E93003}" dt="2023-08-24T13:59:42.483" v="0" actId="47"/>
        <pc:sldMkLst>
          <pc:docMk/>
          <pc:sldMk cId="388135180" sldId="335"/>
        </pc:sldMkLst>
      </pc:sldChg>
      <pc:sldChg chg="del">
        <pc:chgData name="James Pengelly" userId="d269fecd-a8a2-4e5a-93ae-88bdaab21f51" providerId="ADAL" clId="{4C5E3883-F011-4B67-95D9-143F38E93003}" dt="2023-08-24T13:59:42.483" v="0" actId="47"/>
        <pc:sldMkLst>
          <pc:docMk/>
          <pc:sldMk cId="53542421" sldId="336"/>
        </pc:sldMkLst>
      </pc:sldChg>
      <pc:sldChg chg="del">
        <pc:chgData name="James Pengelly" userId="d269fecd-a8a2-4e5a-93ae-88bdaab21f51" providerId="ADAL" clId="{4C5E3883-F011-4B67-95D9-143F38E93003}" dt="2023-08-24T13:59:42.483" v="0" actId="47"/>
        <pc:sldMkLst>
          <pc:docMk/>
          <pc:sldMk cId="83370898" sldId="337"/>
        </pc:sldMkLst>
      </pc:sldChg>
      <pc:sldChg chg="del">
        <pc:chgData name="James Pengelly" userId="d269fecd-a8a2-4e5a-93ae-88bdaab21f51" providerId="ADAL" clId="{4C5E3883-F011-4B67-95D9-143F38E93003}" dt="2023-08-24T13:59:42.483" v="0" actId="47"/>
        <pc:sldMkLst>
          <pc:docMk/>
          <pc:sldMk cId="616534455" sldId="339"/>
        </pc:sldMkLst>
      </pc:sldChg>
      <pc:sldChg chg="del">
        <pc:chgData name="James Pengelly" userId="d269fecd-a8a2-4e5a-93ae-88bdaab21f51" providerId="ADAL" clId="{4C5E3883-F011-4B67-95D9-143F38E93003}" dt="2023-08-24T13:59:42.483" v="0" actId="47"/>
        <pc:sldMkLst>
          <pc:docMk/>
          <pc:sldMk cId="4278748134" sldId="340"/>
        </pc:sldMkLst>
      </pc:sldChg>
      <pc:sldChg chg="del">
        <pc:chgData name="James Pengelly" userId="d269fecd-a8a2-4e5a-93ae-88bdaab21f51" providerId="ADAL" clId="{4C5E3883-F011-4B67-95D9-143F38E93003}" dt="2023-08-24T13:59:42.483" v="0" actId="47"/>
        <pc:sldMkLst>
          <pc:docMk/>
          <pc:sldMk cId="1240060841" sldId="341"/>
        </pc:sldMkLst>
      </pc:sldChg>
      <pc:sldChg chg="del">
        <pc:chgData name="James Pengelly" userId="d269fecd-a8a2-4e5a-93ae-88bdaab21f51" providerId="ADAL" clId="{4C5E3883-F011-4B67-95D9-143F38E93003}" dt="2023-08-24T13:59:42.483" v="0" actId="47"/>
        <pc:sldMkLst>
          <pc:docMk/>
          <pc:sldMk cId="4101100443" sldId="342"/>
        </pc:sldMkLst>
      </pc:sldChg>
      <pc:sldChg chg="del">
        <pc:chgData name="James Pengelly" userId="d269fecd-a8a2-4e5a-93ae-88bdaab21f51" providerId="ADAL" clId="{4C5E3883-F011-4B67-95D9-143F38E93003}" dt="2023-08-24T13:59:42.483" v="0" actId="47"/>
        <pc:sldMkLst>
          <pc:docMk/>
          <pc:sldMk cId="3008721888" sldId="344"/>
        </pc:sldMkLst>
      </pc:sldChg>
      <pc:sldChg chg="del">
        <pc:chgData name="James Pengelly" userId="d269fecd-a8a2-4e5a-93ae-88bdaab21f51" providerId="ADAL" clId="{4C5E3883-F011-4B67-95D9-143F38E93003}" dt="2023-08-24T13:59:42.483" v="0" actId="47"/>
        <pc:sldMkLst>
          <pc:docMk/>
          <pc:sldMk cId="2498661059" sldId="348"/>
        </pc:sldMkLst>
      </pc:sldChg>
      <pc:sldChg chg="del">
        <pc:chgData name="James Pengelly" userId="d269fecd-a8a2-4e5a-93ae-88bdaab21f51" providerId="ADAL" clId="{4C5E3883-F011-4B67-95D9-143F38E93003}" dt="2023-08-24T13:59:42.483" v="0" actId="47"/>
        <pc:sldMkLst>
          <pc:docMk/>
          <pc:sldMk cId="3173009956" sldId="349"/>
        </pc:sldMkLst>
      </pc:sldChg>
      <pc:sldChg chg="del">
        <pc:chgData name="James Pengelly" userId="d269fecd-a8a2-4e5a-93ae-88bdaab21f51" providerId="ADAL" clId="{4C5E3883-F011-4B67-95D9-143F38E93003}" dt="2023-08-24T13:59:42.483" v="0" actId="47"/>
        <pc:sldMkLst>
          <pc:docMk/>
          <pc:sldMk cId="1492353232" sldId="351"/>
        </pc:sldMkLst>
      </pc:sldChg>
      <pc:sldChg chg="del">
        <pc:chgData name="James Pengelly" userId="d269fecd-a8a2-4e5a-93ae-88bdaab21f51" providerId="ADAL" clId="{4C5E3883-F011-4B67-95D9-143F38E93003}" dt="2023-08-24T13:59:42.483" v="0" actId="47"/>
        <pc:sldMkLst>
          <pc:docMk/>
          <pc:sldMk cId="1033267871" sldId="353"/>
        </pc:sldMkLst>
      </pc:sldChg>
      <pc:sldChg chg="del">
        <pc:chgData name="James Pengelly" userId="d269fecd-a8a2-4e5a-93ae-88bdaab21f51" providerId="ADAL" clId="{4C5E3883-F011-4B67-95D9-143F38E93003}" dt="2023-08-24T13:59:42.483" v="0" actId="47"/>
        <pc:sldMkLst>
          <pc:docMk/>
          <pc:sldMk cId="2628053539" sldId="354"/>
        </pc:sldMkLst>
      </pc:sldChg>
      <pc:sldChg chg="del">
        <pc:chgData name="James Pengelly" userId="d269fecd-a8a2-4e5a-93ae-88bdaab21f51" providerId="ADAL" clId="{4C5E3883-F011-4B67-95D9-143F38E93003}" dt="2023-08-24T13:59:42.483" v="0" actId="47"/>
        <pc:sldMkLst>
          <pc:docMk/>
          <pc:sldMk cId="4050608242" sldId="355"/>
        </pc:sldMkLst>
      </pc:sldChg>
      <pc:sldChg chg="del">
        <pc:chgData name="James Pengelly" userId="d269fecd-a8a2-4e5a-93ae-88bdaab21f51" providerId="ADAL" clId="{4C5E3883-F011-4B67-95D9-143F38E93003}" dt="2023-08-24T13:59:42.483" v="0" actId="47"/>
        <pc:sldMkLst>
          <pc:docMk/>
          <pc:sldMk cId="916358898" sldId="357"/>
        </pc:sldMkLst>
      </pc:sldChg>
      <pc:sldChg chg="del">
        <pc:chgData name="James Pengelly" userId="d269fecd-a8a2-4e5a-93ae-88bdaab21f51" providerId="ADAL" clId="{4C5E3883-F011-4B67-95D9-143F38E93003}" dt="2023-08-24T13:59:42.483" v="0" actId="47"/>
        <pc:sldMkLst>
          <pc:docMk/>
          <pc:sldMk cId="2672439797" sldId="359"/>
        </pc:sldMkLst>
      </pc:sldChg>
      <pc:sldChg chg="del">
        <pc:chgData name="James Pengelly" userId="d269fecd-a8a2-4e5a-93ae-88bdaab21f51" providerId="ADAL" clId="{4C5E3883-F011-4B67-95D9-143F38E93003}" dt="2023-08-24T13:59:42.483" v="0" actId="47"/>
        <pc:sldMkLst>
          <pc:docMk/>
          <pc:sldMk cId="2827498227" sldId="361"/>
        </pc:sldMkLst>
      </pc:sldChg>
      <pc:sldChg chg="del">
        <pc:chgData name="James Pengelly" userId="d269fecd-a8a2-4e5a-93ae-88bdaab21f51" providerId="ADAL" clId="{4C5E3883-F011-4B67-95D9-143F38E93003}" dt="2023-08-24T13:59:42.483" v="0" actId="47"/>
        <pc:sldMkLst>
          <pc:docMk/>
          <pc:sldMk cId="1572451248" sldId="362"/>
        </pc:sldMkLst>
      </pc:sldChg>
      <pc:sldChg chg="del">
        <pc:chgData name="James Pengelly" userId="d269fecd-a8a2-4e5a-93ae-88bdaab21f51" providerId="ADAL" clId="{4C5E3883-F011-4B67-95D9-143F38E93003}" dt="2023-08-24T13:59:42.483" v="0" actId="47"/>
        <pc:sldMkLst>
          <pc:docMk/>
          <pc:sldMk cId="1291327909" sldId="363"/>
        </pc:sldMkLst>
      </pc:sldChg>
      <pc:sldChg chg="modNotesTx">
        <pc:chgData name="James Pengelly" userId="d269fecd-a8a2-4e5a-93ae-88bdaab21f51" providerId="ADAL" clId="{4C5E3883-F011-4B67-95D9-143F38E93003}" dt="2023-09-06T15:58:14.359" v="806"/>
        <pc:sldMkLst>
          <pc:docMk/>
          <pc:sldMk cId="1201177167" sldId="364"/>
        </pc:sldMkLst>
      </pc:sldChg>
      <pc:sldChg chg="del">
        <pc:chgData name="James Pengelly" userId="d269fecd-a8a2-4e5a-93ae-88bdaab21f51" providerId="ADAL" clId="{4C5E3883-F011-4B67-95D9-143F38E93003}" dt="2023-08-24T13:59:42.483" v="0" actId="47"/>
        <pc:sldMkLst>
          <pc:docMk/>
          <pc:sldMk cId="2289605612" sldId="368"/>
        </pc:sldMkLst>
      </pc:sldChg>
      <pc:sldChg chg="del">
        <pc:chgData name="James Pengelly" userId="d269fecd-a8a2-4e5a-93ae-88bdaab21f51" providerId="ADAL" clId="{4C5E3883-F011-4B67-95D9-143F38E93003}" dt="2023-08-24T13:59:42.483" v="0" actId="47"/>
        <pc:sldMkLst>
          <pc:docMk/>
          <pc:sldMk cId="1501366186" sldId="369"/>
        </pc:sldMkLst>
      </pc:sldChg>
      <pc:sldChg chg="del">
        <pc:chgData name="James Pengelly" userId="d269fecd-a8a2-4e5a-93ae-88bdaab21f51" providerId="ADAL" clId="{4C5E3883-F011-4B67-95D9-143F38E93003}" dt="2023-08-24T13:59:42.483" v="0" actId="47"/>
        <pc:sldMkLst>
          <pc:docMk/>
          <pc:sldMk cId="1148689023" sldId="371"/>
        </pc:sldMkLst>
      </pc:sldChg>
      <pc:sldChg chg="del">
        <pc:chgData name="James Pengelly" userId="d269fecd-a8a2-4e5a-93ae-88bdaab21f51" providerId="ADAL" clId="{4C5E3883-F011-4B67-95D9-143F38E93003}" dt="2023-08-24T13:59:42.483" v="0" actId="47"/>
        <pc:sldMkLst>
          <pc:docMk/>
          <pc:sldMk cId="3907955957" sldId="374"/>
        </pc:sldMkLst>
      </pc:sldChg>
      <pc:sldChg chg="del">
        <pc:chgData name="James Pengelly" userId="d269fecd-a8a2-4e5a-93ae-88bdaab21f51" providerId="ADAL" clId="{4C5E3883-F011-4B67-95D9-143F38E93003}" dt="2023-08-24T13:59:42.483" v="0" actId="47"/>
        <pc:sldMkLst>
          <pc:docMk/>
          <pc:sldMk cId="109215933" sldId="377"/>
        </pc:sldMkLst>
      </pc:sldChg>
      <pc:sldChg chg="del">
        <pc:chgData name="James Pengelly" userId="d269fecd-a8a2-4e5a-93ae-88bdaab21f51" providerId="ADAL" clId="{4C5E3883-F011-4B67-95D9-143F38E93003}" dt="2023-08-24T13:59:42.483" v="0" actId="47"/>
        <pc:sldMkLst>
          <pc:docMk/>
          <pc:sldMk cId="3890781229" sldId="379"/>
        </pc:sldMkLst>
      </pc:sldChg>
      <pc:sldChg chg="del">
        <pc:chgData name="James Pengelly" userId="d269fecd-a8a2-4e5a-93ae-88bdaab21f51" providerId="ADAL" clId="{4C5E3883-F011-4B67-95D9-143F38E93003}" dt="2023-08-24T13:59:42.483" v="0" actId="47"/>
        <pc:sldMkLst>
          <pc:docMk/>
          <pc:sldMk cId="282604571" sldId="380"/>
        </pc:sldMkLst>
      </pc:sldChg>
      <pc:sldChg chg="del">
        <pc:chgData name="James Pengelly" userId="d269fecd-a8a2-4e5a-93ae-88bdaab21f51" providerId="ADAL" clId="{4C5E3883-F011-4B67-95D9-143F38E93003}" dt="2023-08-24T13:59:42.483" v="0" actId="47"/>
        <pc:sldMkLst>
          <pc:docMk/>
          <pc:sldMk cId="428784610" sldId="383"/>
        </pc:sldMkLst>
      </pc:sldChg>
      <pc:sldChg chg="del">
        <pc:chgData name="James Pengelly" userId="d269fecd-a8a2-4e5a-93ae-88bdaab21f51" providerId="ADAL" clId="{4C5E3883-F011-4B67-95D9-143F38E93003}" dt="2023-08-24T13:59:42.483" v="0" actId="47"/>
        <pc:sldMkLst>
          <pc:docMk/>
          <pc:sldMk cId="1010180652" sldId="384"/>
        </pc:sldMkLst>
      </pc:sldChg>
      <pc:sldChg chg="del">
        <pc:chgData name="James Pengelly" userId="d269fecd-a8a2-4e5a-93ae-88bdaab21f51" providerId="ADAL" clId="{4C5E3883-F011-4B67-95D9-143F38E93003}" dt="2023-08-24T13:59:42.483" v="0" actId="47"/>
        <pc:sldMkLst>
          <pc:docMk/>
          <pc:sldMk cId="993561127" sldId="385"/>
        </pc:sldMkLst>
      </pc:sldChg>
      <pc:sldChg chg="del">
        <pc:chgData name="James Pengelly" userId="d269fecd-a8a2-4e5a-93ae-88bdaab21f51" providerId="ADAL" clId="{4C5E3883-F011-4B67-95D9-143F38E93003}" dt="2023-08-24T13:59:42.483" v="0" actId="47"/>
        <pc:sldMkLst>
          <pc:docMk/>
          <pc:sldMk cId="1665857579" sldId="390"/>
        </pc:sldMkLst>
      </pc:sldChg>
      <pc:sldChg chg="del">
        <pc:chgData name="James Pengelly" userId="d269fecd-a8a2-4e5a-93ae-88bdaab21f51" providerId="ADAL" clId="{4C5E3883-F011-4B67-95D9-143F38E93003}" dt="2023-08-24T13:59:42.483" v="0" actId="47"/>
        <pc:sldMkLst>
          <pc:docMk/>
          <pc:sldMk cId="2824444913" sldId="393"/>
        </pc:sldMkLst>
      </pc:sldChg>
      <pc:sldChg chg="del">
        <pc:chgData name="James Pengelly" userId="d269fecd-a8a2-4e5a-93ae-88bdaab21f51" providerId="ADAL" clId="{4C5E3883-F011-4B67-95D9-143F38E93003}" dt="2023-08-24T13:59:42.483" v="0" actId="47"/>
        <pc:sldMkLst>
          <pc:docMk/>
          <pc:sldMk cId="1829934662" sldId="394"/>
        </pc:sldMkLst>
      </pc:sldChg>
      <pc:sldChg chg="del">
        <pc:chgData name="James Pengelly" userId="d269fecd-a8a2-4e5a-93ae-88bdaab21f51" providerId="ADAL" clId="{4C5E3883-F011-4B67-95D9-143F38E93003}" dt="2023-08-24T13:59:42.483" v="0" actId="47"/>
        <pc:sldMkLst>
          <pc:docMk/>
          <pc:sldMk cId="1339298764" sldId="395"/>
        </pc:sldMkLst>
      </pc:sldChg>
      <pc:sldChg chg="del">
        <pc:chgData name="James Pengelly" userId="d269fecd-a8a2-4e5a-93ae-88bdaab21f51" providerId="ADAL" clId="{4C5E3883-F011-4B67-95D9-143F38E93003}" dt="2023-08-24T13:59:42.483" v="0" actId="47"/>
        <pc:sldMkLst>
          <pc:docMk/>
          <pc:sldMk cId="1016084178" sldId="396"/>
        </pc:sldMkLst>
      </pc:sldChg>
      <pc:sldChg chg="del">
        <pc:chgData name="James Pengelly" userId="d269fecd-a8a2-4e5a-93ae-88bdaab21f51" providerId="ADAL" clId="{4C5E3883-F011-4B67-95D9-143F38E93003}" dt="2023-08-24T13:59:42.483" v="0" actId="47"/>
        <pc:sldMkLst>
          <pc:docMk/>
          <pc:sldMk cId="4214344726" sldId="397"/>
        </pc:sldMkLst>
      </pc:sldChg>
      <pc:sldChg chg="del">
        <pc:chgData name="James Pengelly" userId="d269fecd-a8a2-4e5a-93ae-88bdaab21f51" providerId="ADAL" clId="{4C5E3883-F011-4B67-95D9-143F38E93003}" dt="2023-08-24T13:59:42.483" v="0" actId="47"/>
        <pc:sldMkLst>
          <pc:docMk/>
          <pc:sldMk cId="3450668804" sldId="398"/>
        </pc:sldMkLst>
      </pc:sldChg>
      <pc:sldChg chg="del">
        <pc:chgData name="James Pengelly" userId="d269fecd-a8a2-4e5a-93ae-88bdaab21f51" providerId="ADAL" clId="{4C5E3883-F011-4B67-95D9-143F38E93003}" dt="2023-08-24T13:59:42.483" v="0" actId="47"/>
        <pc:sldMkLst>
          <pc:docMk/>
          <pc:sldMk cId="2762218996" sldId="399"/>
        </pc:sldMkLst>
      </pc:sldChg>
      <pc:sldChg chg="del">
        <pc:chgData name="James Pengelly" userId="d269fecd-a8a2-4e5a-93ae-88bdaab21f51" providerId="ADAL" clId="{4C5E3883-F011-4B67-95D9-143F38E93003}" dt="2023-08-24T13:59:42.483" v="0" actId="47"/>
        <pc:sldMkLst>
          <pc:docMk/>
          <pc:sldMk cId="2590891385" sldId="400"/>
        </pc:sldMkLst>
      </pc:sldChg>
      <pc:sldChg chg="del">
        <pc:chgData name="James Pengelly" userId="d269fecd-a8a2-4e5a-93ae-88bdaab21f51" providerId="ADAL" clId="{4C5E3883-F011-4B67-95D9-143F38E93003}" dt="2023-08-24T13:59:42.483" v="0" actId="47"/>
        <pc:sldMkLst>
          <pc:docMk/>
          <pc:sldMk cId="3953387796" sldId="401"/>
        </pc:sldMkLst>
      </pc:sldChg>
      <pc:sldChg chg="del">
        <pc:chgData name="James Pengelly" userId="d269fecd-a8a2-4e5a-93ae-88bdaab21f51" providerId="ADAL" clId="{4C5E3883-F011-4B67-95D9-143F38E93003}" dt="2023-08-24T13:59:42.483" v="0" actId="47"/>
        <pc:sldMkLst>
          <pc:docMk/>
          <pc:sldMk cId="2727043731" sldId="402"/>
        </pc:sldMkLst>
      </pc:sldChg>
      <pc:sldChg chg="del">
        <pc:chgData name="James Pengelly" userId="d269fecd-a8a2-4e5a-93ae-88bdaab21f51" providerId="ADAL" clId="{4C5E3883-F011-4B67-95D9-143F38E93003}" dt="2023-08-24T13:59:42.483" v="0" actId="47"/>
        <pc:sldMkLst>
          <pc:docMk/>
          <pc:sldMk cId="3781024619" sldId="403"/>
        </pc:sldMkLst>
      </pc:sldChg>
      <pc:sldChg chg="del">
        <pc:chgData name="James Pengelly" userId="d269fecd-a8a2-4e5a-93ae-88bdaab21f51" providerId="ADAL" clId="{4C5E3883-F011-4B67-95D9-143F38E93003}" dt="2023-08-24T13:59:42.483" v="0" actId="47"/>
        <pc:sldMkLst>
          <pc:docMk/>
          <pc:sldMk cId="76376853" sldId="404"/>
        </pc:sldMkLst>
      </pc:sldChg>
      <pc:sldChg chg="del">
        <pc:chgData name="James Pengelly" userId="d269fecd-a8a2-4e5a-93ae-88bdaab21f51" providerId="ADAL" clId="{4C5E3883-F011-4B67-95D9-143F38E93003}" dt="2023-08-24T13:59:42.483" v="0" actId="47"/>
        <pc:sldMkLst>
          <pc:docMk/>
          <pc:sldMk cId="3447527312" sldId="405"/>
        </pc:sldMkLst>
      </pc:sldChg>
      <pc:sldChg chg="del">
        <pc:chgData name="James Pengelly" userId="d269fecd-a8a2-4e5a-93ae-88bdaab21f51" providerId="ADAL" clId="{4C5E3883-F011-4B67-95D9-143F38E93003}" dt="2023-08-24T13:59:42.483" v="0" actId="47"/>
        <pc:sldMkLst>
          <pc:docMk/>
          <pc:sldMk cId="3461596423" sldId="406"/>
        </pc:sldMkLst>
      </pc:sldChg>
      <pc:sldChg chg="del">
        <pc:chgData name="James Pengelly" userId="d269fecd-a8a2-4e5a-93ae-88bdaab21f51" providerId="ADAL" clId="{4C5E3883-F011-4B67-95D9-143F38E93003}" dt="2023-08-24T13:59:42.483" v="0" actId="47"/>
        <pc:sldMkLst>
          <pc:docMk/>
          <pc:sldMk cId="4273903402" sldId="408"/>
        </pc:sldMkLst>
      </pc:sldChg>
      <pc:sldChg chg="del">
        <pc:chgData name="James Pengelly" userId="d269fecd-a8a2-4e5a-93ae-88bdaab21f51" providerId="ADAL" clId="{4C5E3883-F011-4B67-95D9-143F38E93003}" dt="2023-08-24T13:59:42.483" v="0" actId="47"/>
        <pc:sldMkLst>
          <pc:docMk/>
          <pc:sldMk cId="1848990747" sldId="409"/>
        </pc:sldMkLst>
      </pc:sldChg>
      <pc:sldChg chg="del">
        <pc:chgData name="James Pengelly" userId="d269fecd-a8a2-4e5a-93ae-88bdaab21f51" providerId="ADAL" clId="{4C5E3883-F011-4B67-95D9-143F38E93003}" dt="2023-08-24T13:59:42.483" v="0" actId="47"/>
        <pc:sldMkLst>
          <pc:docMk/>
          <pc:sldMk cId="1126499771" sldId="411"/>
        </pc:sldMkLst>
      </pc:sldChg>
      <pc:sldChg chg="del">
        <pc:chgData name="James Pengelly" userId="d269fecd-a8a2-4e5a-93ae-88bdaab21f51" providerId="ADAL" clId="{4C5E3883-F011-4B67-95D9-143F38E93003}" dt="2023-08-24T13:59:42.483" v="0" actId="47"/>
        <pc:sldMkLst>
          <pc:docMk/>
          <pc:sldMk cId="2212437411" sldId="412"/>
        </pc:sldMkLst>
      </pc:sldChg>
      <pc:sldChg chg="del">
        <pc:chgData name="James Pengelly" userId="d269fecd-a8a2-4e5a-93ae-88bdaab21f51" providerId="ADAL" clId="{4C5E3883-F011-4B67-95D9-143F38E93003}" dt="2023-08-24T13:59:42.483" v="0" actId="47"/>
        <pc:sldMkLst>
          <pc:docMk/>
          <pc:sldMk cId="2156432247" sldId="413"/>
        </pc:sldMkLst>
      </pc:sldChg>
      <pc:sldChg chg="del">
        <pc:chgData name="James Pengelly" userId="d269fecd-a8a2-4e5a-93ae-88bdaab21f51" providerId="ADAL" clId="{4C5E3883-F011-4B67-95D9-143F38E93003}" dt="2023-08-24T13:59:42.483" v="0" actId="47"/>
        <pc:sldMkLst>
          <pc:docMk/>
          <pc:sldMk cId="263362339" sldId="415"/>
        </pc:sldMkLst>
      </pc:sldChg>
      <pc:sldChg chg="del">
        <pc:chgData name="James Pengelly" userId="d269fecd-a8a2-4e5a-93ae-88bdaab21f51" providerId="ADAL" clId="{4C5E3883-F011-4B67-95D9-143F38E93003}" dt="2023-08-24T13:59:42.483" v="0" actId="47"/>
        <pc:sldMkLst>
          <pc:docMk/>
          <pc:sldMk cId="519644668" sldId="418"/>
        </pc:sldMkLst>
      </pc:sldChg>
      <pc:sldChg chg="del">
        <pc:chgData name="James Pengelly" userId="d269fecd-a8a2-4e5a-93ae-88bdaab21f51" providerId="ADAL" clId="{4C5E3883-F011-4B67-95D9-143F38E93003}" dt="2023-08-24T13:59:42.483" v="0" actId="47"/>
        <pc:sldMkLst>
          <pc:docMk/>
          <pc:sldMk cId="3631135714" sldId="419"/>
        </pc:sldMkLst>
      </pc:sldChg>
      <pc:sldChg chg="del">
        <pc:chgData name="James Pengelly" userId="d269fecd-a8a2-4e5a-93ae-88bdaab21f51" providerId="ADAL" clId="{4C5E3883-F011-4B67-95D9-143F38E93003}" dt="2023-08-24T13:59:42.483" v="0" actId="47"/>
        <pc:sldMkLst>
          <pc:docMk/>
          <pc:sldMk cId="2961224881" sldId="420"/>
        </pc:sldMkLst>
      </pc:sldChg>
      <pc:sldChg chg="del">
        <pc:chgData name="James Pengelly" userId="d269fecd-a8a2-4e5a-93ae-88bdaab21f51" providerId="ADAL" clId="{4C5E3883-F011-4B67-95D9-143F38E93003}" dt="2023-08-24T13:59:42.483" v="0" actId="47"/>
        <pc:sldMkLst>
          <pc:docMk/>
          <pc:sldMk cId="1221700180" sldId="421"/>
        </pc:sldMkLst>
      </pc:sldChg>
      <pc:sldChg chg="del">
        <pc:chgData name="James Pengelly" userId="d269fecd-a8a2-4e5a-93ae-88bdaab21f51" providerId="ADAL" clId="{4C5E3883-F011-4B67-95D9-143F38E93003}" dt="2023-08-24T13:59:42.483" v="0" actId="47"/>
        <pc:sldMkLst>
          <pc:docMk/>
          <pc:sldMk cId="747938625" sldId="422"/>
        </pc:sldMkLst>
      </pc:sldChg>
      <pc:sldChg chg="del">
        <pc:chgData name="James Pengelly" userId="d269fecd-a8a2-4e5a-93ae-88bdaab21f51" providerId="ADAL" clId="{4C5E3883-F011-4B67-95D9-143F38E93003}" dt="2023-08-24T13:59:42.483" v="0" actId="47"/>
        <pc:sldMkLst>
          <pc:docMk/>
          <pc:sldMk cId="3663672702" sldId="423"/>
        </pc:sldMkLst>
      </pc:sldChg>
      <pc:sldChg chg="del">
        <pc:chgData name="James Pengelly" userId="d269fecd-a8a2-4e5a-93ae-88bdaab21f51" providerId="ADAL" clId="{4C5E3883-F011-4B67-95D9-143F38E93003}" dt="2023-08-24T13:59:42.483" v="0" actId="47"/>
        <pc:sldMkLst>
          <pc:docMk/>
          <pc:sldMk cId="1703881002" sldId="424"/>
        </pc:sldMkLst>
      </pc:sldChg>
      <pc:sldChg chg="del">
        <pc:chgData name="James Pengelly" userId="d269fecd-a8a2-4e5a-93ae-88bdaab21f51" providerId="ADAL" clId="{4C5E3883-F011-4B67-95D9-143F38E93003}" dt="2023-08-24T13:59:42.483" v="0" actId="47"/>
        <pc:sldMkLst>
          <pc:docMk/>
          <pc:sldMk cId="2422481433" sldId="426"/>
        </pc:sldMkLst>
      </pc:sldChg>
      <pc:sldChg chg="del">
        <pc:chgData name="James Pengelly" userId="d269fecd-a8a2-4e5a-93ae-88bdaab21f51" providerId="ADAL" clId="{4C5E3883-F011-4B67-95D9-143F38E93003}" dt="2023-08-24T13:59:42.483" v="0" actId="47"/>
        <pc:sldMkLst>
          <pc:docMk/>
          <pc:sldMk cId="1349580473" sldId="429"/>
        </pc:sldMkLst>
      </pc:sldChg>
      <pc:sldChg chg="del">
        <pc:chgData name="James Pengelly" userId="d269fecd-a8a2-4e5a-93ae-88bdaab21f51" providerId="ADAL" clId="{4C5E3883-F011-4B67-95D9-143F38E93003}" dt="2023-08-24T13:59:42.483" v="0" actId="47"/>
        <pc:sldMkLst>
          <pc:docMk/>
          <pc:sldMk cId="2265083478" sldId="430"/>
        </pc:sldMkLst>
      </pc:sldChg>
      <pc:sldChg chg="del">
        <pc:chgData name="James Pengelly" userId="d269fecd-a8a2-4e5a-93ae-88bdaab21f51" providerId="ADAL" clId="{4C5E3883-F011-4B67-95D9-143F38E93003}" dt="2023-08-24T13:59:42.483" v="0" actId="47"/>
        <pc:sldMkLst>
          <pc:docMk/>
          <pc:sldMk cId="2863113325" sldId="431"/>
        </pc:sldMkLst>
      </pc:sldChg>
      <pc:sldChg chg="del">
        <pc:chgData name="James Pengelly" userId="d269fecd-a8a2-4e5a-93ae-88bdaab21f51" providerId="ADAL" clId="{4C5E3883-F011-4B67-95D9-143F38E93003}" dt="2023-08-24T13:59:42.483" v="0" actId="47"/>
        <pc:sldMkLst>
          <pc:docMk/>
          <pc:sldMk cId="3556797560" sldId="432"/>
        </pc:sldMkLst>
      </pc:sldChg>
      <pc:sldChg chg="del">
        <pc:chgData name="James Pengelly" userId="d269fecd-a8a2-4e5a-93ae-88bdaab21f51" providerId="ADAL" clId="{4C5E3883-F011-4B67-95D9-143F38E93003}" dt="2023-08-24T13:59:42.483" v="0" actId="47"/>
        <pc:sldMkLst>
          <pc:docMk/>
          <pc:sldMk cId="2981302178" sldId="433"/>
        </pc:sldMkLst>
      </pc:sldChg>
      <pc:sldChg chg="del">
        <pc:chgData name="James Pengelly" userId="d269fecd-a8a2-4e5a-93ae-88bdaab21f51" providerId="ADAL" clId="{4C5E3883-F011-4B67-95D9-143F38E93003}" dt="2023-08-24T13:59:42.483" v="0" actId="47"/>
        <pc:sldMkLst>
          <pc:docMk/>
          <pc:sldMk cId="733584931" sldId="434"/>
        </pc:sldMkLst>
      </pc:sldChg>
      <pc:sldChg chg="del">
        <pc:chgData name="James Pengelly" userId="d269fecd-a8a2-4e5a-93ae-88bdaab21f51" providerId="ADAL" clId="{4C5E3883-F011-4B67-95D9-143F38E93003}" dt="2023-08-24T13:59:42.483" v="0" actId="47"/>
        <pc:sldMkLst>
          <pc:docMk/>
          <pc:sldMk cId="1695507307" sldId="435"/>
        </pc:sldMkLst>
      </pc:sldChg>
      <pc:sldChg chg="del">
        <pc:chgData name="James Pengelly" userId="d269fecd-a8a2-4e5a-93ae-88bdaab21f51" providerId="ADAL" clId="{4C5E3883-F011-4B67-95D9-143F38E93003}" dt="2023-08-24T13:59:42.483" v="0" actId="47"/>
        <pc:sldMkLst>
          <pc:docMk/>
          <pc:sldMk cId="2233051909" sldId="436"/>
        </pc:sldMkLst>
      </pc:sldChg>
      <pc:sldChg chg="del">
        <pc:chgData name="James Pengelly" userId="d269fecd-a8a2-4e5a-93ae-88bdaab21f51" providerId="ADAL" clId="{4C5E3883-F011-4B67-95D9-143F38E93003}" dt="2023-08-24T13:59:42.483" v="0" actId="47"/>
        <pc:sldMkLst>
          <pc:docMk/>
          <pc:sldMk cId="1342897180" sldId="437"/>
        </pc:sldMkLst>
      </pc:sldChg>
      <pc:sldChg chg="del">
        <pc:chgData name="James Pengelly" userId="d269fecd-a8a2-4e5a-93ae-88bdaab21f51" providerId="ADAL" clId="{4C5E3883-F011-4B67-95D9-143F38E93003}" dt="2023-08-24T13:59:42.483" v="0" actId="47"/>
        <pc:sldMkLst>
          <pc:docMk/>
          <pc:sldMk cId="3580490817" sldId="438"/>
        </pc:sldMkLst>
      </pc:sldChg>
      <pc:sldChg chg="del">
        <pc:chgData name="James Pengelly" userId="d269fecd-a8a2-4e5a-93ae-88bdaab21f51" providerId="ADAL" clId="{4C5E3883-F011-4B67-95D9-143F38E93003}" dt="2023-08-24T13:59:42.483" v="0" actId="47"/>
        <pc:sldMkLst>
          <pc:docMk/>
          <pc:sldMk cId="3852504957" sldId="439"/>
        </pc:sldMkLst>
      </pc:sldChg>
      <pc:sldChg chg="del">
        <pc:chgData name="James Pengelly" userId="d269fecd-a8a2-4e5a-93ae-88bdaab21f51" providerId="ADAL" clId="{4C5E3883-F011-4B67-95D9-143F38E93003}" dt="2023-08-24T13:59:42.483" v="0" actId="47"/>
        <pc:sldMkLst>
          <pc:docMk/>
          <pc:sldMk cId="3380087145" sldId="440"/>
        </pc:sldMkLst>
      </pc:sldChg>
      <pc:sldChg chg="del">
        <pc:chgData name="James Pengelly" userId="d269fecd-a8a2-4e5a-93ae-88bdaab21f51" providerId="ADAL" clId="{4C5E3883-F011-4B67-95D9-143F38E93003}" dt="2023-08-24T13:59:42.483" v="0" actId="47"/>
        <pc:sldMkLst>
          <pc:docMk/>
          <pc:sldMk cId="698315745" sldId="441"/>
        </pc:sldMkLst>
      </pc:sldChg>
      <pc:sldChg chg="del">
        <pc:chgData name="James Pengelly" userId="d269fecd-a8a2-4e5a-93ae-88bdaab21f51" providerId="ADAL" clId="{4C5E3883-F011-4B67-95D9-143F38E93003}" dt="2023-08-24T13:59:42.483" v="0" actId="47"/>
        <pc:sldMkLst>
          <pc:docMk/>
          <pc:sldMk cId="3816258168" sldId="442"/>
        </pc:sldMkLst>
      </pc:sldChg>
      <pc:sldChg chg="del">
        <pc:chgData name="James Pengelly" userId="d269fecd-a8a2-4e5a-93ae-88bdaab21f51" providerId="ADAL" clId="{4C5E3883-F011-4B67-95D9-143F38E93003}" dt="2023-08-24T13:59:42.483" v="0" actId="47"/>
        <pc:sldMkLst>
          <pc:docMk/>
          <pc:sldMk cId="1753989791" sldId="444"/>
        </pc:sldMkLst>
      </pc:sldChg>
      <pc:sldChg chg="del">
        <pc:chgData name="James Pengelly" userId="d269fecd-a8a2-4e5a-93ae-88bdaab21f51" providerId="ADAL" clId="{4C5E3883-F011-4B67-95D9-143F38E93003}" dt="2023-08-24T13:59:42.483" v="0" actId="47"/>
        <pc:sldMkLst>
          <pc:docMk/>
          <pc:sldMk cId="1660465454" sldId="445"/>
        </pc:sldMkLst>
      </pc:sldChg>
      <pc:sldChg chg="del">
        <pc:chgData name="James Pengelly" userId="d269fecd-a8a2-4e5a-93ae-88bdaab21f51" providerId="ADAL" clId="{4C5E3883-F011-4B67-95D9-143F38E93003}" dt="2023-08-24T13:59:42.483" v="0" actId="47"/>
        <pc:sldMkLst>
          <pc:docMk/>
          <pc:sldMk cId="565982352" sldId="447"/>
        </pc:sldMkLst>
      </pc:sldChg>
      <pc:sldChg chg="del">
        <pc:chgData name="James Pengelly" userId="d269fecd-a8a2-4e5a-93ae-88bdaab21f51" providerId="ADAL" clId="{4C5E3883-F011-4B67-95D9-143F38E93003}" dt="2023-08-24T13:59:42.483" v="0" actId="47"/>
        <pc:sldMkLst>
          <pc:docMk/>
          <pc:sldMk cId="1357474779" sldId="448"/>
        </pc:sldMkLst>
      </pc:sldChg>
      <pc:sldChg chg="del">
        <pc:chgData name="James Pengelly" userId="d269fecd-a8a2-4e5a-93ae-88bdaab21f51" providerId="ADAL" clId="{4C5E3883-F011-4B67-95D9-143F38E93003}" dt="2023-08-24T13:59:42.483" v="0" actId="47"/>
        <pc:sldMkLst>
          <pc:docMk/>
          <pc:sldMk cId="2067507612" sldId="449"/>
        </pc:sldMkLst>
      </pc:sldChg>
      <pc:sldChg chg="del">
        <pc:chgData name="James Pengelly" userId="d269fecd-a8a2-4e5a-93ae-88bdaab21f51" providerId="ADAL" clId="{4C5E3883-F011-4B67-95D9-143F38E93003}" dt="2023-08-24T13:59:42.483" v="0" actId="47"/>
        <pc:sldMkLst>
          <pc:docMk/>
          <pc:sldMk cId="2390412907" sldId="450"/>
        </pc:sldMkLst>
      </pc:sldChg>
      <pc:sldChg chg="del">
        <pc:chgData name="James Pengelly" userId="d269fecd-a8a2-4e5a-93ae-88bdaab21f51" providerId="ADAL" clId="{4C5E3883-F011-4B67-95D9-143F38E93003}" dt="2023-08-24T13:59:42.483" v="0" actId="47"/>
        <pc:sldMkLst>
          <pc:docMk/>
          <pc:sldMk cId="2183265962" sldId="451"/>
        </pc:sldMkLst>
      </pc:sldChg>
      <pc:sldChg chg="del">
        <pc:chgData name="James Pengelly" userId="d269fecd-a8a2-4e5a-93ae-88bdaab21f51" providerId="ADAL" clId="{4C5E3883-F011-4B67-95D9-143F38E93003}" dt="2023-08-24T13:59:42.483" v="0" actId="47"/>
        <pc:sldMkLst>
          <pc:docMk/>
          <pc:sldMk cId="2783724496" sldId="452"/>
        </pc:sldMkLst>
      </pc:sldChg>
      <pc:sldChg chg="del">
        <pc:chgData name="James Pengelly" userId="d269fecd-a8a2-4e5a-93ae-88bdaab21f51" providerId="ADAL" clId="{4C5E3883-F011-4B67-95D9-143F38E93003}" dt="2023-08-24T13:59:42.483" v="0" actId="47"/>
        <pc:sldMkLst>
          <pc:docMk/>
          <pc:sldMk cId="2334895818" sldId="453"/>
        </pc:sldMkLst>
      </pc:sldChg>
      <pc:sldChg chg="del">
        <pc:chgData name="James Pengelly" userId="d269fecd-a8a2-4e5a-93ae-88bdaab21f51" providerId="ADAL" clId="{4C5E3883-F011-4B67-95D9-143F38E93003}" dt="2023-08-24T13:59:42.483" v="0" actId="47"/>
        <pc:sldMkLst>
          <pc:docMk/>
          <pc:sldMk cId="1506105089" sldId="454"/>
        </pc:sldMkLst>
      </pc:sldChg>
      <pc:sldChg chg="del">
        <pc:chgData name="James Pengelly" userId="d269fecd-a8a2-4e5a-93ae-88bdaab21f51" providerId="ADAL" clId="{4C5E3883-F011-4B67-95D9-143F38E93003}" dt="2023-08-24T13:59:42.483" v="0" actId="47"/>
        <pc:sldMkLst>
          <pc:docMk/>
          <pc:sldMk cId="1780367112" sldId="455"/>
        </pc:sldMkLst>
      </pc:sldChg>
      <pc:sldChg chg="del">
        <pc:chgData name="James Pengelly" userId="d269fecd-a8a2-4e5a-93ae-88bdaab21f51" providerId="ADAL" clId="{4C5E3883-F011-4B67-95D9-143F38E93003}" dt="2023-08-24T13:59:42.483" v="0" actId="47"/>
        <pc:sldMkLst>
          <pc:docMk/>
          <pc:sldMk cId="2878365943" sldId="461"/>
        </pc:sldMkLst>
      </pc:sldChg>
      <pc:sldChg chg="del">
        <pc:chgData name="James Pengelly" userId="d269fecd-a8a2-4e5a-93ae-88bdaab21f51" providerId="ADAL" clId="{4C5E3883-F011-4B67-95D9-143F38E93003}" dt="2023-08-24T13:59:42.483" v="0" actId="47"/>
        <pc:sldMkLst>
          <pc:docMk/>
          <pc:sldMk cId="1809496739" sldId="463"/>
        </pc:sldMkLst>
      </pc:sldChg>
      <pc:sldChg chg="del">
        <pc:chgData name="James Pengelly" userId="d269fecd-a8a2-4e5a-93ae-88bdaab21f51" providerId="ADAL" clId="{4C5E3883-F011-4B67-95D9-143F38E93003}" dt="2023-08-24T13:59:42.483" v="0" actId="47"/>
        <pc:sldMkLst>
          <pc:docMk/>
          <pc:sldMk cId="3183680570" sldId="464"/>
        </pc:sldMkLst>
      </pc:sldChg>
      <pc:sldChg chg="del">
        <pc:chgData name="James Pengelly" userId="d269fecd-a8a2-4e5a-93ae-88bdaab21f51" providerId="ADAL" clId="{4C5E3883-F011-4B67-95D9-143F38E93003}" dt="2023-08-24T13:59:42.483" v="0" actId="47"/>
        <pc:sldMkLst>
          <pc:docMk/>
          <pc:sldMk cId="3408326376" sldId="465"/>
        </pc:sldMkLst>
      </pc:sldChg>
      <pc:sldChg chg="del">
        <pc:chgData name="James Pengelly" userId="d269fecd-a8a2-4e5a-93ae-88bdaab21f51" providerId="ADAL" clId="{4C5E3883-F011-4B67-95D9-143F38E93003}" dt="2023-08-24T13:59:42.483" v="0" actId="47"/>
        <pc:sldMkLst>
          <pc:docMk/>
          <pc:sldMk cId="3761177557" sldId="468"/>
        </pc:sldMkLst>
      </pc:sldChg>
      <pc:sldChg chg="del">
        <pc:chgData name="James Pengelly" userId="d269fecd-a8a2-4e5a-93ae-88bdaab21f51" providerId="ADAL" clId="{4C5E3883-F011-4B67-95D9-143F38E93003}" dt="2023-08-24T13:59:42.483" v="0" actId="47"/>
        <pc:sldMkLst>
          <pc:docMk/>
          <pc:sldMk cId="1450753478" sldId="469"/>
        </pc:sldMkLst>
      </pc:sldChg>
      <pc:sldChg chg="del">
        <pc:chgData name="James Pengelly" userId="d269fecd-a8a2-4e5a-93ae-88bdaab21f51" providerId="ADAL" clId="{4C5E3883-F011-4B67-95D9-143F38E93003}" dt="2023-08-24T13:59:42.483" v="0" actId="47"/>
        <pc:sldMkLst>
          <pc:docMk/>
          <pc:sldMk cId="597277254" sldId="470"/>
        </pc:sldMkLst>
      </pc:sldChg>
      <pc:sldChg chg="del">
        <pc:chgData name="James Pengelly" userId="d269fecd-a8a2-4e5a-93ae-88bdaab21f51" providerId="ADAL" clId="{4C5E3883-F011-4B67-95D9-143F38E93003}" dt="2023-08-24T13:59:42.483" v="0" actId="47"/>
        <pc:sldMkLst>
          <pc:docMk/>
          <pc:sldMk cId="3444267560" sldId="471"/>
        </pc:sldMkLst>
      </pc:sldChg>
      <pc:sldChg chg="del">
        <pc:chgData name="James Pengelly" userId="d269fecd-a8a2-4e5a-93ae-88bdaab21f51" providerId="ADAL" clId="{4C5E3883-F011-4B67-95D9-143F38E93003}" dt="2023-08-24T13:59:42.483" v="0" actId="47"/>
        <pc:sldMkLst>
          <pc:docMk/>
          <pc:sldMk cId="177810587" sldId="472"/>
        </pc:sldMkLst>
      </pc:sldChg>
      <pc:sldChg chg="del">
        <pc:chgData name="James Pengelly" userId="d269fecd-a8a2-4e5a-93ae-88bdaab21f51" providerId="ADAL" clId="{4C5E3883-F011-4B67-95D9-143F38E93003}" dt="2023-08-24T13:59:42.483" v="0" actId="47"/>
        <pc:sldMkLst>
          <pc:docMk/>
          <pc:sldMk cId="3928027250" sldId="473"/>
        </pc:sldMkLst>
      </pc:sldChg>
      <pc:sldChg chg="del">
        <pc:chgData name="James Pengelly" userId="d269fecd-a8a2-4e5a-93ae-88bdaab21f51" providerId="ADAL" clId="{4C5E3883-F011-4B67-95D9-143F38E93003}" dt="2023-08-24T13:59:42.483" v="0" actId="47"/>
        <pc:sldMkLst>
          <pc:docMk/>
          <pc:sldMk cId="1208367764" sldId="474"/>
        </pc:sldMkLst>
      </pc:sldChg>
      <pc:sldChg chg="del">
        <pc:chgData name="James Pengelly" userId="d269fecd-a8a2-4e5a-93ae-88bdaab21f51" providerId="ADAL" clId="{4C5E3883-F011-4B67-95D9-143F38E93003}" dt="2023-08-24T13:59:42.483" v="0" actId="47"/>
        <pc:sldMkLst>
          <pc:docMk/>
          <pc:sldMk cId="1846318869" sldId="475"/>
        </pc:sldMkLst>
      </pc:sldChg>
      <pc:sldChg chg="modNotesTx">
        <pc:chgData name="James Pengelly" userId="d269fecd-a8a2-4e5a-93ae-88bdaab21f51" providerId="ADAL" clId="{4C5E3883-F011-4B67-95D9-143F38E93003}" dt="2023-09-06T15:57:06.298" v="797"/>
        <pc:sldMkLst>
          <pc:docMk/>
          <pc:sldMk cId="1050364708" sldId="476"/>
        </pc:sldMkLst>
      </pc:sldChg>
      <pc:sldChg chg="modNotesTx">
        <pc:chgData name="James Pengelly" userId="d269fecd-a8a2-4e5a-93ae-88bdaab21f51" providerId="ADAL" clId="{4C5E3883-F011-4B67-95D9-143F38E93003}" dt="2023-09-06T15:57:57.454" v="802"/>
        <pc:sldMkLst>
          <pc:docMk/>
          <pc:sldMk cId="3022556364" sldId="478"/>
        </pc:sldMkLst>
      </pc:sldChg>
      <pc:sldChg chg="modNotesTx">
        <pc:chgData name="James Pengelly" userId="d269fecd-a8a2-4e5a-93ae-88bdaab21f51" providerId="ADAL" clId="{4C5E3883-F011-4B67-95D9-143F38E93003}" dt="2023-09-06T15:57:47.986" v="801"/>
        <pc:sldMkLst>
          <pc:docMk/>
          <pc:sldMk cId="3131689005" sldId="523"/>
        </pc:sldMkLst>
      </pc:sldChg>
      <pc:sldChg chg="modNotesTx">
        <pc:chgData name="James Pengelly" userId="d269fecd-a8a2-4e5a-93ae-88bdaab21f51" providerId="ADAL" clId="{4C5E3883-F011-4B67-95D9-143F38E93003}" dt="2023-09-06T15:57:36.527" v="800" actId="113"/>
        <pc:sldMkLst>
          <pc:docMk/>
          <pc:sldMk cId="3049657586" sldId="915"/>
        </pc:sldMkLst>
      </pc:sldChg>
      <pc:sldChg chg="modNotesTx">
        <pc:chgData name="James Pengelly" userId="d269fecd-a8a2-4e5a-93ae-88bdaab21f51" providerId="ADAL" clId="{4C5E3883-F011-4B67-95D9-143F38E93003}" dt="2023-09-06T15:59:12.001" v="810"/>
        <pc:sldMkLst>
          <pc:docMk/>
          <pc:sldMk cId="1551599212" sldId="916"/>
        </pc:sldMkLst>
      </pc:sldChg>
      <pc:sldChg chg="modNotesTx">
        <pc:chgData name="James Pengelly" userId="d269fecd-a8a2-4e5a-93ae-88bdaab21f51" providerId="ADAL" clId="{4C5E3883-F011-4B67-95D9-143F38E93003}" dt="2023-09-06T15:58:23.758" v="807"/>
        <pc:sldMkLst>
          <pc:docMk/>
          <pc:sldMk cId="2931648276" sldId="917"/>
        </pc:sldMkLst>
      </pc:sldChg>
      <pc:sldChg chg="modNotesTx">
        <pc:chgData name="James Pengelly" userId="d269fecd-a8a2-4e5a-93ae-88bdaab21f51" providerId="ADAL" clId="{4C5E3883-F011-4B67-95D9-143F38E93003}" dt="2023-09-06T15:59:39.616" v="813"/>
        <pc:sldMkLst>
          <pc:docMk/>
          <pc:sldMk cId="3463918722" sldId="918"/>
        </pc:sldMkLst>
      </pc:sldChg>
      <pc:sldChg chg="modNotesTx">
        <pc:chgData name="James Pengelly" userId="d269fecd-a8a2-4e5a-93ae-88bdaab21f51" providerId="ADAL" clId="{4C5E3883-F011-4B67-95D9-143F38E93003}" dt="2023-09-06T15:59:18.855" v="811"/>
        <pc:sldMkLst>
          <pc:docMk/>
          <pc:sldMk cId="1855871270" sldId="919"/>
        </pc:sldMkLst>
      </pc:sldChg>
      <pc:sldChg chg="modNotesTx">
        <pc:chgData name="James Pengelly" userId="d269fecd-a8a2-4e5a-93ae-88bdaab21f51" providerId="ADAL" clId="{4C5E3883-F011-4B67-95D9-143F38E93003}" dt="2023-09-06T15:59:29.404" v="812"/>
        <pc:sldMkLst>
          <pc:docMk/>
          <pc:sldMk cId="2984159356" sldId="921"/>
        </pc:sldMkLst>
      </pc:sldChg>
      <pc:sldChg chg="modNotesTx">
        <pc:chgData name="James Pengelly" userId="d269fecd-a8a2-4e5a-93ae-88bdaab21f51" providerId="ADAL" clId="{4C5E3883-F011-4B67-95D9-143F38E93003}" dt="2023-09-06T15:58:45.449" v="808"/>
        <pc:sldMkLst>
          <pc:docMk/>
          <pc:sldMk cId="2193365181" sldId="925"/>
        </pc:sldMkLst>
      </pc:sldChg>
      <pc:sldChg chg="modNotesTx">
        <pc:chgData name="James Pengelly" userId="d269fecd-a8a2-4e5a-93ae-88bdaab21f51" providerId="ADAL" clId="{4C5E3883-F011-4B67-95D9-143F38E93003}" dt="2023-09-06T15:59:47.355" v="814"/>
        <pc:sldMkLst>
          <pc:docMk/>
          <pc:sldMk cId="4138720517" sldId="926"/>
        </pc:sldMkLst>
      </pc:sldChg>
      <pc:sldChg chg="del">
        <pc:chgData name="James Pengelly" userId="d269fecd-a8a2-4e5a-93ae-88bdaab21f51" providerId="ADAL" clId="{4C5E3883-F011-4B67-95D9-143F38E93003}" dt="2023-08-24T13:59:42.483" v="0" actId="47"/>
        <pc:sldMkLst>
          <pc:docMk/>
          <pc:sldMk cId="566436964" sldId="928"/>
        </pc:sldMkLst>
      </pc:sldChg>
      <pc:sldChg chg="del">
        <pc:chgData name="James Pengelly" userId="d269fecd-a8a2-4e5a-93ae-88bdaab21f51" providerId="ADAL" clId="{4C5E3883-F011-4B67-95D9-143F38E93003}" dt="2023-08-24T13:59:42.483" v="0" actId="47"/>
        <pc:sldMkLst>
          <pc:docMk/>
          <pc:sldMk cId="2713682525" sldId="929"/>
        </pc:sldMkLst>
      </pc:sldChg>
      <pc:sldChg chg="del">
        <pc:chgData name="James Pengelly" userId="d269fecd-a8a2-4e5a-93ae-88bdaab21f51" providerId="ADAL" clId="{4C5E3883-F011-4B67-95D9-143F38E93003}" dt="2023-08-24T13:59:42.483" v="0" actId="47"/>
        <pc:sldMkLst>
          <pc:docMk/>
          <pc:sldMk cId="885992107" sldId="930"/>
        </pc:sldMkLst>
      </pc:sldChg>
      <pc:sldChg chg="del">
        <pc:chgData name="James Pengelly" userId="d269fecd-a8a2-4e5a-93ae-88bdaab21f51" providerId="ADAL" clId="{4C5E3883-F011-4B67-95D9-143F38E93003}" dt="2023-08-24T13:59:42.483" v="0" actId="47"/>
        <pc:sldMkLst>
          <pc:docMk/>
          <pc:sldMk cId="997338478" sldId="931"/>
        </pc:sldMkLst>
      </pc:sldChg>
      <pc:sldChg chg="del">
        <pc:chgData name="James Pengelly" userId="d269fecd-a8a2-4e5a-93ae-88bdaab21f51" providerId="ADAL" clId="{4C5E3883-F011-4B67-95D9-143F38E93003}" dt="2023-08-24T13:59:42.483" v="0" actId="47"/>
        <pc:sldMkLst>
          <pc:docMk/>
          <pc:sldMk cId="2104262924" sldId="932"/>
        </pc:sldMkLst>
      </pc:sldChg>
      <pc:sldChg chg="del">
        <pc:chgData name="James Pengelly" userId="d269fecd-a8a2-4e5a-93ae-88bdaab21f51" providerId="ADAL" clId="{4C5E3883-F011-4B67-95D9-143F38E93003}" dt="2023-08-24T13:59:42.483" v="0" actId="47"/>
        <pc:sldMkLst>
          <pc:docMk/>
          <pc:sldMk cId="494846069" sldId="933"/>
        </pc:sldMkLst>
      </pc:sldChg>
      <pc:sldChg chg="del">
        <pc:chgData name="James Pengelly" userId="d269fecd-a8a2-4e5a-93ae-88bdaab21f51" providerId="ADAL" clId="{4C5E3883-F011-4B67-95D9-143F38E93003}" dt="2023-08-24T13:59:42.483" v="0" actId="47"/>
        <pc:sldMkLst>
          <pc:docMk/>
          <pc:sldMk cId="3261149061" sldId="934"/>
        </pc:sldMkLst>
      </pc:sldChg>
      <pc:sldChg chg="del">
        <pc:chgData name="James Pengelly" userId="d269fecd-a8a2-4e5a-93ae-88bdaab21f51" providerId="ADAL" clId="{4C5E3883-F011-4B67-95D9-143F38E93003}" dt="2023-08-24T13:59:42.483" v="0" actId="47"/>
        <pc:sldMkLst>
          <pc:docMk/>
          <pc:sldMk cId="500033866" sldId="935"/>
        </pc:sldMkLst>
      </pc:sldChg>
      <pc:sldChg chg="del">
        <pc:chgData name="James Pengelly" userId="d269fecd-a8a2-4e5a-93ae-88bdaab21f51" providerId="ADAL" clId="{4C5E3883-F011-4B67-95D9-143F38E93003}" dt="2023-08-24T13:59:42.483" v="0" actId="47"/>
        <pc:sldMkLst>
          <pc:docMk/>
          <pc:sldMk cId="2656603284" sldId="936"/>
        </pc:sldMkLst>
      </pc:sldChg>
      <pc:sldChg chg="modNotesTx">
        <pc:chgData name="James Pengelly" userId="d269fecd-a8a2-4e5a-93ae-88bdaab21f51" providerId="ADAL" clId="{4C5E3883-F011-4B67-95D9-143F38E93003}" dt="2023-09-06T16:00:03.828" v="818"/>
        <pc:sldMkLst>
          <pc:docMk/>
          <pc:sldMk cId="1298247145" sldId="937"/>
        </pc:sldMkLst>
      </pc:sldChg>
      <pc:sldChg chg="addSp delSp modSp new mod chgLayout">
        <pc:chgData name="James Pengelly" userId="d269fecd-a8a2-4e5a-93ae-88bdaab21f51" providerId="ADAL" clId="{4C5E3883-F011-4B67-95D9-143F38E93003}" dt="2023-09-06T11:04:26.362" v="16" actId="6264"/>
        <pc:sldMkLst>
          <pc:docMk/>
          <pc:sldMk cId="837700543" sldId="938"/>
        </pc:sldMkLst>
        <pc:spChg chg="mod ord">
          <ac:chgData name="James Pengelly" userId="d269fecd-a8a2-4e5a-93ae-88bdaab21f51" providerId="ADAL" clId="{4C5E3883-F011-4B67-95D9-143F38E93003}" dt="2023-09-06T11:04:26.362" v="16" actId="6264"/>
          <ac:spMkLst>
            <pc:docMk/>
            <pc:sldMk cId="837700543" sldId="938"/>
            <ac:spMk id="2" creationId="{950C1C77-CBFA-0FC7-2C43-5820896DC574}"/>
          </ac:spMkLst>
        </pc:spChg>
        <pc:spChg chg="mod ord">
          <ac:chgData name="James Pengelly" userId="d269fecd-a8a2-4e5a-93ae-88bdaab21f51" providerId="ADAL" clId="{4C5E3883-F011-4B67-95D9-143F38E93003}" dt="2023-09-06T11:04:26.362" v="16" actId="6264"/>
          <ac:spMkLst>
            <pc:docMk/>
            <pc:sldMk cId="837700543" sldId="938"/>
            <ac:spMk id="3" creationId="{BEEAC41A-5B77-4AB4-BCD8-3CD06EDEDCF4}"/>
          </ac:spMkLst>
        </pc:spChg>
        <pc:spChg chg="mod ord">
          <ac:chgData name="James Pengelly" userId="d269fecd-a8a2-4e5a-93ae-88bdaab21f51" providerId="ADAL" clId="{4C5E3883-F011-4B67-95D9-143F38E93003}" dt="2023-09-06T11:04:26.362" v="16" actId="6264"/>
          <ac:spMkLst>
            <pc:docMk/>
            <pc:sldMk cId="837700543" sldId="938"/>
            <ac:spMk id="4" creationId="{E4B92BCA-9086-8C25-9BE5-1C9D06769CF1}"/>
          </ac:spMkLst>
        </pc:spChg>
        <pc:spChg chg="add del mod">
          <ac:chgData name="James Pengelly" userId="d269fecd-a8a2-4e5a-93ae-88bdaab21f51" providerId="ADAL" clId="{4C5E3883-F011-4B67-95D9-143F38E93003}" dt="2023-09-06T11:04:26.362" v="16" actId="6264"/>
          <ac:spMkLst>
            <pc:docMk/>
            <pc:sldMk cId="837700543" sldId="938"/>
            <ac:spMk id="5" creationId="{3F362DED-D6C2-D417-E954-CA3CD1B83F06}"/>
          </ac:spMkLst>
        </pc:spChg>
        <pc:spChg chg="add del mod">
          <ac:chgData name="James Pengelly" userId="d269fecd-a8a2-4e5a-93ae-88bdaab21f51" providerId="ADAL" clId="{4C5E3883-F011-4B67-95D9-143F38E93003}" dt="2023-09-06T11:04:26.362" v="16" actId="6264"/>
          <ac:spMkLst>
            <pc:docMk/>
            <pc:sldMk cId="837700543" sldId="938"/>
            <ac:spMk id="6" creationId="{0F6B72AB-A903-BF8B-4D64-98EF07F39CDC}"/>
          </ac:spMkLst>
        </pc:spChg>
        <pc:spChg chg="add del mod">
          <ac:chgData name="James Pengelly" userId="d269fecd-a8a2-4e5a-93ae-88bdaab21f51" providerId="ADAL" clId="{4C5E3883-F011-4B67-95D9-143F38E93003}" dt="2023-09-06T11:04:26.362" v="16" actId="6264"/>
          <ac:spMkLst>
            <pc:docMk/>
            <pc:sldMk cId="837700543" sldId="938"/>
            <ac:spMk id="7" creationId="{7CE1C658-85DF-0650-D5E8-3F8FA7E1A351}"/>
          </ac:spMkLst>
        </pc:spChg>
      </pc:sldChg>
      <pc:sldChg chg="addSp delSp modSp new mod chgLayout">
        <pc:chgData name="James Pengelly" userId="d269fecd-a8a2-4e5a-93ae-88bdaab21f51" providerId="ADAL" clId="{4C5E3883-F011-4B67-95D9-143F38E93003}" dt="2023-09-06T13:23:06.835" v="211" actId="27636"/>
        <pc:sldMkLst>
          <pc:docMk/>
          <pc:sldMk cId="3251077853" sldId="939"/>
        </pc:sldMkLst>
        <pc:spChg chg="del">
          <ac:chgData name="James Pengelly" userId="d269fecd-a8a2-4e5a-93ae-88bdaab21f51" providerId="ADAL" clId="{4C5E3883-F011-4B67-95D9-143F38E93003}" dt="2023-09-06T13:19:13.495" v="19" actId="6264"/>
          <ac:spMkLst>
            <pc:docMk/>
            <pc:sldMk cId="3251077853" sldId="939"/>
            <ac:spMk id="2" creationId="{0B6DFCBD-2120-2EED-1D3A-48BBB274ED0B}"/>
          </ac:spMkLst>
        </pc:spChg>
        <pc:spChg chg="mod ord">
          <ac:chgData name="James Pengelly" userId="d269fecd-a8a2-4e5a-93ae-88bdaab21f51" providerId="ADAL" clId="{4C5E3883-F011-4B67-95D9-143F38E93003}" dt="2023-09-06T13:19:13.495" v="19" actId="6264"/>
          <ac:spMkLst>
            <pc:docMk/>
            <pc:sldMk cId="3251077853" sldId="939"/>
            <ac:spMk id="3" creationId="{230B5CA0-2681-FE95-9DC7-DA781023D86B}"/>
          </ac:spMkLst>
        </pc:spChg>
        <pc:spChg chg="mod ord">
          <ac:chgData name="James Pengelly" userId="d269fecd-a8a2-4e5a-93ae-88bdaab21f51" providerId="ADAL" clId="{4C5E3883-F011-4B67-95D9-143F38E93003}" dt="2023-09-06T13:19:13.495" v="19" actId="6264"/>
          <ac:spMkLst>
            <pc:docMk/>
            <pc:sldMk cId="3251077853" sldId="939"/>
            <ac:spMk id="4" creationId="{9C3FA736-49A1-5D0C-0311-0E8D6DE4BD7A}"/>
          </ac:spMkLst>
        </pc:spChg>
        <pc:spChg chg="add del mod">
          <ac:chgData name="James Pengelly" userId="d269fecd-a8a2-4e5a-93ae-88bdaab21f51" providerId="ADAL" clId="{4C5E3883-F011-4B67-95D9-143F38E93003}" dt="2023-09-06T13:19:13.495" v="19" actId="6264"/>
          <ac:spMkLst>
            <pc:docMk/>
            <pc:sldMk cId="3251077853" sldId="939"/>
            <ac:spMk id="5" creationId="{DB073A2F-A216-C0BA-57AA-9DD885F66D7D}"/>
          </ac:spMkLst>
        </pc:spChg>
        <pc:spChg chg="add del mod">
          <ac:chgData name="James Pengelly" userId="d269fecd-a8a2-4e5a-93ae-88bdaab21f51" providerId="ADAL" clId="{4C5E3883-F011-4B67-95D9-143F38E93003}" dt="2023-09-06T13:19:13.495" v="19" actId="6264"/>
          <ac:spMkLst>
            <pc:docMk/>
            <pc:sldMk cId="3251077853" sldId="939"/>
            <ac:spMk id="6" creationId="{DDF7B469-B318-C3B2-F45F-7CD20D6BE1B7}"/>
          </ac:spMkLst>
        </pc:spChg>
        <pc:spChg chg="add mod ord">
          <ac:chgData name="James Pengelly" userId="d269fecd-a8a2-4e5a-93ae-88bdaab21f51" providerId="ADAL" clId="{4C5E3883-F011-4B67-95D9-143F38E93003}" dt="2023-09-06T13:23:06.835" v="211" actId="27636"/>
          <ac:spMkLst>
            <pc:docMk/>
            <pc:sldMk cId="3251077853" sldId="939"/>
            <ac:spMk id="7" creationId="{AFCAF77D-9F52-C52F-CF8D-122677998C39}"/>
          </ac:spMkLst>
        </pc:spChg>
      </pc:sldChg>
      <pc:sldChg chg="modSp new mod">
        <pc:chgData name="James Pengelly" userId="d269fecd-a8a2-4e5a-93ae-88bdaab21f51" providerId="ADAL" clId="{4C5E3883-F011-4B67-95D9-143F38E93003}" dt="2023-09-06T13:28:14.938" v="569" actId="27636"/>
        <pc:sldMkLst>
          <pc:docMk/>
          <pc:sldMk cId="3418484563" sldId="940"/>
        </pc:sldMkLst>
        <pc:spChg chg="mod">
          <ac:chgData name="James Pengelly" userId="d269fecd-a8a2-4e5a-93ae-88bdaab21f51" providerId="ADAL" clId="{4C5E3883-F011-4B67-95D9-143F38E93003}" dt="2023-09-06T13:28:14.938" v="569" actId="27636"/>
          <ac:spMkLst>
            <pc:docMk/>
            <pc:sldMk cId="3418484563" sldId="940"/>
            <ac:spMk id="2" creationId="{25F6A343-B5BE-8523-3A73-534E98E034C6}"/>
          </ac:spMkLst>
        </pc:spChg>
        <pc:spChg chg="mod">
          <ac:chgData name="James Pengelly" userId="d269fecd-a8a2-4e5a-93ae-88bdaab21f51" providerId="ADAL" clId="{4C5E3883-F011-4B67-95D9-143F38E93003}" dt="2023-09-06T13:19:24.045" v="21"/>
          <ac:spMkLst>
            <pc:docMk/>
            <pc:sldMk cId="3418484563" sldId="940"/>
            <ac:spMk id="3" creationId="{844899D8-0E46-7EED-0357-4C31575AEEE6}"/>
          </ac:spMkLst>
        </pc:spChg>
      </pc:sldChg>
      <pc:sldChg chg="modSp new mod">
        <pc:chgData name="James Pengelly" userId="d269fecd-a8a2-4e5a-93ae-88bdaab21f51" providerId="ADAL" clId="{4C5E3883-F011-4B67-95D9-143F38E93003}" dt="2023-09-06T13:29:50.071" v="789" actId="20577"/>
        <pc:sldMkLst>
          <pc:docMk/>
          <pc:sldMk cId="3984710974" sldId="941"/>
        </pc:sldMkLst>
        <pc:spChg chg="mod">
          <ac:chgData name="James Pengelly" userId="d269fecd-a8a2-4e5a-93ae-88bdaab21f51" providerId="ADAL" clId="{4C5E3883-F011-4B67-95D9-143F38E93003}" dt="2023-09-06T13:29:50.071" v="789" actId="20577"/>
          <ac:spMkLst>
            <pc:docMk/>
            <pc:sldMk cId="3984710974" sldId="941"/>
            <ac:spMk id="2" creationId="{9EAFB6CA-3721-808B-4B6C-B7F5DB37545C}"/>
          </ac:spMkLst>
        </pc:spChg>
        <pc:spChg chg="mod">
          <ac:chgData name="James Pengelly" userId="d269fecd-a8a2-4e5a-93ae-88bdaab21f51" providerId="ADAL" clId="{4C5E3883-F011-4B67-95D9-143F38E93003}" dt="2023-09-06T13:19:34.796" v="23"/>
          <ac:spMkLst>
            <pc:docMk/>
            <pc:sldMk cId="3984710974" sldId="941"/>
            <ac:spMk id="3" creationId="{F17385E9-CEAB-A6BC-B2FE-EC180559EE09}"/>
          </ac:spMkLst>
        </pc:spChg>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B06D6A9A-E421-49E1-95E3-28D4C7B9C8A6}"/>
              </a:ext>
            </a:extLst>
          </p:cNvPr>
          <p:cNvSpPr>
            <a:spLocks noGrp="1"/>
          </p:cNvSpPr>
          <p:nvPr>
            <p:ph type="ftr" sz="quarter" idx="2"/>
          </p:nvPr>
        </p:nvSpPr>
        <p:spPr>
          <a:xfrm>
            <a:off x="11017" y="8846898"/>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7" name="Slide Number Placeholder 4">
            <a:extLst>
              <a:ext uri="{FF2B5EF4-FFF2-40B4-BE49-F238E27FC236}">
                <a16:creationId xmlns:a16="http://schemas.microsoft.com/office/drawing/2014/main" id="{159ABDE6-7738-416A-B4E7-0C3C017A5174}"/>
              </a:ext>
            </a:extLst>
          </p:cNvPr>
          <p:cNvSpPr>
            <a:spLocks noGrp="1"/>
          </p:cNvSpPr>
          <p:nvPr>
            <p:ph type="sldNum" sz="quarter" idx="3"/>
          </p:nvPr>
        </p:nvSpPr>
        <p:spPr>
          <a:xfrm>
            <a:off x="6391349" y="8747560"/>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a:p>
        </p:txBody>
      </p:sp>
      <p:pic>
        <p:nvPicPr>
          <p:cNvPr id="8" name="Picture 7" descr="CompTIA_logo.wmf">
            <a:extLst>
              <a:ext uri="{FF2B5EF4-FFF2-40B4-BE49-F238E27FC236}">
                <a16:creationId xmlns:a16="http://schemas.microsoft.com/office/drawing/2014/main" id="{C687E238-29FD-442E-B707-9D78F681F08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6587" y="8742059"/>
            <a:ext cx="612648" cy="131064"/>
          </a:xfrm>
          <a:prstGeom prst="rect">
            <a:avLst/>
          </a:prstGeom>
        </p:spPr>
      </p:pic>
    </p:spTree>
    <p:extLst>
      <p:ext uri="{BB962C8B-B14F-4D97-AF65-F5344CB8AC3E}">
        <p14:creationId xmlns:p14="http://schemas.microsoft.com/office/powerpoint/2010/main" val="538546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1000" y="311223"/>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81000" y="3845062"/>
            <a:ext cx="6096000" cy="4613138"/>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3">
            <a:extLst>
              <a:ext uri="{FF2B5EF4-FFF2-40B4-BE49-F238E27FC236}">
                <a16:creationId xmlns:a16="http://schemas.microsoft.com/office/drawing/2014/main" id="{7E08E5ED-27EB-4222-8673-ABB6E7176760}"/>
              </a:ext>
            </a:extLst>
          </p:cNvPr>
          <p:cNvSpPr>
            <a:spLocks noGrp="1"/>
          </p:cNvSpPr>
          <p:nvPr>
            <p:ph type="ftr" sz="quarter" idx="4"/>
          </p:nvPr>
        </p:nvSpPr>
        <p:spPr>
          <a:xfrm>
            <a:off x="77118" y="8868932"/>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9" name="Slide Number Placeholder 4">
            <a:extLst>
              <a:ext uri="{FF2B5EF4-FFF2-40B4-BE49-F238E27FC236}">
                <a16:creationId xmlns:a16="http://schemas.microsoft.com/office/drawing/2014/main" id="{3F69D4DB-2CA4-4812-B085-993471451111}"/>
              </a:ext>
            </a:extLst>
          </p:cNvPr>
          <p:cNvSpPr>
            <a:spLocks noGrp="1"/>
          </p:cNvSpPr>
          <p:nvPr>
            <p:ph type="sldNum" sz="quarter" idx="5"/>
          </p:nvPr>
        </p:nvSpPr>
        <p:spPr>
          <a:xfrm>
            <a:off x="6336264" y="8769594"/>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a:p>
        </p:txBody>
      </p:sp>
      <p:pic>
        <p:nvPicPr>
          <p:cNvPr id="10" name="Picture 9" descr="CompTIA_logo.wmf">
            <a:extLst>
              <a:ext uri="{FF2B5EF4-FFF2-40B4-BE49-F238E27FC236}">
                <a16:creationId xmlns:a16="http://schemas.microsoft.com/office/drawing/2014/main" id="{94795792-6EB9-40B5-B9EB-C67D5E9BEC1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2688" y="8764093"/>
            <a:ext cx="612648" cy="131064"/>
          </a:xfrm>
          <a:prstGeom prst="rect">
            <a:avLst/>
          </a:prstGeom>
        </p:spPr>
      </p:pic>
    </p:spTree>
    <p:extLst>
      <p:ext uri="{BB962C8B-B14F-4D97-AF65-F5344CB8AC3E}">
        <p14:creationId xmlns:p14="http://schemas.microsoft.com/office/powerpoint/2010/main" val="269031015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This lesson concludes the "detect and respond" phase of the course by looking at the mechanisms used to effect an intrusion and identifying TTPs and indicators.</a:t>
            </a:r>
          </a:p>
        </p:txBody>
      </p:sp>
      <p:sp>
        <p:nvSpPr>
          <p:cNvPr id="4" name="Slide Number Placeholder 3"/>
          <p:cNvSpPr>
            <a:spLocks noGrp="1"/>
          </p:cNvSpPr>
          <p:nvPr>
            <p:ph type="sldNum" sz="quarter" idx="5"/>
          </p:nvPr>
        </p:nvSpPr>
        <p:spPr/>
        <p:txBody>
          <a:bodyPr/>
          <a:lstStyle/>
          <a:p>
            <a:fld id="{B7CF8A19-3A9E-4ABC-B336-2FDDE321C72D}" type="slidenum">
              <a:rPr lang="en-US" smtClean="0"/>
              <a:pPr/>
              <a:t>1</a:t>
            </a:fld>
            <a:endParaRPr lang="en-US"/>
          </a:p>
        </p:txBody>
      </p:sp>
    </p:spTree>
    <p:extLst>
      <p:ext uri="{BB962C8B-B14F-4D97-AF65-F5344CB8AC3E}">
        <p14:creationId xmlns:p14="http://schemas.microsoft.com/office/powerpoint/2010/main" val="10083948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Coverage of Objective 2.4 is split among three topics to make the presentation more manageable. This first part covers malware and general indicators.</a:t>
            </a:r>
          </a:p>
          <a:p>
            <a:endParaRPr lang="en-US" dirty="0"/>
          </a:p>
          <a:p>
            <a:r>
              <a:rPr lang="en-US" dirty="0"/>
              <a:t>Basic malware types are covered in exams from ITF+ up, but ensure students can distinguish all the types listed here. Try to focus on detection of indicators.</a:t>
            </a:r>
          </a:p>
        </p:txBody>
      </p:sp>
      <p:sp>
        <p:nvSpPr>
          <p:cNvPr id="4" name="Slide Number Placeholder 3"/>
          <p:cNvSpPr>
            <a:spLocks noGrp="1"/>
          </p:cNvSpPr>
          <p:nvPr>
            <p:ph type="sldNum" sz="quarter" idx="5"/>
          </p:nvPr>
        </p:nvSpPr>
        <p:spPr/>
        <p:txBody>
          <a:bodyPr/>
          <a:lstStyle/>
          <a:p>
            <a:fld id="{B7CF8A19-3A9E-4ABC-B336-2FDDE321C72D}" type="slidenum">
              <a:rPr lang="en-US" smtClean="0"/>
              <a:pPr/>
              <a:t>3</a:t>
            </a:fld>
            <a:endParaRPr lang="en-US"/>
          </a:p>
        </p:txBody>
      </p:sp>
    </p:spTree>
    <p:extLst>
      <p:ext uri="{BB962C8B-B14F-4D97-AF65-F5344CB8AC3E}">
        <p14:creationId xmlns:p14="http://schemas.microsoft.com/office/powerpoint/2010/main" val="8106247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Try to distinguish methods that classify malware by the vector from those that describe the payload. The vector is the means by which the malware is able to execute. The payload expresses the threat actor's objective.</a:t>
            </a:r>
          </a:p>
        </p:txBody>
      </p:sp>
      <p:sp>
        <p:nvSpPr>
          <p:cNvPr id="4" name="Slide Number Placeholder 3"/>
          <p:cNvSpPr>
            <a:spLocks noGrp="1"/>
          </p:cNvSpPr>
          <p:nvPr>
            <p:ph type="sldNum" sz="quarter" idx="5"/>
          </p:nvPr>
        </p:nvSpPr>
        <p:spPr/>
        <p:txBody>
          <a:bodyPr/>
          <a:lstStyle/>
          <a:p>
            <a:fld id="{B7CF8A19-3A9E-4ABC-B336-2FDDE321C72D}" type="slidenum">
              <a:rPr lang="en-US" smtClean="0"/>
              <a:pPr/>
              <a:t>4</a:t>
            </a:fld>
            <a:endParaRPr lang="en-US"/>
          </a:p>
        </p:txBody>
      </p:sp>
    </p:spTree>
    <p:extLst>
      <p:ext uri="{BB962C8B-B14F-4D97-AF65-F5344CB8AC3E}">
        <p14:creationId xmlns:p14="http://schemas.microsoft.com/office/powerpoint/2010/main" val="2765973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Explain that the term "virus" came about because the goal of the first virus writers (back in the 1980s) was to demonstrate how code could be made to infect files, spread between files within a computer system, and spread to other hosts.</a:t>
            </a:r>
          </a:p>
        </p:txBody>
      </p:sp>
      <p:sp>
        <p:nvSpPr>
          <p:cNvPr id="4" name="Slide Number Placeholder 3"/>
          <p:cNvSpPr>
            <a:spLocks noGrp="1"/>
          </p:cNvSpPr>
          <p:nvPr>
            <p:ph type="sldNum" sz="quarter" idx="5"/>
          </p:nvPr>
        </p:nvSpPr>
        <p:spPr/>
        <p:txBody>
          <a:bodyPr/>
          <a:lstStyle/>
          <a:p>
            <a:fld id="{B7CF8A19-3A9E-4ABC-B336-2FDDE321C72D}" type="slidenum">
              <a:rPr lang="en-US" smtClean="0"/>
              <a:pPr/>
              <a:t>5</a:t>
            </a:fld>
            <a:endParaRPr lang="en-US"/>
          </a:p>
        </p:txBody>
      </p:sp>
    </p:spTree>
    <p:extLst>
      <p:ext uri="{BB962C8B-B14F-4D97-AF65-F5344CB8AC3E}">
        <p14:creationId xmlns:p14="http://schemas.microsoft.com/office/powerpoint/2010/main" val="10580184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Where a virus requires a file or media to replicate, worms and fileless can replicate between processes in memory on the local host and over network shares.</a:t>
            </a:r>
          </a:p>
          <a:p>
            <a:endParaRPr lang="en-US" dirty="0"/>
          </a:p>
          <a:p>
            <a:r>
              <a:rPr lang="en-US" dirty="0"/>
              <a:t>Fileless is tricky to define exactly, but it illustrates the wide range of vectors that threat actors can exploit.</a:t>
            </a:r>
          </a:p>
        </p:txBody>
      </p:sp>
      <p:sp>
        <p:nvSpPr>
          <p:cNvPr id="4" name="Slide Number Placeholder 3"/>
          <p:cNvSpPr>
            <a:spLocks noGrp="1"/>
          </p:cNvSpPr>
          <p:nvPr>
            <p:ph type="sldNum" sz="quarter" idx="5"/>
          </p:nvPr>
        </p:nvSpPr>
        <p:spPr/>
        <p:txBody>
          <a:bodyPr/>
          <a:lstStyle/>
          <a:p>
            <a:fld id="{B7CF8A19-3A9E-4ABC-B336-2FDDE321C72D}" type="slidenum">
              <a:rPr lang="en-US" smtClean="0"/>
              <a:pPr/>
              <a:t>6</a:t>
            </a:fld>
            <a:endParaRPr lang="en-US"/>
          </a:p>
        </p:txBody>
      </p:sp>
    </p:spTree>
    <p:extLst>
      <p:ext uri="{BB962C8B-B14F-4D97-AF65-F5344CB8AC3E}">
        <p14:creationId xmlns:p14="http://schemas.microsoft.com/office/powerpoint/2010/main" val="10331560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Spyware/keylogger is a means of classifying malware by its purpose, rather than vector.</a:t>
            </a:r>
          </a:p>
        </p:txBody>
      </p:sp>
      <p:sp>
        <p:nvSpPr>
          <p:cNvPr id="4" name="Slide Number Placeholder 3"/>
          <p:cNvSpPr>
            <a:spLocks noGrp="1"/>
          </p:cNvSpPr>
          <p:nvPr>
            <p:ph type="sldNum" sz="quarter" idx="5"/>
          </p:nvPr>
        </p:nvSpPr>
        <p:spPr/>
        <p:txBody>
          <a:bodyPr/>
          <a:lstStyle/>
          <a:p>
            <a:fld id="{B7CF8A19-3A9E-4ABC-B336-2FDDE321C72D}" type="slidenum">
              <a:rPr lang="en-US" smtClean="0"/>
              <a:pPr/>
              <a:t>7</a:t>
            </a:fld>
            <a:endParaRPr lang="en-US"/>
          </a:p>
        </p:txBody>
      </p:sp>
    </p:spTree>
    <p:extLst>
      <p:ext uri="{BB962C8B-B14F-4D97-AF65-F5344CB8AC3E}">
        <p14:creationId xmlns:p14="http://schemas.microsoft.com/office/powerpoint/2010/main" val="25783300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Make sure students can use this terminology.</a:t>
            </a:r>
          </a:p>
        </p:txBody>
      </p:sp>
      <p:sp>
        <p:nvSpPr>
          <p:cNvPr id="4" name="Slide Number Placeholder 3"/>
          <p:cNvSpPr>
            <a:spLocks noGrp="1"/>
          </p:cNvSpPr>
          <p:nvPr>
            <p:ph type="sldNum" sz="quarter" idx="5"/>
          </p:nvPr>
        </p:nvSpPr>
        <p:spPr/>
        <p:txBody>
          <a:bodyPr/>
          <a:lstStyle/>
          <a:p>
            <a:fld id="{B7CF8A19-3A9E-4ABC-B336-2FDDE321C72D}" type="slidenum">
              <a:rPr lang="en-US" smtClean="0"/>
              <a:pPr/>
              <a:t>11</a:t>
            </a:fld>
            <a:endParaRPr lang="en-US"/>
          </a:p>
        </p:txBody>
      </p:sp>
    </p:spTree>
    <p:extLst>
      <p:ext uri="{BB962C8B-B14F-4D97-AF65-F5344CB8AC3E}">
        <p14:creationId xmlns:p14="http://schemas.microsoft.com/office/powerpoint/2010/main" val="19753088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Make sure students know which tools to use to collect indicators of malware presence and type.</a:t>
            </a:r>
          </a:p>
        </p:txBody>
      </p:sp>
      <p:sp>
        <p:nvSpPr>
          <p:cNvPr id="4" name="Slide Number Placeholder 3"/>
          <p:cNvSpPr>
            <a:spLocks noGrp="1"/>
          </p:cNvSpPr>
          <p:nvPr>
            <p:ph type="sldNum" sz="quarter" idx="5"/>
          </p:nvPr>
        </p:nvSpPr>
        <p:spPr/>
        <p:txBody>
          <a:bodyPr/>
          <a:lstStyle/>
          <a:p>
            <a:fld id="{B7CF8A19-3A9E-4ABC-B336-2FDDE321C72D}" type="slidenum">
              <a:rPr lang="en-US" smtClean="0"/>
              <a:pPr/>
              <a:t>12</a:t>
            </a:fld>
            <a:endParaRPr lang="en-US"/>
          </a:p>
        </p:txBody>
      </p:sp>
    </p:spTree>
    <p:extLst>
      <p:ext uri="{BB962C8B-B14F-4D97-AF65-F5344CB8AC3E}">
        <p14:creationId xmlns:p14="http://schemas.microsoft.com/office/powerpoint/2010/main" val="40503717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Make sure students can categorize these attack types and know which data sources to use for investigations.</a:t>
            </a:r>
          </a:p>
        </p:txBody>
      </p:sp>
      <p:sp>
        <p:nvSpPr>
          <p:cNvPr id="4" name="Slide Number Placeholder 3"/>
          <p:cNvSpPr>
            <a:spLocks noGrp="1"/>
          </p:cNvSpPr>
          <p:nvPr>
            <p:ph type="sldNum" sz="quarter" idx="5"/>
          </p:nvPr>
        </p:nvSpPr>
        <p:spPr/>
        <p:txBody>
          <a:bodyPr/>
          <a:lstStyle/>
          <a:p>
            <a:fld id="{B7CF8A19-3A9E-4ABC-B336-2FDDE321C72D}" type="slidenum">
              <a:rPr lang="en-US" smtClean="0"/>
              <a:pPr/>
              <a:t>14</a:t>
            </a:fld>
            <a:endParaRPr lang="en-US"/>
          </a:p>
        </p:txBody>
      </p:sp>
    </p:spTree>
    <p:extLst>
      <p:ext uri="{BB962C8B-B14F-4D97-AF65-F5344CB8AC3E}">
        <p14:creationId xmlns:p14="http://schemas.microsoft.com/office/powerpoint/2010/main" val="7605752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0" dirty="0"/>
              <a:t>Botnets can comprise millions of infected hosts. Threat actors can martial sufficient resources to perform DDoS attacks of up to two terabits per second.</a:t>
            </a:r>
          </a:p>
        </p:txBody>
      </p:sp>
      <p:sp>
        <p:nvSpPr>
          <p:cNvPr id="4" name="Slide Number Placeholder 3"/>
          <p:cNvSpPr>
            <a:spLocks noGrp="1"/>
          </p:cNvSpPr>
          <p:nvPr>
            <p:ph type="sldNum" sz="quarter" idx="5"/>
          </p:nvPr>
        </p:nvSpPr>
        <p:spPr/>
        <p:txBody>
          <a:bodyPr/>
          <a:lstStyle/>
          <a:p>
            <a:fld id="{F0DDA35F-9E58-5D40-92C1-D8C7631003B0}" type="slidenum">
              <a:rPr lang="en-US" smtClean="0"/>
              <a:t>17</a:t>
            </a:fld>
            <a:endParaRPr lang="en-US" dirty="0"/>
          </a:p>
        </p:txBody>
      </p:sp>
    </p:spTree>
    <p:extLst>
      <p:ext uri="{BB962C8B-B14F-4D97-AF65-F5344CB8AC3E}">
        <p14:creationId xmlns:p14="http://schemas.microsoft.com/office/powerpoint/2010/main" val="9123680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18689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dirty="0"/>
              <a:t>As with vector and payload with malware, it's helpful to distinguish the attack vector with what the threat actor is trying to achieve.</a:t>
            </a:r>
          </a:p>
          <a:p>
            <a:endParaRPr lang="en-US" b="0" dirty="0"/>
          </a:p>
          <a:p>
            <a:r>
              <a:rPr lang="en-US" b="0" dirty="0"/>
              <a:t>Explain that on-path means that the threat actor gains control over forwarding. There are many different specific on-path attack vectors, but most try to achieve the same sort of snooping goal.</a:t>
            </a:r>
          </a:p>
        </p:txBody>
      </p:sp>
    </p:spTree>
    <p:extLst>
      <p:ext uri="{BB962C8B-B14F-4D97-AF65-F5344CB8AC3E}">
        <p14:creationId xmlns:p14="http://schemas.microsoft.com/office/powerpoint/2010/main" val="8338025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Ensure students understand that DNS attack types are many and varied in terms of both vectors and goals, but most achieve some sort of on-path attack by corrupting name resolution to intercept user traffic. </a:t>
            </a:r>
          </a:p>
          <a:p>
            <a:endParaRPr lang="en-US" dirty="0"/>
          </a:p>
          <a:p>
            <a:r>
              <a:rPr lang="en-US" dirty="0"/>
              <a:t>Most operating systems will use HOSTS before any other type of name resolution, though this behavior can be changed.</a:t>
            </a:r>
          </a:p>
        </p:txBody>
      </p:sp>
      <p:sp>
        <p:nvSpPr>
          <p:cNvPr id="4" name="Slide Number Placeholder 3"/>
          <p:cNvSpPr>
            <a:spLocks noGrp="1"/>
          </p:cNvSpPr>
          <p:nvPr>
            <p:ph type="sldNum" sz="quarter" idx="5"/>
          </p:nvPr>
        </p:nvSpPr>
        <p:spPr/>
        <p:txBody>
          <a:bodyPr/>
          <a:lstStyle/>
          <a:p>
            <a:fld id="{B7CF8A19-3A9E-4ABC-B336-2FDDE321C72D}" type="slidenum">
              <a:rPr lang="en-US" smtClean="0"/>
              <a:pPr/>
              <a:t>20</a:t>
            </a:fld>
            <a:endParaRPr lang="en-US"/>
          </a:p>
        </p:txBody>
      </p:sp>
    </p:spTree>
    <p:extLst>
      <p:ext uri="{BB962C8B-B14F-4D97-AF65-F5344CB8AC3E}">
        <p14:creationId xmlns:p14="http://schemas.microsoft.com/office/powerpoint/2010/main" val="35302831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Stress the importance of disabling unused connections and services and scanning for rogue systems. </a:t>
            </a:r>
            <a:endParaRPr lang="en-US" b="1" dirty="0"/>
          </a:p>
        </p:txBody>
      </p:sp>
    </p:spTree>
    <p:extLst>
      <p:ext uri="{BB962C8B-B14F-4D97-AF65-F5344CB8AC3E}">
        <p14:creationId xmlns:p14="http://schemas.microsoft.com/office/powerpoint/2010/main" val="30446879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You might want to note the use of machine learning to facilitate brute force attacks.</a:t>
            </a:r>
          </a:p>
          <a:p>
            <a:endParaRPr lang="en-US" dirty="0"/>
          </a:p>
          <a:p>
            <a:r>
              <a:rPr lang="en-US" dirty="0"/>
              <a:t>You can direct students to a brute force calculator to test a few passwords (grc.com/haystack.htm, for example).</a:t>
            </a:r>
          </a:p>
        </p:txBody>
      </p:sp>
      <p:sp>
        <p:nvSpPr>
          <p:cNvPr id="4" name="Slide Number Placeholder 3"/>
          <p:cNvSpPr>
            <a:spLocks noGrp="1"/>
          </p:cNvSpPr>
          <p:nvPr>
            <p:ph type="sldNum" sz="quarter" idx="5"/>
          </p:nvPr>
        </p:nvSpPr>
        <p:spPr/>
        <p:txBody>
          <a:bodyPr/>
          <a:lstStyle/>
          <a:p>
            <a:fld id="{B7CF8A19-3A9E-4ABC-B336-2FDDE321C72D}" type="slidenum">
              <a:rPr lang="en-US" smtClean="0"/>
              <a:pPr/>
              <a:t>22</a:t>
            </a:fld>
            <a:endParaRPr lang="en-US"/>
          </a:p>
        </p:txBody>
      </p:sp>
    </p:spTree>
    <p:extLst>
      <p:ext uri="{BB962C8B-B14F-4D97-AF65-F5344CB8AC3E}">
        <p14:creationId xmlns:p14="http://schemas.microsoft.com/office/powerpoint/2010/main" val="18429873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Remind students how Kerberos works:</a:t>
            </a:r>
          </a:p>
          <a:p>
            <a:endParaRPr lang="en-US" dirty="0"/>
          </a:p>
          <a:p>
            <a:r>
              <a:rPr lang="en-US" dirty="0"/>
              <a:t>* User authenticates to the KDC (domain controller) to obtain a TGT.</a:t>
            </a:r>
          </a:p>
          <a:p>
            <a:endParaRPr lang="en-US" dirty="0"/>
          </a:p>
          <a:p>
            <a:r>
              <a:rPr lang="en-US" dirty="0"/>
              <a:t>* User presents the TGT to an application to obtain a TGS or service ticket. The application verifies the user's TGT with the KDC.</a:t>
            </a:r>
          </a:p>
          <a:p>
            <a:endParaRPr lang="en-US" dirty="0"/>
          </a:p>
          <a:p>
            <a:r>
              <a:rPr lang="en-US" dirty="0"/>
              <a:t>Note that the NT hash format is used to store credentials, even if the NTLM authentication protocol has been disabled. There's a good deal more complexity to this topic. You can point students to learn.microsoft.com/en-us/windows-server/security/</a:t>
            </a:r>
            <a:r>
              <a:rPr lang="en-US" dirty="0" err="1"/>
              <a:t>kerberos</a:t>
            </a:r>
            <a:r>
              <a:rPr lang="en-US" dirty="0"/>
              <a:t>/passwords-technical-overview for more information.</a:t>
            </a:r>
          </a:p>
          <a:p>
            <a:endParaRPr lang="en-US" dirty="0"/>
          </a:p>
          <a:p>
            <a:r>
              <a:rPr lang="en-US" dirty="0"/>
              <a:t>One of the principal takeaways from the threat of credential dumping is to strictly control which client workstations are used by domain administrators or other similarly high-privilege admin accounts.</a:t>
            </a:r>
          </a:p>
        </p:txBody>
      </p:sp>
      <p:sp>
        <p:nvSpPr>
          <p:cNvPr id="4" name="Slide Number Placeholder 3"/>
          <p:cNvSpPr>
            <a:spLocks noGrp="1"/>
          </p:cNvSpPr>
          <p:nvPr>
            <p:ph type="sldNum" sz="quarter" idx="5"/>
          </p:nvPr>
        </p:nvSpPr>
        <p:spPr/>
        <p:txBody>
          <a:bodyPr/>
          <a:lstStyle/>
          <a:p>
            <a:fld id="{B7CF8A19-3A9E-4ABC-B336-2FDDE321C72D}" type="slidenum">
              <a:rPr lang="en-US" smtClean="0"/>
              <a:pPr/>
              <a:t>23</a:t>
            </a:fld>
            <a:endParaRPr lang="en-US"/>
          </a:p>
        </p:txBody>
      </p:sp>
    </p:spTree>
    <p:extLst>
      <p:ext uri="{BB962C8B-B14F-4D97-AF65-F5344CB8AC3E}">
        <p14:creationId xmlns:p14="http://schemas.microsoft.com/office/powerpoint/2010/main" val="17666758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Note that indicators are mostly gathered from the way a malicious process interacts with the system. This evidence is gathered through logging. The purpose of EDR-type products is to provide real-time automated analysis of code execution.</a:t>
            </a:r>
          </a:p>
        </p:txBody>
      </p:sp>
      <p:sp>
        <p:nvSpPr>
          <p:cNvPr id="4" name="Slide Number Placeholder 3"/>
          <p:cNvSpPr>
            <a:spLocks noGrp="1"/>
          </p:cNvSpPr>
          <p:nvPr>
            <p:ph type="sldNum" sz="quarter" idx="5"/>
          </p:nvPr>
        </p:nvSpPr>
        <p:spPr/>
        <p:txBody>
          <a:bodyPr/>
          <a:lstStyle/>
          <a:p>
            <a:fld id="{B7CF8A19-3A9E-4ABC-B336-2FDDE321C72D}" type="slidenum">
              <a:rPr lang="en-US" smtClean="0"/>
              <a:pPr/>
              <a:t>25</a:t>
            </a:fld>
            <a:endParaRPr lang="en-US"/>
          </a:p>
        </p:txBody>
      </p:sp>
    </p:spTree>
    <p:extLst>
      <p:ext uri="{BB962C8B-B14F-4D97-AF65-F5344CB8AC3E}">
        <p14:creationId xmlns:p14="http://schemas.microsoft.com/office/powerpoint/2010/main" val="12513973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This topic deals with the remainder of the application attack content examples, which mostly refer to web application server and client vulnerabilities and exploits.</a:t>
            </a:r>
          </a:p>
          <a:p>
            <a:endParaRPr lang="en-US" dirty="0"/>
          </a:p>
          <a:p>
            <a:r>
              <a:rPr lang="en-US" dirty="0"/>
              <a:t>Note that there's some overlap with Objective 2.3 (covered in Lesson 8), part of which discusses application vulnerabilities.</a:t>
            </a:r>
          </a:p>
        </p:txBody>
      </p:sp>
      <p:sp>
        <p:nvSpPr>
          <p:cNvPr id="4" name="Slide Number Placeholder 3"/>
          <p:cNvSpPr>
            <a:spLocks noGrp="1"/>
          </p:cNvSpPr>
          <p:nvPr>
            <p:ph type="sldNum" sz="quarter" idx="5"/>
          </p:nvPr>
        </p:nvSpPr>
        <p:spPr/>
        <p:txBody>
          <a:bodyPr/>
          <a:lstStyle/>
          <a:p>
            <a:fld id="{B7CF8A19-3A9E-4ABC-B336-2FDDE321C72D}" type="slidenum">
              <a:rPr lang="en-US" smtClean="0"/>
              <a:pPr/>
              <a:t>27</a:t>
            </a:fld>
            <a:endParaRPr lang="en-US"/>
          </a:p>
        </p:txBody>
      </p:sp>
    </p:spTree>
    <p:extLst>
      <p:ext uri="{BB962C8B-B14F-4D97-AF65-F5344CB8AC3E}">
        <p14:creationId xmlns:p14="http://schemas.microsoft.com/office/powerpoint/2010/main" val="21579173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Note that in most cases, a successful attack can only be identified through the behavior of the compromised process of the host, in terms of file system and network activity.</a:t>
            </a:r>
          </a:p>
        </p:txBody>
      </p:sp>
      <p:sp>
        <p:nvSpPr>
          <p:cNvPr id="4" name="Slide Number Placeholder 3"/>
          <p:cNvSpPr>
            <a:spLocks noGrp="1"/>
          </p:cNvSpPr>
          <p:nvPr>
            <p:ph type="sldNum" sz="quarter" idx="5"/>
          </p:nvPr>
        </p:nvSpPr>
        <p:spPr/>
        <p:txBody>
          <a:bodyPr/>
          <a:lstStyle/>
          <a:p>
            <a:fld id="{B7CF8A19-3A9E-4ABC-B336-2FDDE321C72D}" type="slidenum">
              <a:rPr lang="en-US" smtClean="0"/>
              <a:pPr/>
              <a:t>28</a:t>
            </a:fld>
            <a:endParaRPr lang="en-US"/>
          </a:p>
        </p:txBody>
      </p:sp>
    </p:spTree>
    <p:extLst>
      <p:ext uri="{BB962C8B-B14F-4D97-AF65-F5344CB8AC3E}">
        <p14:creationId xmlns:p14="http://schemas.microsoft.com/office/powerpoint/2010/main" val="27713905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The following pages focus on describing attack types and providing illustrations of the type of code associated with them, where possible.</a:t>
            </a:r>
          </a:p>
          <a:p>
            <a:endParaRPr lang="en-US" dirty="0"/>
          </a:p>
          <a:p>
            <a:r>
              <a:rPr lang="en-US" dirty="0"/>
              <a:t>URL and log analysis to discover the indicators is covered at the end of the topic.</a:t>
            </a:r>
          </a:p>
        </p:txBody>
      </p:sp>
      <p:sp>
        <p:nvSpPr>
          <p:cNvPr id="4" name="Slide Number Placeholder 3"/>
          <p:cNvSpPr>
            <a:spLocks noGrp="1"/>
          </p:cNvSpPr>
          <p:nvPr>
            <p:ph type="sldNum" sz="quarter" idx="5"/>
          </p:nvPr>
        </p:nvSpPr>
        <p:spPr/>
        <p:txBody>
          <a:bodyPr/>
          <a:lstStyle/>
          <a:p>
            <a:fld id="{B7CF8A19-3A9E-4ABC-B336-2FDDE321C72D}" type="slidenum">
              <a:rPr lang="en-US" smtClean="0"/>
              <a:pPr/>
              <a:t>29</a:t>
            </a:fld>
            <a:endParaRPr lang="en-US"/>
          </a:p>
        </p:txBody>
      </p:sp>
    </p:spTree>
    <p:extLst>
      <p:ext uri="{BB962C8B-B14F-4D97-AF65-F5344CB8AC3E}">
        <p14:creationId xmlns:p14="http://schemas.microsoft.com/office/powerpoint/2010/main" val="5656020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Note that a client-side attack is where the browser runs the malicious code. This might trigger some action on the server, but it is client-side because the browser is coding the request.</a:t>
            </a:r>
          </a:p>
          <a:p>
            <a:endParaRPr lang="en-US" dirty="0"/>
          </a:p>
          <a:p>
            <a:r>
              <a:rPr lang="en-US" dirty="0"/>
              <a:t>Refer students back to Lesson 8 for notes on XSS and SQLi.</a:t>
            </a:r>
          </a:p>
          <a:p>
            <a:endParaRPr lang="en-US" dirty="0"/>
          </a:p>
          <a:p>
            <a:r>
              <a:rPr lang="en-US" dirty="0"/>
              <a:t>Make sure students can identify XML and LDAP syntax.</a:t>
            </a:r>
          </a:p>
        </p:txBody>
      </p:sp>
      <p:sp>
        <p:nvSpPr>
          <p:cNvPr id="4" name="Slide Number Placeholder 3"/>
          <p:cNvSpPr>
            <a:spLocks noGrp="1"/>
          </p:cNvSpPr>
          <p:nvPr>
            <p:ph type="sldNum" sz="quarter" idx="5"/>
          </p:nvPr>
        </p:nvSpPr>
        <p:spPr/>
        <p:txBody>
          <a:bodyPr/>
          <a:lstStyle/>
          <a:p>
            <a:fld id="{B7CF8A19-3A9E-4ABC-B336-2FDDE321C72D}" type="slidenum">
              <a:rPr lang="en-US" smtClean="0"/>
              <a:pPr/>
              <a:t>32</a:t>
            </a:fld>
            <a:endParaRPr lang="en-US"/>
          </a:p>
        </p:txBody>
      </p:sp>
    </p:spTree>
    <p:extLst>
      <p:ext uri="{BB962C8B-B14F-4D97-AF65-F5344CB8AC3E}">
        <p14:creationId xmlns:p14="http://schemas.microsoft.com/office/powerpoint/2010/main" val="30780463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Get students to open a site in a browser and inspect the URL as they browse different pages. Get them to inspect requests and headers using developer tools.</a:t>
            </a:r>
          </a:p>
        </p:txBody>
      </p:sp>
      <p:sp>
        <p:nvSpPr>
          <p:cNvPr id="4" name="Slide Number Placeholder 3"/>
          <p:cNvSpPr>
            <a:spLocks noGrp="1"/>
          </p:cNvSpPr>
          <p:nvPr>
            <p:ph type="sldNum" sz="quarter" idx="5"/>
          </p:nvPr>
        </p:nvSpPr>
        <p:spPr/>
        <p:txBody>
          <a:bodyPr/>
          <a:lstStyle/>
          <a:p>
            <a:fld id="{B7CF8A19-3A9E-4ABC-B336-2FDDE321C72D}" type="slidenum">
              <a:rPr lang="en-US" smtClean="0"/>
              <a:pPr/>
              <a:t>34</a:t>
            </a:fld>
            <a:endParaRPr lang="en-US"/>
          </a:p>
        </p:txBody>
      </p:sp>
    </p:spTree>
    <p:extLst>
      <p:ext uri="{BB962C8B-B14F-4D97-AF65-F5344CB8AC3E}">
        <p14:creationId xmlns:p14="http://schemas.microsoft.com/office/powerpoint/2010/main" val="12359639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You don't need to go through these in detail in class. Just make sure students know what type of information can be retrieved from each type of data source.</a:t>
            </a:r>
          </a:p>
        </p:txBody>
      </p:sp>
      <p:sp>
        <p:nvSpPr>
          <p:cNvPr id="4" name="Slide Number Placeholder 3"/>
          <p:cNvSpPr>
            <a:spLocks noGrp="1"/>
          </p:cNvSpPr>
          <p:nvPr>
            <p:ph type="sldNum" sz="quarter" idx="5"/>
          </p:nvPr>
        </p:nvSpPr>
        <p:spPr/>
        <p:txBody>
          <a:bodyPr/>
          <a:lstStyle/>
          <a:p>
            <a:fld id="{B7CF8A19-3A9E-4ABC-B336-2FDDE321C72D}" type="slidenum">
              <a:rPr lang="en-US" smtClean="0"/>
              <a:pPr/>
              <a:t>35</a:t>
            </a:fld>
            <a:endParaRPr lang="en-US"/>
          </a:p>
        </p:txBody>
      </p:sp>
    </p:spTree>
    <p:extLst>
      <p:ext uri="{BB962C8B-B14F-4D97-AF65-F5344CB8AC3E}">
        <p14:creationId xmlns:p14="http://schemas.microsoft.com/office/powerpoint/2010/main" val="21923605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Check that students are confident about the content that has been covered. If there is time, revisit any content examples that they have questions about. If you have used all the available time for this lesson block, note the issues and schedule time for a review later in the course.</a:t>
            </a:r>
          </a:p>
          <a:p>
            <a:endParaRPr lang="en-US" dirty="0"/>
          </a:p>
          <a:p>
            <a:r>
              <a:rPr lang="en-US"/>
              <a:t>Optionally, discuss with students how they might have experience with attacks, the impact they had, and how they were resolved.</a:t>
            </a:r>
          </a:p>
        </p:txBody>
      </p:sp>
      <p:sp>
        <p:nvSpPr>
          <p:cNvPr id="4" name="Slide Number Placeholder 3"/>
          <p:cNvSpPr>
            <a:spLocks noGrp="1"/>
          </p:cNvSpPr>
          <p:nvPr>
            <p:ph type="sldNum" sz="quarter" idx="5"/>
          </p:nvPr>
        </p:nvSpPr>
        <p:spPr/>
        <p:txBody>
          <a:bodyPr/>
          <a:lstStyle/>
          <a:p>
            <a:fld id="{B7CF8A19-3A9E-4ABC-B336-2FDDE321C72D}" type="slidenum">
              <a:rPr lang="en-US" smtClean="0"/>
              <a:pPr/>
              <a:t>37</a:t>
            </a:fld>
            <a:endParaRPr lang="en-US"/>
          </a:p>
        </p:txBody>
      </p:sp>
    </p:spTree>
    <p:extLst>
      <p:ext uri="{BB962C8B-B14F-4D97-AF65-F5344CB8AC3E}">
        <p14:creationId xmlns:p14="http://schemas.microsoft.com/office/powerpoint/2010/main" val="30459609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3.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p:nvPr>
        </p:nvSpPr>
        <p:spPr>
          <a:xfrm>
            <a:off x="0" y="0"/>
            <a:ext cx="9143999" cy="603250"/>
          </a:xfrm>
          <a:prstGeom prst="rect">
            <a:avLst/>
          </a:prstGeom>
        </p:spPr>
        <p:txBody>
          <a:bodyPr/>
          <a:lstStyle/>
          <a:p>
            <a:r>
              <a:rPr lang="en-US"/>
              <a:t>Click to edit Master title style</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1377732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853961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41036178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0B0FC9-797C-41B3-B100-1CC26F987B18}"/>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279425E2-0764-4FEE-ABEB-4675187E4346}"/>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60141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eview">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20DDD6C-AB38-440E-A2B7-E3AD1F167ED5}"/>
              </a:ext>
            </a:extLst>
          </p:cNvPr>
          <p:cNvSpPr>
            <a:spLocks noGrp="1"/>
          </p:cNvSpPr>
          <p:nvPr>
            <p:ph sz="quarter" idx="11"/>
          </p:nvPr>
        </p:nvSpPr>
        <p:spPr>
          <a:xfrm>
            <a:off x="146050" y="748623"/>
            <a:ext cx="8870950" cy="404435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755610DE-03A3-4171-87CD-CB837BA3D0EB}"/>
              </a:ext>
            </a:extLst>
          </p:cNvPr>
          <p:cNvSpPr>
            <a:spLocks noGrp="1"/>
          </p:cNvSpPr>
          <p:nvPr>
            <p:ph type="title" hasCustomPrompt="1"/>
          </p:nvPr>
        </p:nvSpPr>
        <p:spPr>
          <a:xfrm>
            <a:off x="3032760" y="0"/>
            <a:ext cx="6111239" cy="603250"/>
          </a:xfrm>
          <a:prstGeom prst="rect">
            <a:avLst/>
          </a:prstGeom>
          <a:solidFill>
            <a:srgbClr val="FEAE62">
              <a:alpha val="24706"/>
            </a:srgbClr>
          </a:solidFill>
        </p:spPr>
        <p:txBody>
          <a:bodyPr lIns="0"/>
          <a:lstStyle>
            <a:lvl1pPr marL="0">
              <a:defRPr/>
            </a:lvl1pPr>
          </a:lstStyle>
          <a:p>
            <a:r>
              <a:rPr lang="en-US" dirty="0" err="1"/>
              <a:t>ActivityTitle</a:t>
            </a:r>
            <a:endParaRPr lang="en-GB" dirty="0"/>
          </a:p>
        </p:txBody>
      </p:sp>
      <p:sp>
        <p:nvSpPr>
          <p:cNvPr id="4" name="Rectangle 3">
            <a:extLst>
              <a:ext uri="{FF2B5EF4-FFF2-40B4-BE49-F238E27FC236}">
                <a16:creationId xmlns:a16="http://schemas.microsoft.com/office/drawing/2014/main" id="{48DA206A-2516-457B-9C8F-9BDD445DD373}"/>
              </a:ext>
            </a:extLst>
          </p:cNvPr>
          <p:cNvSpPr/>
          <p:nvPr userDrawn="1"/>
        </p:nvSpPr>
        <p:spPr>
          <a:xfrm>
            <a:off x="0" y="0"/>
            <a:ext cx="3032760" cy="603248"/>
          </a:xfrm>
          <a:prstGeom prst="rect">
            <a:avLst/>
          </a:prstGeom>
          <a:solidFill>
            <a:srgbClr val="FEAE62">
              <a:alpha val="24706"/>
            </a:srgbClr>
          </a:solidFill>
        </p:spPr>
        <p:txBody>
          <a:bodyPr vert="horz" lIns="91440" tIns="45720" rIns="91440" bIns="45720" rtlCol="0" anchor="ctr">
            <a:noAutofit/>
          </a:bodyPr>
          <a:lstStyle/>
          <a:p>
            <a:pPr marL="36000" lvl="0" algn="r" defTabSz="342900">
              <a:spcBef>
                <a:spcPct val="0"/>
              </a:spcBef>
              <a:buNone/>
            </a:pPr>
            <a:r>
              <a:rPr lang="en-GB" sz="2800" b="1" dirty="0">
                <a:latin typeface="Calibri" panose="020F0502020204030204" pitchFamily="34" charset="0"/>
                <a:ea typeface="+mj-ea"/>
                <a:cs typeface="Calibri" panose="020F0502020204030204" pitchFamily="34" charset="0"/>
              </a:rPr>
              <a:t>  Review Activity:</a:t>
            </a:r>
          </a:p>
        </p:txBody>
      </p:sp>
      <p:pic>
        <p:nvPicPr>
          <p:cNvPr id="13" name="Graphic 12">
            <a:extLst>
              <a:ext uri="{FF2B5EF4-FFF2-40B4-BE49-F238E27FC236}">
                <a16:creationId xmlns:a16="http://schemas.microsoft.com/office/drawing/2014/main" id="{1ADA4BA0-CFFC-47F9-BAF1-81434EEDEEA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4201" y="145375"/>
            <a:ext cx="347558" cy="312498"/>
          </a:xfrm>
          <a:prstGeom prst="rect">
            <a:avLst/>
          </a:prstGeom>
        </p:spPr>
      </p:pic>
      <p:sp>
        <p:nvSpPr>
          <p:cNvPr id="2" name="Slide Number Placeholder 1">
            <a:extLst>
              <a:ext uri="{FF2B5EF4-FFF2-40B4-BE49-F238E27FC236}">
                <a16:creationId xmlns:a16="http://schemas.microsoft.com/office/drawing/2014/main" id="{6C3B5A26-D33C-4103-B845-8B79BE44B65C}"/>
              </a:ext>
            </a:extLst>
          </p:cNvPr>
          <p:cNvSpPr>
            <a:spLocks noGrp="1"/>
          </p:cNvSpPr>
          <p:nvPr>
            <p:ph type="sldNum" sz="quarter" idx="12"/>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198385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6FD5A98-A124-4EB7-BACC-FCD20E2A7A9D}"/>
              </a:ext>
            </a:extLst>
          </p:cNvPr>
          <p:cNvSpPr/>
          <p:nvPr userDrawn="1"/>
        </p:nvSpPr>
        <p:spPr>
          <a:xfrm>
            <a:off x="0" y="0"/>
            <a:ext cx="9144000" cy="603248"/>
          </a:xfrm>
          <a:prstGeom prst="rect">
            <a:avLst/>
          </a:prstGeom>
          <a:solidFill>
            <a:srgbClr val="FEAE62">
              <a:alpha val="24706"/>
            </a:srgbClr>
          </a:solidFill>
        </p:spPr>
        <p:txBody>
          <a:bodyPr vert="horz" lIns="91440" tIns="45720" rIns="91440" bIns="45720" rtlCol="0" anchor="ctr">
            <a:noAutofit/>
          </a:bodyPr>
          <a:lstStyle/>
          <a:p>
            <a:pPr lvl="0" algn="l" defTabSz="342900">
              <a:spcBef>
                <a:spcPct val="0"/>
              </a:spcBef>
              <a:buNone/>
            </a:pPr>
            <a:r>
              <a:rPr lang="en-GB" sz="2800" b="1" dirty="0">
                <a:latin typeface="Calibri" panose="020F0502020204030204" pitchFamily="34" charset="0"/>
                <a:ea typeface="+mj-ea"/>
                <a:cs typeface="Calibri" panose="020F0502020204030204" pitchFamily="34" charset="0"/>
              </a:rPr>
              <a:t>     Lab Activity</a:t>
            </a:r>
          </a:p>
        </p:txBody>
      </p:sp>
      <p:pic>
        <p:nvPicPr>
          <p:cNvPr id="13" name="Graphic 12">
            <a:extLst>
              <a:ext uri="{FF2B5EF4-FFF2-40B4-BE49-F238E27FC236}">
                <a16:creationId xmlns:a16="http://schemas.microsoft.com/office/drawing/2014/main" id="{E7A60DE0-FD9C-4F2F-8B9C-B132BBC175F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5816" y="125902"/>
            <a:ext cx="288567" cy="324638"/>
          </a:xfrm>
          <a:prstGeom prst="rect">
            <a:avLst/>
          </a:prstGeom>
        </p:spPr>
      </p:pic>
      <p:sp>
        <p:nvSpPr>
          <p:cNvPr id="2" name="Slide Number Placeholder 1">
            <a:extLst>
              <a:ext uri="{FF2B5EF4-FFF2-40B4-BE49-F238E27FC236}">
                <a16:creationId xmlns:a16="http://schemas.microsoft.com/office/drawing/2014/main" id="{07AE4D56-1580-4D91-812A-FB8A378319AE}"/>
              </a:ext>
            </a:extLst>
          </p:cNvPr>
          <p:cNvSpPr>
            <a:spLocks noGrp="1"/>
          </p:cNvSpPr>
          <p:nvPr>
            <p:ph type="sldNum" sz="quarter" idx="13"/>
          </p:nvPr>
        </p:nvSpPr>
        <p:spPr/>
        <p:txBody>
          <a:bodyPr/>
          <a:lstStyle/>
          <a:p>
            <a:fld id="{B7CF8A19-3A9E-4ABC-B336-2FDDE321C72D}" type="slidenum">
              <a:rPr lang="en-US" smtClean="0"/>
              <a:pPr/>
              <a:t>‹#›</a:t>
            </a:fld>
            <a:endParaRPr lang="en-US"/>
          </a:p>
        </p:txBody>
      </p:sp>
      <p:sp>
        <p:nvSpPr>
          <p:cNvPr id="4" name="Content Placeholder 3">
            <a:extLst>
              <a:ext uri="{FF2B5EF4-FFF2-40B4-BE49-F238E27FC236}">
                <a16:creationId xmlns:a16="http://schemas.microsoft.com/office/drawing/2014/main" id="{F14BCB8D-8BA4-4A40-81CF-DAD00077BF4C}"/>
              </a:ext>
            </a:extLst>
          </p:cNvPr>
          <p:cNvSpPr>
            <a:spLocks noGrp="1"/>
          </p:cNvSpPr>
          <p:nvPr>
            <p:ph sz="quarter" idx="14"/>
          </p:nvPr>
        </p:nvSpPr>
        <p:spPr>
          <a:xfrm>
            <a:off x="146049" y="748621"/>
            <a:ext cx="8870950" cy="4044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241009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Cover">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Exam #00-XYZ</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51276"/>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Exam Title</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pic>
        <p:nvPicPr>
          <p:cNvPr id="16" name="Picture 15" descr="CompTIA Logo">
            <a:extLst>
              <a:ext uri="{FF2B5EF4-FFF2-40B4-BE49-F238E27FC236}">
                <a16:creationId xmlns:a16="http://schemas.microsoft.com/office/drawing/2014/main" id="{B1854F63-33E4-4083-8910-1D3D34F99D39}"/>
              </a:ext>
            </a:extLst>
          </p:cNvPr>
          <p:cNvPicPr>
            <a:picLocks noChangeAspect="1"/>
          </p:cNvPicPr>
          <p:nvPr userDrawn="1"/>
        </p:nvPicPr>
        <p:blipFill>
          <a:blip r:embed="rId2"/>
          <a:stretch>
            <a:fillRect/>
          </a:stretch>
        </p:blipFill>
        <p:spPr>
          <a:xfrm>
            <a:off x="650366" y="683160"/>
            <a:ext cx="1428149" cy="305420"/>
          </a:xfrm>
          <a:prstGeom prst="rect">
            <a:avLst/>
          </a:prstGeom>
        </p:spPr>
      </p:pic>
      <p:sp>
        <p:nvSpPr>
          <p:cNvPr id="2" name="Slide Number Placeholder 1">
            <a:extLst>
              <a:ext uri="{FF2B5EF4-FFF2-40B4-BE49-F238E27FC236}">
                <a16:creationId xmlns:a16="http://schemas.microsoft.com/office/drawing/2014/main" id="{69C7CFDF-8D56-4B0F-986D-0966674CEF87}"/>
              </a:ext>
            </a:extLst>
          </p:cNvPr>
          <p:cNvSpPr>
            <a:spLocks noGrp="1"/>
          </p:cNvSpPr>
          <p:nvPr>
            <p:ph type="sldNum" sz="quarter" idx="10"/>
          </p:nvPr>
        </p:nvSpPr>
        <p:spPr/>
        <p:txBody>
          <a:bodyPr/>
          <a:lstStyle>
            <a:lvl1pPr>
              <a:defRPr>
                <a:solidFill>
                  <a:schemeClr val="bg1"/>
                </a:solidFill>
              </a:defRPr>
            </a:lvl1pPr>
          </a:lstStyle>
          <a:p>
            <a:fld id="{B7CF8A19-3A9E-4ABC-B336-2FDDE321C72D}" type="slidenum">
              <a:rPr lang="en-US" smtClean="0"/>
              <a:pPr/>
              <a:t>‹#›</a:t>
            </a:fld>
            <a:endParaRPr lang="en-US"/>
          </a:p>
        </p:txBody>
      </p:sp>
      <p:pic>
        <p:nvPicPr>
          <p:cNvPr id="15" name="Graphic 14">
            <a:extLst>
              <a:ext uri="{FF2B5EF4-FFF2-40B4-BE49-F238E27FC236}">
                <a16:creationId xmlns:a16="http://schemas.microsoft.com/office/drawing/2014/main" id="{9530A88E-A109-4643-8F63-12F087E152CD}"/>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753870" y="2156005"/>
            <a:ext cx="2657475" cy="715620"/>
          </a:xfrm>
          <a:prstGeom prst="rect">
            <a:avLst/>
          </a:prstGeom>
        </p:spPr>
      </p:pic>
    </p:spTree>
    <p:extLst>
      <p:ext uri="{BB962C8B-B14F-4D97-AF65-F5344CB8AC3E}">
        <p14:creationId xmlns:p14="http://schemas.microsoft.com/office/powerpoint/2010/main" val="2001968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Lesson">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Lesson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772424"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1974321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Topic">
    <p:bg>
      <p:bgPr>
        <a:solidFill>
          <a:srgbClr val="7FC8DD">
            <a:alpha val="25098"/>
          </a:srgbClr>
        </a:solidFill>
        <a:effectLst/>
      </p:bgPr>
    </p:bg>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0A8FE34-9096-4567-9789-B242DD11EA46}"/>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3" name="Title 1">
            <a:extLst>
              <a:ext uri="{FF2B5EF4-FFF2-40B4-BE49-F238E27FC236}">
                <a16:creationId xmlns:a16="http://schemas.microsoft.com/office/drawing/2014/main" id="{B2FEEEDD-0751-854A-9852-93F3EA02290E}"/>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Title </a:t>
            </a:r>
            <a:r>
              <a:rPr lang="en-US" dirty="0" err="1"/>
              <a:t>Title</a:t>
            </a:r>
            <a:endParaRPr lang="en-US" dirty="0"/>
          </a:p>
        </p:txBody>
      </p:sp>
      <p:sp>
        <p:nvSpPr>
          <p:cNvPr id="14" name="Subtitle 2">
            <a:extLst>
              <a:ext uri="{FF2B5EF4-FFF2-40B4-BE49-F238E27FC236}">
                <a16:creationId xmlns:a16="http://schemas.microsoft.com/office/drawing/2014/main" id="{658038CC-5DF0-1545-A424-EA63B177F16F}"/>
              </a:ext>
            </a:extLst>
          </p:cNvPr>
          <p:cNvSpPr>
            <a:spLocks noGrp="1"/>
          </p:cNvSpPr>
          <p:nvPr>
            <p:ph type="subTitle" idx="1" hasCustomPrompt="1"/>
          </p:nvPr>
        </p:nvSpPr>
        <p:spPr>
          <a:xfrm>
            <a:off x="650366" y="1051277"/>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Topic #Y </a:t>
            </a:r>
          </a:p>
        </p:txBody>
      </p:sp>
      <p:pic>
        <p:nvPicPr>
          <p:cNvPr id="7" name="Picture 6" descr="CompTIA Logo">
            <a:extLst>
              <a:ext uri="{FF2B5EF4-FFF2-40B4-BE49-F238E27FC236}">
                <a16:creationId xmlns:a16="http://schemas.microsoft.com/office/drawing/2014/main" id="{3FA6866F-0447-494E-8F3B-C28CBFC1255C}"/>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8" name="Footer Placeholder 13">
            <a:extLst>
              <a:ext uri="{FF2B5EF4-FFF2-40B4-BE49-F238E27FC236}">
                <a16:creationId xmlns:a16="http://schemas.microsoft.com/office/drawing/2014/main" id="{85CB60B9-005C-47AF-9FB6-D41274CD49DC}"/>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9" name="Text Placeholder 8">
            <a:extLst>
              <a:ext uri="{FF2B5EF4-FFF2-40B4-BE49-F238E27FC236}">
                <a16:creationId xmlns:a16="http://schemas.microsoft.com/office/drawing/2014/main" id="{7B711CB8-C942-4974-982E-45957883E0C7}"/>
              </a:ext>
            </a:extLst>
          </p:cNvPr>
          <p:cNvSpPr>
            <a:spLocks noGrp="1"/>
          </p:cNvSpPr>
          <p:nvPr>
            <p:ph type="body" sz="quarter" idx="12" hasCustomPrompt="1"/>
          </p:nvPr>
        </p:nvSpPr>
        <p:spPr>
          <a:xfrm>
            <a:off x="650366" y="554002"/>
            <a:ext cx="1813560" cy="489656"/>
          </a:xfrm>
          <a:prstGeom prst="rect">
            <a:avLst/>
          </a:prstGeom>
        </p:spPr>
        <p:txBody>
          <a:bodyPr lIns="0" rIns="0"/>
          <a:lstStyle>
            <a:lvl1pPr marL="0" indent="0">
              <a:buNone/>
              <a:defRPr/>
            </a:lvl1pPr>
            <a:lvl5pPr>
              <a:defRPr/>
            </a:lvl5pPr>
          </a:lstStyle>
          <a:p>
            <a:pPr lvl="0"/>
            <a:r>
              <a:rPr lang="en-US" dirty="0"/>
              <a:t>Lesson #</a:t>
            </a:r>
            <a:endParaRPr lang="en-GB" dirty="0"/>
          </a:p>
        </p:txBody>
      </p:sp>
      <p:sp>
        <p:nvSpPr>
          <p:cNvPr id="10" name="Slide Number Placeholder 1">
            <a:extLst>
              <a:ext uri="{FF2B5EF4-FFF2-40B4-BE49-F238E27FC236}">
                <a16:creationId xmlns:a16="http://schemas.microsoft.com/office/drawing/2014/main" id="{67AE811F-4593-4B5E-B7DC-3D290CB8E9FD}"/>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pic>
        <p:nvPicPr>
          <p:cNvPr id="11" name="Graphic 10">
            <a:extLst>
              <a:ext uri="{FF2B5EF4-FFF2-40B4-BE49-F238E27FC236}">
                <a16:creationId xmlns:a16="http://schemas.microsoft.com/office/drawing/2014/main" id="{A18ADF54-DD1F-4BCB-BF1D-E42C267918B0}"/>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21421816">
            <a:off x="354347" y="454737"/>
            <a:ext cx="2225591" cy="575230"/>
          </a:xfrm>
          <a:prstGeom prst="rect">
            <a:avLst/>
          </a:prstGeom>
        </p:spPr>
      </p:pic>
    </p:spTree>
    <p:extLst>
      <p:ext uri="{BB962C8B-B14F-4D97-AF65-F5344CB8AC3E}">
        <p14:creationId xmlns:p14="http://schemas.microsoft.com/office/powerpoint/2010/main" val="40848092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Summary">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861324"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4111725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0104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FFE8316-6276-444F-8C28-23F8C92989F4}"/>
              </a:ext>
            </a:extLst>
          </p:cNvPr>
          <p:cNvSpPr>
            <a:spLocks noGrp="1"/>
          </p:cNvSpPr>
          <p:nvPr>
            <p:ph type="title"/>
          </p:nvPr>
        </p:nvSpPr>
        <p:spPr>
          <a:xfrm>
            <a:off x="0" y="0"/>
            <a:ext cx="9143999" cy="603250"/>
          </a:xfrm>
          <a:prstGeom prst="rect">
            <a:avLst/>
          </a:prstGeom>
          <a:solidFill>
            <a:srgbClr val="7FC8DD">
              <a:alpha val="25000"/>
            </a:srgbClr>
          </a:solidFill>
        </p:spPr>
        <p:txBody>
          <a:bodyPr vert="horz" lIns="91440" tIns="45720" rIns="91440" bIns="45720" rtlCol="0" anchor="ctr">
            <a:noAutofit/>
          </a:bodyPr>
          <a:lstStyle/>
          <a:p>
            <a:r>
              <a:rPr lang="en-US" noProof="0"/>
              <a:t>Click to edit Master title style</a:t>
            </a:r>
            <a:endParaRPr lang="en-US" noProof="0" dirty="0"/>
          </a:p>
        </p:txBody>
      </p:sp>
      <p:sp>
        <p:nvSpPr>
          <p:cNvPr id="7" name="Slide Number Placeholder 4">
            <a:extLst>
              <a:ext uri="{FF2B5EF4-FFF2-40B4-BE49-F238E27FC236}">
                <a16:creationId xmlns:a16="http://schemas.microsoft.com/office/drawing/2014/main" id="{6ABFF679-40BB-4275-8271-2872CFC1BDB4}"/>
              </a:ext>
            </a:extLst>
          </p:cNvPr>
          <p:cNvSpPr>
            <a:spLocks noGrp="1"/>
          </p:cNvSpPr>
          <p:nvPr>
            <p:ph type="sldNum" sz="quarter" idx="4"/>
          </p:nvPr>
        </p:nvSpPr>
        <p:spPr>
          <a:xfrm>
            <a:off x="8537816" y="4885690"/>
            <a:ext cx="479184" cy="198675"/>
          </a:xfrm>
          <a:prstGeom prst="rect">
            <a:avLst/>
          </a:prstGeom>
        </p:spPr>
        <p:txBody>
          <a:bodyPr vert="horz" lIns="91440" tIns="45720" rIns="91440" bIns="45720" rtlCol="0" anchor="ctr"/>
          <a:lstStyle>
            <a:lvl1pPr algn="r">
              <a:defRPr sz="1200">
                <a:solidFill>
                  <a:schemeClr val="tx1"/>
                </a:solidFill>
                <a:latin typeface="Calibri" panose="020F0502020204030204" pitchFamily="34" charset="0"/>
                <a:cs typeface="Calibri" panose="020F0502020204030204" pitchFamily="34" charset="0"/>
              </a:defRPr>
            </a:lvl1pPr>
          </a:lstStyle>
          <a:p>
            <a:fld id="{B7CF8A19-3A9E-4ABC-B336-2FDDE321C72D}" type="slidenum">
              <a:rPr lang="en-US" smtClean="0"/>
              <a:pPr/>
              <a:t>‹#›</a:t>
            </a:fld>
            <a:endParaRPr lang="en-US"/>
          </a:p>
        </p:txBody>
      </p:sp>
      <p:sp>
        <p:nvSpPr>
          <p:cNvPr id="8" name="Text Placeholder 10">
            <a:extLst>
              <a:ext uri="{FF2B5EF4-FFF2-40B4-BE49-F238E27FC236}">
                <a16:creationId xmlns:a16="http://schemas.microsoft.com/office/drawing/2014/main" id="{12D1C9D9-BB2F-4CEE-AB77-E7FB81417221}"/>
              </a:ext>
            </a:extLst>
          </p:cNvPr>
          <p:cNvSpPr>
            <a:spLocks noGrp="1"/>
          </p:cNvSpPr>
          <p:nvPr>
            <p:ph type="body"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8932730"/>
      </p:ext>
    </p:extLst>
  </p:cSld>
  <p:clrMap bg1="lt1" tx1="dk1" bg2="lt2" tx2="dk2" accent1="accent1" accent2="accent2" accent3="accent3" accent4="accent4" accent5="accent5" accent6="accent6" hlink="hlink" folHlink="folHlink"/>
  <p:sldLayoutIdLst>
    <p:sldLayoutId id="2147483914" r:id="rId1"/>
    <p:sldLayoutId id="2147483917" r:id="rId2"/>
    <p:sldLayoutId id="2147483918" r:id="rId3"/>
    <p:sldLayoutId id="2147483919" r:id="rId4"/>
    <p:sldLayoutId id="2147483922" r:id="rId5"/>
    <p:sldLayoutId id="2147483924" r:id="rId6"/>
    <p:sldLayoutId id="2147483932" r:id="rId7"/>
    <p:sldLayoutId id="2147483912" r:id="rId8"/>
    <p:sldLayoutId id="2147483911" r:id="rId9"/>
    <p:sldLayoutId id="2147483926" r:id="rId10"/>
    <p:sldLayoutId id="2147483927" r:id="rId11"/>
  </p:sldLayoutIdLst>
  <p:hf hdr="0" ftr="0" dt="0"/>
  <p:txStyles>
    <p:titleStyle>
      <a:lvl1pPr marL="72000" algn="l" defTabSz="342900" rtl="0" eaLnBrk="1" latinLnBrk="0" hangingPunct="1">
        <a:spcBef>
          <a:spcPct val="0"/>
        </a:spcBef>
        <a:buNone/>
        <a:defRPr lang="en-US" sz="2800" b="1" kern="1200" dirty="0">
          <a:solidFill>
            <a:schemeClr val="tx1"/>
          </a:solidFill>
          <a:latin typeface="Calibri" panose="020F0502020204030204" pitchFamily="34" charset="0"/>
          <a:ea typeface="+mj-ea"/>
          <a:cs typeface="Calibri" panose="020F0502020204030204" pitchFamily="34" charset="0"/>
        </a:defRPr>
      </a:lvl1pPr>
    </p:titleStyle>
    <p:bodyStyle>
      <a:lvl1pPr marL="257175" indent="-257175" algn="l" defTabSz="342900" rtl="0" eaLnBrk="1" latinLnBrk="0" hangingPunct="1">
        <a:spcBef>
          <a:spcPts val="1000"/>
        </a:spcBef>
        <a:spcAft>
          <a:spcPts val="60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685800" indent="-34290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1000"/>
        </a:spcBef>
        <a:spcAft>
          <a:spcPts val="600"/>
        </a:spcAft>
        <a:buClrTx/>
        <a:buSzPct val="100000"/>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70320-8234-C4F9-C7C1-5385605ED0A3}"/>
              </a:ext>
            </a:extLst>
          </p:cNvPr>
          <p:cNvSpPr>
            <a:spLocks noGrp="1"/>
          </p:cNvSpPr>
          <p:nvPr>
            <p:ph type="ctrTitle"/>
          </p:nvPr>
        </p:nvSpPr>
        <p:spPr/>
        <p:txBody>
          <a:bodyPr/>
          <a:lstStyle/>
          <a:p>
            <a:r>
              <a:rPr lang="en-US" noProof="0" dirty="0"/>
              <a:t>Analyze Indicators of Malicious Activity</a:t>
            </a:r>
          </a:p>
        </p:txBody>
      </p:sp>
      <p:sp>
        <p:nvSpPr>
          <p:cNvPr id="3" name="Subtitle 2">
            <a:extLst>
              <a:ext uri="{FF2B5EF4-FFF2-40B4-BE49-F238E27FC236}">
                <a16:creationId xmlns:a16="http://schemas.microsoft.com/office/drawing/2014/main" id="{1D4D6B1A-9B62-2B76-C4E2-0148D8FA8159}"/>
              </a:ext>
            </a:extLst>
          </p:cNvPr>
          <p:cNvSpPr>
            <a:spLocks noGrp="1"/>
          </p:cNvSpPr>
          <p:nvPr>
            <p:ph type="subTitle" idx="1"/>
          </p:nvPr>
        </p:nvSpPr>
        <p:spPr/>
        <p:txBody>
          <a:bodyPr/>
          <a:lstStyle/>
          <a:p>
            <a:r>
              <a:rPr lang="en-US" noProof="0" dirty="0"/>
              <a:t>Lesson 13</a:t>
            </a:r>
          </a:p>
        </p:txBody>
      </p:sp>
      <p:sp>
        <p:nvSpPr>
          <p:cNvPr id="4" name="Text Placeholder 3">
            <a:extLst>
              <a:ext uri="{FF2B5EF4-FFF2-40B4-BE49-F238E27FC236}">
                <a16:creationId xmlns:a16="http://schemas.microsoft.com/office/drawing/2014/main" id="{9E7F07E1-6841-201D-7493-D2071737A61C}"/>
              </a:ext>
            </a:extLst>
          </p:cNvPr>
          <p:cNvSpPr>
            <a:spLocks noGrp="1"/>
          </p:cNvSpPr>
          <p:nvPr>
            <p:ph type="body" sz="quarter" idx="12"/>
          </p:nvPr>
        </p:nvSpPr>
        <p:spPr/>
        <p:txBody>
          <a:bodyPr/>
          <a:lstStyle/>
          <a:p>
            <a:r>
              <a:rPr lang="en-US" noProof="0" dirty="0"/>
              <a:t>CompTIA Security+ Exam SY0-701</a:t>
            </a:r>
          </a:p>
        </p:txBody>
      </p:sp>
      <p:sp>
        <p:nvSpPr>
          <p:cNvPr id="5" name="Slide Number Placeholder 4">
            <a:extLst>
              <a:ext uri="{FF2B5EF4-FFF2-40B4-BE49-F238E27FC236}">
                <a16:creationId xmlns:a16="http://schemas.microsoft.com/office/drawing/2014/main" id="{B1CADC60-241B-2D7D-F74D-B3956A412B7A}"/>
              </a:ext>
            </a:extLst>
          </p:cNvPr>
          <p:cNvSpPr>
            <a:spLocks noGrp="1"/>
          </p:cNvSpPr>
          <p:nvPr>
            <p:ph type="sldNum" sz="quarter" idx="10"/>
          </p:nvPr>
        </p:nvSpPr>
        <p:spPr/>
        <p:txBody>
          <a:bodyPr/>
          <a:lstStyle/>
          <a:p>
            <a:fld id="{B7CF8A19-3A9E-4ABC-B336-2FDDE321C72D}" type="slidenum">
              <a:rPr lang="en-US" smtClean="0"/>
              <a:pPr/>
              <a:t>1</a:t>
            </a:fld>
            <a:endParaRPr lang="en-US"/>
          </a:p>
        </p:txBody>
      </p:sp>
    </p:spTree>
    <p:extLst>
      <p:ext uri="{BB962C8B-B14F-4D97-AF65-F5344CB8AC3E}">
        <p14:creationId xmlns:p14="http://schemas.microsoft.com/office/powerpoint/2010/main" val="20594994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C1C77-CBFA-0FC7-2C43-5820896DC574}"/>
              </a:ext>
            </a:extLst>
          </p:cNvPr>
          <p:cNvSpPr>
            <a:spLocks noGrp="1"/>
          </p:cNvSpPr>
          <p:nvPr>
            <p:ph type="title"/>
          </p:nvPr>
        </p:nvSpPr>
        <p:spPr>
          <a:xfrm>
            <a:off x="0" y="0"/>
            <a:ext cx="9143999" cy="603250"/>
          </a:xfrm>
        </p:spPr>
        <p:txBody>
          <a:bodyPr/>
          <a:lstStyle/>
          <a:p>
            <a:r>
              <a:rPr lang="en-GB" dirty="0"/>
              <a:t>Objectives</a:t>
            </a:r>
            <a:endParaRPr lang="en-US" dirty="0"/>
          </a:p>
        </p:txBody>
      </p:sp>
      <p:sp>
        <p:nvSpPr>
          <p:cNvPr id="3" name="Content Placeholder 2">
            <a:extLst>
              <a:ext uri="{FF2B5EF4-FFF2-40B4-BE49-F238E27FC236}">
                <a16:creationId xmlns:a16="http://schemas.microsoft.com/office/drawing/2014/main" id="{BEEAC41A-5B77-4AB4-BCD8-3CD06EDEDCF4}"/>
              </a:ext>
            </a:extLst>
          </p:cNvPr>
          <p:cNvSpPr>
            <a:spLocks noGrp="1"/>
          </p:cNvSpPr>
          <p:nvPr>
            <p:ph idx="1"/>
          </p:nvPr>
        </p:nvSpPr>
        <p:spPr>
          <a:xfrm>
            <a:off x="146050" y="746760"/>
            <a:ext cx="8870950" cy="4046220"/>
          </a:xfrm>
        </p:spPr>
        <p:txBody>
          <a:bodyPr/>
          <a:lstStyle/>
          <a:p>
            <a:r>
              <a:rPr lang="en-US"/>
              <a:t>Analyze indicators of malicious activity in malware, physical, network, and application attacks</a:t>
            </a:r>
          </a:p>
        </p:txBody>
      </p:sp>
      <p:sp>
        <p:nvSpPr>
          <p:cNvPr id="4" name="Slide Number Placeholder 3">
            <a:extLst>
              <a:ext uri="{FF2B5EF4-FFF2-40B4-BE49-F238E27FC236}">
                <a16:creationId xmlns:a16="http://schemas.microsoft.com/office/drawing/2014/main" id="{E4B92BCA-9086-8C25-9BE5-1C9D06769CF1}"/>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2</a:t>
            </a:fld>
            <a:endParaRPr lang="en-US"/>
          </a:p>
        </p:txBody>
      </p:sp>
    </p:spTree>
    <p:extLst>
      <p:ext uri="{BB962C8B-B14F-4D97-AF65-F5344CB8AC3E}">
        <p14:creationId xmlns:p14="http://schemas.microsoft.com/office/powerpoint/2010/main" val="8377005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4D34B-97FF-CCB8-2DF3-29C50AB57BFC}"/>
              </a:ext>
            </a:extLst>
          </p:cNvPr>
          <p:cNvSpPr>
            <a:spLocks noGrp="1"/>
          </p:cNvSpPr>
          <p:nvPr>
            <p:ph type="ctrTitle"/>
          </p:nvPr>
        </p:nvSpPr>
        <p:spPr/>
        <p:txBody>
          <a:bodyPr/>
          <a:lstStyle/>
          <a:p>
            <a:r>
              <a:rPr lang="en-US" noProof="0" dirty="0"/>
              <a:t>Malware Attack Indicators</a:t>
            </a:r>
          </a:p>
        </p:txBody>
      </p:sp>
      <p:sp>
        <p:nvSpPr>
          <p:cNvPr id="3" name="Subtitle 2">
            <a:extLst>
              <a:ext uri="{FF2B5EF4-FFF2-40B4-BE49-F238E27FC236}">
                <a16:creationId xmlns:a16="http://schemas.microsoft.com/office/drawing/2014/main" id="{045240B9-4836-CB4C-7AA7-19958C6DC8BC}"/>
              </a:ext>
            </a:extLst>
          </p:cNvPr>
          <p:cNvSpPr>
            <a:spLocks noGrp="1"/>
          </p:cNvSpPr>
          <p:nvPr>
            <p:ph type="subTitle" idx="1"/>
          </p:nvPr>
        </p:nvSpPr>
        <p:spPr/>
        <p:txBody>
          <a:bodyPr/>
          <a:lstStyle/>
          <a:p>
            <a:r>
              <a:rPr lang="en-US" noProof="0" dirty="0"/>
              <a:t>Topic 13A</a:t>
            </a:r>
          </a:p>
        </p:txBody>
      </p:sp>
      <p:sp>
        <p:nvSpPr>
          <p:cNvPr id="4" name="Text Placeholder 3">
            <a:extLst>
              <a:ext uri="{FF2B5EF4-FFF2-40B4-BE49-F238E27FC236}">
                <a16:creationId xmlns:a16="http://schemas.microsoft.com/office/drawing/2014/main" id="{0AE96607-3833-EAA2-608A-4B298EEACB21}"/>
              </a:ext>
            </a:extLst>
          </p:cNvPr>
          <p:cNvSpPr>
            <a:spLocks noGrp="1"/>
          </p:cNvSpPr>
          <p:nvPr>
            <p:ph type="body" sz="quarter" idx="12"/>
          </p:nvPr>
        </p:nvSpPr>
        <p:spPr/>
        <p:txBody>
          <a:bodyPr/>
          <a:lstStyle/>
          <a:p>
            <a:r>
              <a:rPr lang="en-US" noProof="0" dirty="0"/>
              <a:t>Lesson 13</a:t>
            </a:r>
          </a:p>
        </p:txBody>
      </p:sp>
      <p:sp>
        <p:nvSpPr>
          <p:cNvPr id="5" name="Slide Number Placeholder 4">
            <a:extLst>
              <a:ext uri="{FF2B5EF4-FFF2-40B4-BE49-F238E27FC236}">
                <a16:creationId xmlns:a16="http://schemas.microsoft.com/office/drawing/2014/main" id="{A2328C14-E12D-35B1-F2E0-2DFFE3B60AA0}"/>
              </a:ext>
            </a:extLst>
          </p:cNvPr>
          <p:cNvSpPr>
            <a:spLocks noGrp="1"/>
          </p:cNvSpPr>
          <p:nvPr>
            <p:ph type="sldNum" sz="quarter" idx="10"/>
          </p:nvPr>
        </p:nvSpPr>
        <p:spPr/>
        <p:txBody>
          <a:bodyPr/>
          <a:lstStyle/>
          <a:p>
            <a:fld id="{B7CF8A19-3A9E-4ABC-B336-2FDDE321C72D}" type="slidenum">
              <a:rPr lang="en-US" smtClean="0"/>
              <a:pPr/>
              <a:t>3</a:t>
            </a:fld>
            <a:endParaRPr lang="en-US"/>
          </a:p>
        </p:txBody>
      </p:sp>
    </p:spTree>
    <p:extLst>
      <p:ext uri="{BB962C8B-B14F-4D97-AF65-F5344CB8AC3E}">
        <p14:creationId xmlns:p14="http://schemas.microsoft.com/office/powerpoint/2010/main" val="9916425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5EDA5-FE6D-7634-81BD-8853C3E21490}"/>
              </a:ext>
            </a:extLst>
          </p:cNvPr>
          <p:cNvSpPr>
            <a:spLocks noGrp="1"/>
          </p:cNvSpPr>
          <p:nvPr>
            <p:ph type="title"/>
          </p:nvPr>
        </p:nvSpPr>
        <p:spPr/>
        <p:txBody>
          <a:bodyPr/>
          <a:lstStyle/>
          <a:p>
            <a:r>
              <a:rPr lang="en-US" noProof="0" dirty="0"/>
              <a:t>Malware Classification​</a:t>
            </a:r>
          </a:p>
        </p:txBody>
      </p:sp>
      <p:sp>
        <p:nvSpPr>
          <p:cNvPr id="3" name="Content Placeholder 2">
            <a:extLst>
              <a:ext uri="{FF2B5EF4-FFF2-40B4-BE49-F238E27FC236}">
                <a16:creationId xmlns:a16="http://schemas.microsoft.com/office/drawing/2014/main" id="{AE1677AD-BCBC-C03B-DF6C-207FEA43C573}"/>
              </a:ext>
            </a:extLst>
          </p:cNvPr>
          <p:cNvSpPr>
            <a:spLocks noGrp="1"/>
          </p:cNvSpPr>
          <p:nvPr>
            <p:ph idx="1"/>
          </p:nvPr>
        </p:nvSpPr>
        <p:spPr/>
        <p:txBody>
          <a:bodyPr>
            <a:normAutofit fontScale="55000" lnSpcReduction="20000"/>
          </a:bodyPr>
          <a:lstStyle/>
          <a:p>
            <a:r>
              <a:rPr lang="en-US" noProof="0" dirty="0"/>
              <a:t>Classification by vector or infection method​</a:t>
            </a:r>
          </a:p>
          <a:p>
            <a:r>
              <a:rPr lang="en-US" noProof="0" dirty="0"/>
              <a:t>Viruses and worms​</a:t>
            </a:r>
          </a:p>
          <a:p>
            <a:pPr lvl="1"/>
            <a:r>
              <a:rPr lang="en-US" noProof="0" dirty="0"/>
              <a:t>Spread within code without authorization​</a:t>
            </a:r>
          </a:p>
          <a:p>
            <a:r>
              <a:rPr lang="en-US" noProof="0" dirty="0"/>
              <a:t>Trojans​</a:t>
            </a:r>
          </a:p>
          <a:p>
            <a:pPr lvl="1"/>
            <a:r>
              <a:rPr lang="en-US" noProof="0" dirty="0"/>
              <a:t>A malicious program concealed within a benign one​</a:t>
            </a:r>
          </a:p>
          <a:p>
            <a:r>
              <a:rPr lang="en-US" noProof="0" dirty="0"/>
              <a:t>Potentially unwanted programs/applications (PUPs/PUAs)​</a:t>
            </a:r>
          </a:p>
          <a:p>
            <a:pPr lvl="1"/>
            <a:r>
              <a:rPr lang="en-US" noProof="0" dirty="0"/>
              <a:t>Pre-installed “bloatware” or installed alongside another app​</a:t>
            </a:r>
          </a:p>
          <a:p>
            <a:pPr lvl="1"/>
            <a:r>
              <a:rPr lang="en-US" noProof="0" dirty="0"/>
              <a:t>Not completely concealed, but installation may be covert​</a:t>
            </a:r>
          </a:p>
          <a:p>
            <a:pPr lvl="1"/>
            <a:r>
              <a:rPr lang="en-US" noProof="0" dirty="0"/>
              <a:t>Also called grayware​</a:t>
            </a:r>
          </a:p>
          <a:p>
            <a:r>
              <a:rPr lang="en-US" noProof="0" dirty="0"/>
              <a:t>Classification by payload ​</a:t>
            </a:r>
          </a:p>
          <a:p>
            <a:endParaRPr lang="en-US" noProof="0" dirty="0"/>
          </a:p>
        </p:txBody>
      </p:sp>
      <p:sp>
        <p:nvSpPr>
          <p:cNvPr id="4" name="Slide Number Placeholder 3">
            <a:extLst>
              <a:ext uri="{FF2B5EF4-FFF2-40B4-BE49-F238E27FC236}">
                <a16:creationId xmlns:a16="http://schemas.microsoft.com/office/drawing/2014/main" id="{7BEC1A05-2626-2AB9-0398-E42D384FD5F8}"/>
              </a:ext>
            </a:extLst>
          </p:cNvPr>
          <p:cNvSpPr>
            <a:spLocks noGrp="1"/>
          </p:cNvSpPr>
          <p:nvPr>
            <p:ph type="sldNum" sz="quarter" idx="13"/>
          </p:nvPr>
        </p:nvSpPr>
        <p:spPr/>
        <p:txBody>
          <a:bodyPr/>
          <a:lstStyle/>
          <a:p>
            <a:fld id="{B7CF8A19-3A9E-4ABC-B336-2FDDE321C72D}" type="slidenum">
              <a:rPr lang="en-US" smtClean="0"/>
              <a:pPr/>
              <a:t>4</a:t>
            </a:fld>
            <a:endParaRPr lang="en-US"/>
          </a:p>
        </p:txBody>
      </p:sp>
      <p:pic>
        <p:nvPicPr>
          <p:cNvPr id="8" name="Picture 2" descr="Malware classification as viruses and worms, trojans, and potentially unwanted programs (PUPs).">
            <a:extLst>
              <a:ext uri="{FF2B5EF4-FFF2-40B4-BE49-F238E27FC236}">
                <a16:creationId xmlns:a16="http://schemas.microsoft.com/office/drawing/2014/main" id="{F4EC50EE-C6DD-1893-3FEA-2D5E93F19A1B}"/>
              </a:ext>
            </a:extLst>
          </p:cNvPr>
          <p:cNvPicPr>
            <a:picLocks noGrp="1" noChangeAspect="1" noChangeArrowheads="1"/>
          </p:cNvPicPr>
          <p:nvPr>
            <p:ph idx="12"/>
          </p:nvPr>
        </p:nvPicPr>
        <p:blipFill>
          <a:blip r:embed="rId3">
            <a:extLst>
              <a:ext uri="{28A0092B-C50C-407E-A947-70E740481C1C}">
                <a14:useLocalDpi xmlns:a14="http://schemas.microsoft.com/office/drawing/2010/main" val="0"/>
              </a:ext>
            </a:extLst>
          </a:blip>
          <a:srcRect/>
          <a:stretch>
            <a:fillRect/>
          </a:stretch>
        </p:blipFill>
        <p:spPr bwMode="auto">
          <a:xfrm>
            <a:off x="4637088" y="2227380"/>
            <a:ext cx="4379912" cy="10840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76991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75CC2-4780-2253-6D3F-60E0B2F3301B}"/>
              </a:ext>
            </a:extLst>
          </p:cNvPr>
          <p:cNvSpPr>
            <a:spLocks noGrp="1"/>
          </p:cNvSpPr>
          <p:nvPr>
            <p:ph type="title"/>
          </p:nvPr>
        </p:nvSpPr>
        <p:spPr/>
        <p:txBody>
          <a:bodyPr/>
          <a:lstStyle/>
          <a:p>
            <a:r>
              <a:rPr lang="en-US" noProof="0" dirty="0"/>
              <a:t>Computer Viruses​</a:t>
            </a:r>
          </a:p>
        </p:txBody>
      </p:sp>
      <p:sp>
        <p:nvSpPr>
          <p:cNvPr id="3" name="Content Placeholder 2">
            <a:extLst>
              <a:ext uri="{FF2B5EF4-FFF2-40B4-BE49-F238E27FC236}">
                <a16:creationId xmlns:a16="http://schemas.microsoft.com/office/drawing/2014/main" id="{EEFE4D48-36A2-9523-625D-6B2073389D42}"/>
              </a:ext>
            </a:extLst>
          </p:cNvPr>
          <p:cNvSpPr>
            <a:spLocks noGrp="1"/>
          </p:cNvSpPr>
          <p:nvPr>
            <p:ph idx="1"/>
          </p:nvPr>
        </p:nvSpPr>
        <p:spPr/>
        <p:txBody>
          <a:bodyPr>
            <a:normAutofit/>
          </a:bodyPr>
          <a:lstStyle/>
          <a:p>
            <a:r>
              <a:rPr lang="en-US" noProof="0" dirty="0"/>
              <a:t>Rely on some sort of host file or media​ delivery vector</a:t>
            </a:r>
          </a:p>
          <a:p>
            <a:pPr lvl="1"/>
            <a:r>
              <a:rPr lang="en-US" noProof="0" dirty="0"/>
              <a:t>Non-resident/file infector​</a:t>
            </a:r>
          </a:p>
          <a:p>
            <a:pPr lvl="1"/>
            <a:r>
              <a:rPr lang="en-US" noProof="0" dirty="0"/>
              <a:t>Memory resident​</a:t>
            </a:r>
          </a:p>
          <a:p>
            <a:pPr lvl="1"/>
            <a:r>
              <a:rPr lang="en-US" noProof="0" dirty="0"/>
              <a:t>Boot​</a:t>
            </a:r>
          </a:p>
          <a:p>
            <a:pPr lvl="1"/>
            <a:r>
              <a:rPr lang="en-US" noProof="0" dirty="0"/>
              <a:t>Script/macro ​</a:t>
            </a:r>
          </a:p>
        </p:txBody>
      </p:sp>
      <p:pic>
        <p:nvPicPr>
          <p:cNvPr id="9218" name="Picture 2" descr="A Screengrab shows an unsafe attachment detected by the Outlook's mail filter.">
            <a:extLst>
              <a:ext uri="{FF2B5EF4-FFF2-40B4-BE49-F238E27FC236}">
                <a16:creationId xmlns:a16="http://schemas.microsoft.com/office/drawing/2014/main" id="{BB63091E-F914-76C4-FDBD-47E12F8249AE}"/>
              </a:ext>
            </a:extLst>
          </p:cNvPr>
          <p:cNvPicPr>
            <a:picLocks noGrp="1" noChangeAspect="1" noChangeArrowheads="1"/>
          </p:cNvPicPr>
          <p:nvPr>
            <p:ph idx="12"/>
          </p:nvPr>
        </p:nvPicPr>
        <p:blipFill>
          <a:blip r:embed="rId3">
            <a:extLst>
              <a:ext uri="{28A0092B-C50C-407E-A947-70E740481C1C}">
                <a14:useLocalDpi xmlns:a14="http://schemas.microsoft.com/office/drawing/2010/main" val="0"/>
              </a:ext>
            </a:extLst>
          </a:blip>
          <a:srcRect/>
          <a:stretch>
            <a:fillRect/>
          </a:stretch>
        </p:blipFill>
        <p:spPr>
          <a:xfrm>
            <a:off x="4637088" y="1294240"/>
            <a:ext cx="4379912" cy="2950308"/>
          </a:xfrm>
        </p:spPr>
      </p:pic>
      <p:sp>
        <p:nvSpPr>
          <p:cNvPr id="5" name="Slide Number Placeholder 4">
            <a:extLst>
              <a:ext uri="{FF2B5EF4-FFF2-40B4-BE49-F238E27FC236}">
                <a16:creationId xmlns:a16="http://schemas.microsoft.com/office/drawing/2014/main" id="{117BFF00-4A3E-C0E1-69F7-3D84C79F69DE}"/>
              </a:ext>
            </a:extLst>
          </p:cNvPr>
          <p:cNvSpPr>
            <a:spLocks noGrp="1"/>
          </p:cNvSpPr>
          <p:nvPr>
            <p:ph type="sldNum" sz="quarter" idx="13"/>
          </p:nvPr>
        </p:nvSpPr>
        <p:spPr/>
        <p:txBody>
          <a:bodyPr/>
          <a:lstStyle/>
          <a:p>
            <a:fld id="{B7CF8A19-3A9E-4ABC-B336-2FDDE321C72D}" type="slidenum">
              <a:rPr lang="en-US" smtClean="0"/>
              <a:pPr/>
              <a:t>5</a:t>
            </a:fld>
            <a:endParaRPr lang="en-US"/>
          </a:p>
        </p:txBody>
      </p:sp>
      <p:sp>
        <p:nvSpPr>
          <p:cNvPr id="6" name="TextBox 1">
            <a:extLst>
              <a:ext uri="{FF2B5EF4-FFF2-40B4-BE49-F238E27FC236}">
                <a16:creationId xmlns:a16="http://schemas.microsoft.com/office/drawing/2014/main" id="{5F7A92E0-9A7F-7616-BAC5-9EAD456A7902}"/>
              </a:ext>
            </a:extLst>
          </p:cNvPr>
          <p:cNvSpPr txBox="1"/>
          <p:nvPr/>
        </p:nvSpPr>
        <p:spPr>
          <a:xfrm>
            <a:off x="6462409" y="4334287"/>
            <a:ext cx="3935435" cy="23083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900" i="1" dirty="0">
                <a:solidFill>
                  <a:srgbClr val="45545F"/>
                </a:solidFill>
              </a:rPr>
              <a:t>Screenshot used with permission from Microsoft.</a:t>
            </a:r>
          </a:p>
        </p:txBody>
      </p:sp>
    </p:spTree>
    <p:extLst>
      <p:ext uri="{BB962C8B-B14F-4D97-AF65-F5344CB8AC3E}">
        <p14:creationId xmlns:p14="http://schemas.microsoft.com/office/powerpoint/2010/main" val="42816081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999BE-8536-7042-020E-18AE0BD8DCDF}"/>
              </a:ext>
            </a:extLst>
          </p:cNvPr>
          <p:cNvSpPr>
            <a:spLocks noGrp="1"/>
          </p:cNvSpPr>
          <p:nvPr>
            <p:ph type="title"/>
          </p:nvPr>
        </p:nvSpPr>
        <p:spPr/>
        <p:txBody>
          <a:bodyPr/>
          <a:lstStyle/>
          <a:p>
            <a:r>
              <a:rPr lang="en-US" noProof="0" dirty="0"/>
              <a:t>Computer Worms and Fileless Malware​</a:t>
            </a:r>
          </a:p>
        </p:txBody>
      </p:sp>
      <p:sp>
        <p:nvSpPr>
          <p:cNvPr id="3" name="Content Placeholder 2">
            <a:extLst>
              <a:ext uri="{FF2B5EF4-FFF2-40B4-BE49-F238E27FC236}">
                <a16:creationId xmlns:a16="http://schemas.microsoft.com/office/drawing/2014/main" id="{2EB8E45A-0AEC-6A58-B9DC-0823EA2FB2C4}"/>
              </a:ext>
            </a:extLst>
          </p:cNvPr>
          <p:cNvSpPr>
            <a:spLocks noGrp="1"/>
          </p:cNvSpPr>
          <p:nvPr>
            <p:ph idx="1"/>
          </p:nvPr>
        </p:nvSpPr>
        <p:spPr>
          <a:xfrm>
            <a:off x="146050" y="746759"/>
            <a:ext cx="8870950" cy="4337605"/>
          </a:xfrm>
        </p:spPr>
        <p:txBody>
          <a:bodyPr>
            <a:normAutofit fontScale="77500" lnSpcReduction="20000"/>
          </a:bodyPr>
          <a:lstStyle/>
          <a:p>
            <a:r>
              <a:rPr lang="en-US" noProof="0" dirty="0"/>
              <a:t>Early computer worms​</a:t>
            </a:r>
          </a:p>
          <a:p>
            <a:pPr lvl="1"/>
            <a:r>
              <a:rPr lang="en-US" noProof="0" dirty="0"/>
              <a:t>Propagate in memory/over network links​</a:t>
            </a:r>
          </a:p>
          <a:p>
            <a:pPr lvl="1"/>
            <a:r>
              <a:rPr lang="en-US" noProof="0" dirty="0"/>
              <a:t>Consume bandwidth and crash process​</a:t>
            </a:r>
          </a:p>
          <a:p>
            <a:r>
              <a:rPr lang="en-US" noProof="0" dirty="0"/>
              <a:t>Fileless malware​</a:t>
            </a:r>
          </a:p>
          <a:p>
            <a:pPr lvl="1"/>
            <a:r>
              <a:rPr lang="en-US" noProof="0" dirty="0"/>
              <a:t>Exploiting remote execution and memory residence to deliver payloads​</a:t>
            </a:r>
          </a:p>
          <a:p>
            <a:pPr lvl="1"/>
            <a:r>
              <a:rPr lang="en-US" noProof="0" dirty="0"/>
              <a:t>May run from an initial script or Trojan​</a:t>
            </a:r>
          </a:p>
          <a:p>
            <a:pPr lvl="1"/>
            <a:r>
              <a:rPr lang="en-US" noProof="0" dirty="0"/>
              <a:t>Persistence via the registry​</a:t>
            </a:r>
          </a:p>
          <a:p>
            <a:pPr lvl="1"/>
            <a:r>
              <a:rPr lang="en-US" noProof="0" dirty="0"/>
              <a:t>Use of shellcode to create backdoors and download additional tools​</a:t>
            </a:r>
          </a:p>
          <a:p>
            <a:pPr lvl="1"/>
            <a:r>
              <a:rPr lang="en-US" noProof="0" dirty="0"/>
              <a:t>“Living off the land” exploitation of built-in scripting tools​</a:t>
            </a:r>
          </a:p>
          <a:p>
            <a:r>
              <a:rPr lang="en-US" noProof="0" dirty="0"/>
              <a:t>Advanced persistent threat (APT)/advanced volatile threat (AVT)/​</a:t>
            </a:r>
            <a:br>
              <a:rPr lang="en-US" noProof="0" dirty="0"/>
            </a:br>
            <a:r>
              <a:rPr lang="en-US" noProof="0" dirty="0"/>
              <a:t>low observable characteristics (LOC)​</a:t>
            </a:r>
          </a:p>
          <a:p>
            <a:endParaRPr lang="en-US" noProof="0" dirty="0"/>
          </a:p>
        </p:txBody>
      </p:sp>
      <p:sp>
        <p:nvSpPr>
          <p:cNvPr id="4" name="Slide Number Placeholder 3">
            <a:extLst>
              <a:ext uri="{FF2B5EF4-FFF2-40B4-BE49-F238E27FC236}">
                <a16:creationId xmlns:a16="http://schemas.microsoft.com/office/drawing/2014/main" id="{99A8BA95-CA93-9C66-1E82-B33E42260DB1}"/>
              </a:ext>
            </a:extLst>
          </p:cNvPr>
          <p:cNvSpPr>
            <a:spLocks noGrp="1"/>
          </p:cNvSpPr>
          <p:nvPr>
            <p:ph type="sldNum" sz="quarter" idx="10"/>
          </p:nvPr>
        </p:nvSpPr>
        <p:spPr/>
        <p:txBody>
          <a:bodyPr/>
          <a:lstStyle/>
          <a:p>
            <a:fld id="{B7CF8A19-3A9E-4ABC-B336-2FDDE321C72D}" type="slidenum">
              <a:rPr lang="en-US" smtClean="0"/>
              <a:pPr/>
              <a:t>6</a:t>
            </a:fld>
            <a:endParaRPr lang="en-US"/>
          </a:p>
        </p:txBody>
      </p:sp>
    </p:spTree>
    <p:extLst>
      <p:ext uri="{BB962C8B-B14F-4D97-AF65-F5344CB8AC3E}">
        <p14:creationId xmlns:p14="http://schemas.microsoft.com/office/powerpoint/2010/main" val="17323113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25607-241B-1D68-7B05-DE8B87C72193}"/>
              </a:ext>
            </a:extLst>
          </p:cNvPr>
          <p:cNvSpPr>
            <a:spLocks noGrp="1"/>
          </p:cNvSpPr>
          <p:nvPr>
            <p:ph type="title"/>
          </p:nvPr>
        </p:nvSpPr>
        <p:spPr/>
        <p:txBody>
          <a:bodyPr/>
          <a:lstStyle/>
          <a:p>
            <a:r>
              <a:rPr lang="en-US" noProof="0" dirty="0"/>
              <a:t>Spyware, Adware, and Keyloggers​</a:t>
            </a:r>
          </a:p>
        </p:txBody>
      </p:sp>
      <p:sp>
        <p:nvSpPr>
          <p:cNvPr id="4" name="Content Placeholder 3">
            <a:extLst>
              <a:ext uri="{FF2B5EF4-FFF2-40B4-BE49-F238E27FC236}">
                <a16:creationId xmlns:a16="http://schemas.microsoft.com/office/drawing/2014/main" id="{3565B8AF-DD33-4D0B-52CF-9538033ED700}"/>
              </a:ext>
            </a:extLst>
          </p:cNvPr>
          <p:cNvSpPr>
            <a:spLocks noGrp="1"/>
          </p:cNvSpPr>
          <p:nvPr>
            <p:ph idx="12"/>
          </p:nvPr>
        </p:nvSpPr>
        <p:spPr/>
        <p:txBody>
          <a:bodyPr>
            <a:normAutofit fontScale="77500" lnSpcReduction="20000"/>
          </a:bodyPr>
          <a:lstStyle/>
          <a:p>
            <a:r>
              <a:rPr lang="en-US" noProof="0" dirty="0"/>
              <a:t>Tracking cookies​, </a:t>
            </a:r>
            <a:r>
              <a:rPr lang="en-US" noProof="0" dirty="0" err="1"/>
              <a:t>supercookies</a:t>
            </a:r>
            <a:r>
              <a:rPr lang="en-US" noProof="0" dirty="0"/>
              <a:t>, and beacons</a:t>
            </a:r>
          </a:p>
          <a:p>
            <a:r>
              <a:rPr lang="en-US" noProof="0" dirty="0"/>
              <a:t>Adware (PUP/</a:t>
            </a:r>
            <a:r>
              <a:rPr lang="en-US" dirty="0"/>
              <a:t>bloat</a:t>
            </a:r>
            <a:r>
              <a:rPr lang="en-US" noProof="0" dirty="0"/>
              <a:t>ware)​</a:t>
            </a:r>
          </a:p>
          <a:p>
            <a:pPr lvl="1"/>
            <a:r>
              <a:rPr lang="en-US" noProof="0" dirty="0"/>
              <a:t>Changes to browser settings​</a:t>
            </a:r>
          </a:p>
          <a:p>
            <a:r>
              <a:rPr lang="en-US" noProof="0" dirty="0"/>
              <a:t>Spyware (malware)​</a:t>
            </a:r>
          </a:p>
          <a:p>
            <a:pPr lvl="1"/>
            <a:r>
              <a:rPr lang="en-US" noProof="0" dirty="0"/>
              <a:t>Log all local activity​</a:t>
            </a:r>
          </a:p>
          <a:p>
            <a:pPr lvl="1"/>
            <a:r>
              <a:rPr lang="en-US" noProof="0" dirty="0"/>
              <a:t>Use of recording devices and screenshots​</a:t>
            </a:r>
          </a:p>
          <a:p>
            <a:pPr lvl="1"/>
            <a:r>
              <a:rPr lang="en-US" noProof="0" dirty="0"/>
              <a:t>Redirection​</a:t>
            </a:r>
          </a:p>
          <a:p>
            <a:r>
              <a:rPr lang="en-US" noProof="0" dirty="0"/>
              <a:t>Keylogger​</a:t>
            </a:r>
          </a:p>
          <a:p>
            <a:pPr lvl="1"/>
            <a:r>
              <a:rPr lang="en-US" noProof="0" dirty="0"/>
              <a:t>Software and hardware​</a:t>
            </a:r>
          </a:p>
          <a:p>
            <a:endParaRPr lang="en-US" noProof="0" dirty="0"/>
          </a:p>
        </p:txBody>
      </p:sp>
      <p:sp>
        <p:nvSpPr>
          <p:cNvPr id="5" name="Slide Number Placeholder 4">
            <a:extLst>
              <a:ext uri="{FF2B5EF4-FFF2-40B4-BE49-F238E27FC236}">
                <a16:creationId xmlns:a16="http://schemas.microsoft.com/office/drawing/2014/main" id="{FEE919A2-8351-2222-310F-91CD2490ADCE}"/>
              </a:ext>
            </a:extLst>
          </p:cNvPr>
          <p:cNvSpPr>
            <a:spLocks noGrp="1"/>
          </p:cNvSpPr>
          <p:nvPr>
            <p:ph type="sldNum" sz="quarter" idx="13"/>
          </p:nvPr>
        </p:nvSpPr>
        <p:spPr/>
        <p:txBody>
          <a:bodyPr/>
          <a:lstStyle/>
          <a:p>
            <a:fld id="{B7CF8A19-3A9E-4ABC-B336-2FDDE321C72D}" type="slidenum">
              <a:rPr lang="en-US" smtClean="0"/>
              <a:pPr/>
              <a:t>7</a:t>
            </a:fld>
            <a:endParaRPr lang="en-US"/>
          </a:p>
        </p:txBody>
      </p:sp>
      <p:pic>
        <p:nvPicPr>
          <p:cNvPr id="32770" name="Picture 2" descr="Few lines of code shows the use of meterpreter to get the system, start the keystroke sniffer, and dump the captured keystrokes.">
            <a:extLst>
              <a:ext uri="{FF2B5EF4-FFF2-40B4-BE49-F238E27FC236}">
                <a16:creationId xmlns:a16="http://schemas.microsoft.com/office/drawing/2014/main" id="{E5620625-3AD3-2794-65EB-26AAD3B8F7A2}"/>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46050" y="2220683"/>
            <a:ext cx="4354513" cy="10974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62905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6D6F1-05B1-3808-AF03-2309241B3E7B}"/>
              </a:ext>
            </a:extLst>
          </p:cNvPr>
          <p:cNvSpPr>
            <a:spLocks noGrp="1"/>
          </p:cNvSpPr>
          <p:nvPr>
            <p:ph type="title"/>
          </p:nvPr>
        </p:nvSpPr>
        <p:spPr/>
        <p:txBody>
          <a:bodyPr/>
          <a:lstStyle/>
          <a:p>
            <a:r>
              <a:rPr lang="en-US" noProof="0" dirty="0"/>
              <a:t>Backdoors and Remote Access Trojans​</a:t>
            </a:r>
          </a:p>
        </p:txBody>
      </p:sp>
      <p:sp>
        <p:nvSpPr>
          <p:cNvPr id="3" name="Content Placeholder 2">
            <a:extLst>
              <a:ext uri="{FF2B5EF4-FFF2-40B4-BE49-F238E27FC236}">
                <a16:creationId xmlns:a16="http://schemas.microsoft.com/office/drawing/2014/main" id="{4B2C1081-0A02-A496-2F62-21732B95A77A}"/>
              </a:ext>
            </a:extLst>
          </p:cNvPr>
          <p:cNvSpPr>
            <a:spLocks noGrp="1"/>
          </p:cNvSpPr>
          <p:nvPr>
            <p:ph idx="1"/>
          </p:nvPr>
        </p:nvSpPr>
        <p:spPr/>
        <p:txBody>
          <a:bodyPr/>
          <a:lstStyle/>
          <a:p>
            <a:r>
              <a:rPr lang="en-US" noProof="0" dirty="0"/>
              <a:t>Backdoor malware​</a:t>
            </a:r>
          </a:p>
          <a:p>
            <a:r>
              <a:rPr lang="en-US" noProof="0" dirty="0"/>
              <a:t>Remote access trojan (RAT)​</a:t>
            </a:r>
          </a:p>
          <a:p>
            <a:r>
              <a:rPr lang="en-US" noProof="0" dirty="0"/>
              <a:t>Bots and botnets​</a:t>
            </a:r>
          </a:p>
          <a:p>
            <a:r>
              <a:rPr lang="en-US" noProof="0" dirty="0"/>
              <a:t>Command &amp; control (C2 or C&amp;C)​</a:t>
            </a:r>
          </a:p>
          <a:p>
            <a:r>
              <a:rPr lang="en-US" noProof="0" dirty="0"/>
              <a:t>Backdoors from misconfiguration and unauthorized software​</a:t>
            </a:r>
          </a:p>
          <a:p>
            <a:endParaRPr lang="en-US" noProof="0" dirty="0"/>
          </a:p>
        </p:txBody>
      </p:sp>
      <p:pic>
        <p:nvPicPr>
          <p:cNvPr id="11266" name="Picture 2" descr="A Screengrab titled, SubSeven v point 2 point 1 point 5 by mobman.">
            <a:extLst>
              <a:ext uri="{FF2B5EF4-FFF2-40B4-BE49-F238E27FC236}">
                <a16:creationId xmlns:a16="http://schemas.microsoft.com/office/drawing/2014/main" id="{D50EE9BE-8EEC-6EF3-A146-3DCBE867C61E}"/>
              </a:ext>
            </a:extLst>
          </p:cNvPr>
          <p:cNvPicPr>
            <a:picLocks noGrp="1" noChangeAspect="1" noChangeArrowheads="1"/>
          </p:cNvPicPr>
          <p:nvPr>
            <p:ph idx="12"/>
          </p:nvPr>
        </p:nvPicPr>
        <p:blipFill>
          <a:blip r:embed="rId2">
            <a:extLst>
              <a:ext uri="{28A0092B-C50C-407E-A947-70E740481C1C}">
                <a14:useLocalDpi xmlns:a14="http://schemas.microsoft.com/office/drawing/2010/main" val="0"/>
              </a:ext>
            </a:extLst>
          </a:blip>
          <a:srcRect/>
          <a:stretch>
            <a:fillRect/>
          </a:stretch>
        </p:blipFill>
        <p:spPr>
          <a:xfrm>
            <a:off x="4637088" y="841322"/>
            <a:ext cx="4379912" cy="3856144"/>
          </a:xfrm>
        </p:spPr>
      </p:pic>
      <p:sp>
        <p:nvSpPr>
          <p:cNvPr id="5" name="Slide Number Placeholder 4">
            <a:extLst>
              <a:ext uri="{FF2B5EF4-FFF2-40B4-BE49-F238E27FC236}">
                <a16:creationId xmlns:a16="http://schemas.microsoft.com/office/drawing/2014/main" id="{8611473C-46DE-F4C2-9DC2-36420DED92C0}"/>
              </a:ext>
            </a:extLst>
          </p:cNvPr>
          <p:cNvSpPr>
            <a:spLocks noGrp="1"/>
          </p:cNvSpPr>
          <p:nvPr>
            <p:ph type="sldNum" sz="quarter" idx="13"/>
          </p:nvPr>
        </p:nvSpPr>
        <p:spPr/>
        <p:txBody>
          <a:bodyPr/>
          <a:lstStyle/>
          <a:p>
            <a:fld id="{B7CF8A19-3A9E-4ABC-B336-2FDDE321C72D}" type="slidenum">
              <a:rPr lang="en-US" smtClean="0"/>
              <a:pPr/>
              <a:t>8</a:t>
            </a:fld>
            <a:endParaRPr lang="en-US"/>
          </a:p>
        </p:txBody>
      </p:sp>
      <p:sp>
        <p:nvSpPr>
          <p:cNvPr id="6" name="TextBox 1">
            <a:extLst>
              <a:ext uri="{FF2B5EF4-FFF2-40B4-BE49-F238E27FC236}">
                <a16:creationId xmlns:a16="http://schemas.microsoft.com/office/drawing/2014/main" id="{89C12FC4-DB7E-624E-F1C2-CA83A6169154}"/>
              </a:ext>
            </a:extLst>
          </p:cNvPr>
          <p:cNvSpPr txBox="1"/>
          <p:nvPr/>
        </p:nvSpPr>
        <p:spPr>
          <a:xfrm>
            <a:off x="6310349" y="4681622"/>
            <a:ext cx="2314502" cy="50783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sz="900" i="1" dirty="0">
                <a:solidFill>
                  <a:srgbClr val="45545F"/>
                </a:solidFill>
              </a:rPr>
              <a:t>Screenshot used with permission from Wikimedia Commons by CCAS4.0 International.</a:t>
            </a:r>
          </a:p>
        </p:txBody>
      </p:sp>
    </p:spTree>
    <p:extLst>
      <p:ext uri="{BB962C8B-B14F-4D97-AF65-F5344CB8AC3E}">
        <p14:creationId xmlns:p14="http://schemas.microsoft.com/office/powerpoint/2010/main" val="1050497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1AFA4-ABAF-7F7E-3562-FD4F4A2479FE}"/>
              </a:ext>
            </a:extLst>
          </p:cNvPr>
          <p:cNvSpPr>
            <a:spLocks noGrp="1"/>
          </p:cNvSpPr>
          <p:nvPr>
            <p:ph type="title"/>
          </p:nvPr>
        </p:nvSpPr>
        <p:spPr/>
        <p:txBody>
          <a:bodyPr/>
          <a:lstStyle/>
          <a:p>
            <a:r>
              <a:rPr lang="en-US" noProof="0" dirty="0"/>
              <a:t>Rootkits</a:t>
            </a:r>
          </a:p>
        </p:txBody>
      </p:sp>
      <p:sp>
        <p:nvSpPr>
          <p:cNvPr id="3" name="Content Placeholder 2">
            <a:extLst>
              <a:ext uri="{FF2B5EF4-FFF2-40B4-BE49-F238E27FC236}">
                <a16:creationId xmlns:a16="http://schemas.microsoft.com/office/drawing/2014/main" id="{524D0F3C-6156-0652-DCAB-CA427EA53E53}"/>
              </a:ext>
            </a:extLst>
          </p:cNvPr>
          <p:cNvSpPr>
            <a:spLocks noGrp="1"/>
          </p:cNvSpPr>
          <p:nvPr>
            <p:ph idx="1"/>
          </p:nvPr>
        </p:nvSpPr>
        <p:spPr/>
        <p:txBody>
          <a:bodyPr/>
          <a:lstStyle/>
          <a:p>
            <a:r>
              <a:rPr lang="en-US" noProof="0" dirty="0"/>
              <a:t>Local administrator versus SYSTEM/root privileges​</a:t>
            </a:r>
          </a:p>
          <a:p>
            <a:r>
              <a:rPr lang="en-US" noProof="0" dirty="0"/>
              <a:t>Replace key system files and utilities​</a:t>
            </a:r>
          </a:p>
          <a:p>
            <a:r>
              <a:rPr lang="en-US" noProof="0" dirty="0"/>
              <a:t>Purge log files​</a:t>
            </a:r>
          </a:p>
          <a:p>
            <a:r>
              <a:rPr lang="en-US" noProof="0" dirty="0"/>
              <a:t>Firmware rootkits​</a:t>
            </a:r>
          </a:p>
        </p:txBody>
      </p:sp>
      <p:sp>
        <p:nvSpPr>
          <p:cNvPr id="4" name="Slide Number Placeholder 3">
            <a:extLst>
              <a:ext uri="{FF2B5EF4-FFF2-40B4-BE49-F238E27FC236}">
                <a16:creationId xmlns:a16="http://schemas.microsoft.com/office/drawing/2014/main" id="{5ACBF5D0-C332-545F-B834-C90A45FA8AC6}"/>
              </a:ext>
            </a:extLst>
          </p:cNvPr>
          <p:cNvSpPr>
            <a:spLocks noGrp="1"/>
          </p:cNvSpPr>
          <p:nvPr>
            <p:ph type="sldNum" sz="quarter" idx="10"/>
          </p:nvPr>
        </p:nvSpPr>
        <p:spPr/>
        <p:txBody>
          <a:bodyPr/>
          <a:lstStyle/>
          <a:p>
            <a:fld id="{B7CF8A19-3A9E-4ABC-B336-2FDDE321C72D}" type="slidenum">
              <a:rPr lang="en-US" smtClean="0"/>
              <a:pPr/>
              <a:t>9</a:t>
            </a:fld>
            <a:endParaRPr lang="en-US"/>
          </a:p>
        </p:txBody>
      </p:sp>
    </p:spTree>
    <p:extLst>
      <p:ext uri="{BB962C8B-B14F-4D97-AF65-F5344CB8AC3E}">
        <p14:creationId xmlns:p14="http://schemas.microsoft.com/office/powerpoint/2010/main" val="3020174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060C1-FEFA-1976-7642-01E66D9D9B00}"/>
              </a:ext>
            </a:extLst>
          </p:cNvPr>
          <p:cNvSpPr>
            <a:spLocks noGrp="1"/>
          </p:cNvSpPr>
          <p:nvPr>
            <p:ph type="title"/>
          </p:nvPr>
        </p:nvSpPr>
        <p:spPr/>
        <p:txBody>
          <a:bodyPr/>
          <a:lstStyle/>
          <a:p>
            <a:r>
              <a:rPr lang="en-US" noProof="0" dirty="0"/>
              <a:t>Ransomware, Crypto-Malware, and Logic Bombs​</a:t>
            </a:r>
          </a:p>
        </p:txBody>
      </p:sp>
      <p:sp>
        <p:nvSpPr>
          <p:cNvPr id="3" name="Content Placeholder 2">
            <a:extLst>
              <a:ext uri="{FF2B5EF4-FFF2-40B4-BE49-F238E27FC236}">
                <a16:creationId xmlns:a16="http://schemas.microsoft.com/office/drawing/2014/main" id="{B2E88039-E460-553B-42BB-28E72F74E711}"/>
              </a:ext>
            </a:extLst>
          </p:cNvPr>
          <p:cNvSpPr>
            <a:spLocks noGrp="1"/>
          </p:cNvSpPr>
          <p:nvPr>
            <p:ph idx="1"/>
          </p:nvPr>
        </p:nvSpPr>
        <p:spPr/>
        <p:txBody>
          <a:bodyPr>
            <a:normAutofit fontScale="92500" lnSpcReduction="20000"/>
          </a:bodyPr>
          <a:lstStyle/>
          <a:p>
            <a:r>
              <a:rPr lang="en-US" noProof="0" dirty="0"/>
              <a:t>Ransomware​</a:t>
            </a:r>
          </a:p>
          <a:p>
            <a:pPr lvl="1"/>
            <a:r>
              <a:rPr lang="en-US" noProof="0" dirty="0"/>
              <a:t>Nuisance (lock out user by ​</a:t>
            </a:r>
            <a:br>
              <a:rPr lang="en-US" noProof="0" dirty="0"/>
            </a:br>
            <a:r>
              <a:rPr lang="en-US" noProof="0" dirty="0"/>
              <a:t>replacing shell)​</a:t>
            </a:r>
          </a:p>
          <a:p>
            <a:r>
              <a:rPr lang="en-US" noProof="0" dirty="0"/>
              <a:t>Crypto-malware​</a:t>
            </a:r>
          </a:p>
          <a:p>
            <a:pPr lvl="1"/>
            <a:r>
              <a:rPr lang="en-US" noProof="0" dirty="0"/>
              <a:t>High impact ransomware (encrypt data files or drives)​</a:t>
            </a:r>
          </a:p>
          <a:p>
            <a:r>
              <a:rPr lang="en-US" noProof="0" dirty="0"/>
              <a:t>Cryptomining/</a:t>
            </a:r>
            <a:r>
              <a:rPr lang="en-US" noProof="0" dirty="0" err="1"/>
              <a:t>crypojacking</a:t>
            </a:r>
            <a:r>
              <a:rPr lang="en-US" noProof="0" dirty="0"/>
              <a:t>​</a:t>
            </a:r>
          </a:p>
          <a:p>
            <a:pPr lvl="1"/>
            <a:r>
              <a:rPr lang="en-US" noProof="0" dirty="0"/>
              <a:t>Hijack resources to mine cryptocurrency​</a:t>
            </a:r>
          </a:p>
          <a:p>
            <a:r>
              <a:rPr lang="en-US" noProof="0" dirty="0"/>
              <a:t>Logic bombs​​</a:t>
            </a:r>
          </a:p>
          <a:p>
            <a:endParaRPr lang="en-US" noProof="0" dirty="0"/>
          </a:p>
        </p:txBody>
      </p:sp>
      <p:pic>
        <p:nvPicPr>
          <p:cNvPr id="12290" name="Picture 2" descr="A Screengrab of WannaCry ransomware.">
            <a:extLst>
              <a:ext uri="{FF2B5EF4-FFF2-40B4-BE49-F238E27FC236}">
                <a16:creationId xmlns:a16="http://schemas.microsoft.com/office/drawing/2014/main" id="{4BBB3F9D-9920-FE26-7E09-A02CFEBCC5FA}"/>
              </a:ext>
            </a:extLst>
          </p:cNvPr>
          <p:cNvPicPr>
            <a:picLocks noGrp="1" noChangeAspect="1" noChangeArrowheads="1"/>
          </p:cNvPicPr>
          <p:nvPr>
            <p:ph idx="12"/>
          </p:nvPr>
        </p:nvPicPr>
        <p:blipFill>
          <a:blip r:embed="rId2">
            <a:extLst>
              <a:ext uri="{28A0092B-C50C-407E-A947-70E740481C1C}">
                <a14:useLocalDpi xmlns:a14="http://schemas.microsoft.com/office/drawing/2010/main" val="0"/>
              </a:ext>
            </a:extLst>
          </a:blip>
          <a:srcRect/>
          <a:stretch>
            <a:fillRect/>
          </a:stretch>
        </p:blipFill>
        <p:spPr>
          <a:xfrm>
            <a:off x="4637088" y="1116121"/>
            <a:ext cx="4379912" cy="3306545"/>
          </a:xfrm>
        </p:spPr>
      </p:pic>
      <p:sp>
        <p:nvSpPr>
          <p:cNvPr id="5" name="Slide Number Placeholder 4">
            <a:extLst>
              <a:ext uri="{FF2B5EF4-FFF2-40B4-BE49-F238E27FC236}">
                <a16:creationId xmlns:a16="http://schemas.microsoft.com/office/drawing/2014/main" id="{AA51DCBF-085C-186D-3BFF-DC8FEE1685CD}"/>
              </a:ext>
            </a:extLst>
          </p:cNvPr>
          <p:cNvSpPr>
            <a:spLocks noGrp="1"/>
          </p:cNvSpPr>
          <p:nvPr>
            <p:ph type="sldNum" sz="quarter" idx="13"/>
          </p:nvPr>
        </p:nvSpPr>
        <p:spPr/>
        <p:txBody>
          <a:bodyPr/>
          <a:lstStyle/>
          <a:p>
            <a:fld id="{B7CF8A19-3A9E-4ABC-B336-2FDDE321C72D}" type="slidenum">
              <a:rPr lang="en-US" smtClean="0"/>
              <a:pPr/>
              <a:t>10</a:t>
            </a:fld>
            <a:endParaRPr lang="en-US"/>
          </a:p>
        </p:txBody>
      </p:sp>
      <p:sp>
        <p:nvSpPr>
          <p:cNvPr id="6" name="TextBox 1">
            <a:extLst>
              <a:ext uri="{FF2B5EF4-FFF2-40B4-BE49-F238E27FC236}">
                <a16:creationId xmlns:a16="http://schemas.microsoft.com/office/drawing/2014/main" id="{C5456EB6-57ED-D908-7C02-A8E6B0AF0ECE}"/>
              </a:ext>
            </a:extLst>
          </p:cNvPr>
          <p:cNvSpPr txBox="1"/>
          <p:nvPr/>
        </p:nvSpPr>
        <p:spPr>
          <a:xfrm>
            <a:off x="7357934" y="4423346"/>
            <a:ext cx="1786066" cy="230832"/>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lang="en-US" sz="900" i="1" dirty="0">
                <a:solidFill>
                  <a:srgbClr val="45545F"/>
                </a:solidFill>
              </a:rPr>
              <a:t>Image by Wikimedia Commons.</a:t>
            </a:r>
          </a:p>
        </p:txBody>
      </p:sp>
    </p:spTree>
    <p:extLst>
      <p:ext uri="{BB962C8B-B14F-4D97-AF65-F5344CB8AC3E}">
        <p14:creationId xmlns:p14="http://schemas.microsoft.com/office/powerpoint/2010/main" val="32069538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FA912-1E98-A088-F259-E84D973A7CDD}"/>
              </a:ext>
            </a:extLst>
          </p:cNvPr>
          <p:cNvSpPr>
            <a:spLocks noGrp="1"/>
          </p:cNvSpPr>
          <p:nvPr>
            <p:ph type="title"/>
          </p:nvPr>
        </p:nvSpPr>
        <p:spPr/>
        <p:txBody>
          <a:bodyPr/>
          <a:lstStyle/>
          <a:p>
            <a:r>
              <a:rPr lang="en-US" noProof="0" dirty="0"/>
              <a:t>TTPs and IoCs</a:t>
            </a:r>
          </a:p>
        </p:txBody>
      </p:sp>
      <p:sp>
        <p:nvSpPr>
          <p:cNvPr id="3" name="Content Placeholder 2">
            <a:extLst>
              <a:ext uri="{FF2B5EF4-FFF2-40B4-BE49-F238E27FC236}">
                <a16:creationId xmlns:a16="http://schemas.microsoft.com/office/drawing/2014/main" id="{A1CDE608-D30E-100E-37C6-DC390F2D78C0}"/>
              </a:ext>
            </a:extLst>
          </p:cNvPr>
          <p:cNvSpPr>
            <a:spLocks noGrp="1"/>
          </p:cNvSpPr>
          <p:nvPr>
            <p:ph idx="1"/>
          </p:nvPr>
        </p:nvSpPr>
        <p:spPr/>
        <p:txBody>
          <a:bodyPr/>
          <a:lstStyle/>
          <a:p>
            <a:r>
              <a:rPr lang="en-US" noProof="0" dirty="0"/>
              <a:t>Signature detection by anti-virus often ineffective</a:t>
            </a:r>
          </a:p>
          <a:p>
            <a:r>
              <a:rPr lang="en-US" noProof="0" dirty="0"/>
              <a:t>Tactics, Techniques, and Procedures (TTPs)</a:t>
            </a:r>
          </a:p>
          <a:p>
            <a:r>
              <a:rPr lang="en-US" noProof="0" dirty="0"/>
              <a:t>Indicators of Compromise (IoCs)</a:t>
            </a:r>
          </a:p>
          <a:p>
            <a:r>
              <a:rPr lang="en-US" noProof="0" dirty="0"/>
              <a:t>Documented and published TTPs and IoCs</a:t>
            </a:r>
          </a:p>
          <a:p>
            <a:pPr lvl="1"/>
            <a:r>
              <a:rPr lang="en-US" dirty="0"/>
              <a:t>MITRE ATT&amp;CK</a:t>
            </a:r>
          </a:p>
          <a:p>
            <a:pPr lvl="1"/>
            <a:r>
              <a:rPr lang="en-US" dirty="0"/>
              <a:t>Pattern-matching via artificial intelligence (AI) systems </a:t>
            </a:r>
          </a:p>
        </p:txBody>
      </p:sp>
      <p:sp>
        <p:nvSpPr>
          <p:cNvPr id="4" name="Slide Number Placeholder 3">
            <a:extLst>
              <a:ext uri="{FF2B5EF4-FFF2-40B4-BE49-F238E27FC236}">
                <a16:creationId xmlns:a16="http://schemas.microsoft.com/office/drawing/2014/main" id="{6BAC7616-A6E1-2746-09DA-CE9D8BEEFA74}"/>
              </a:ext>
            </a:extLst>
          </p:cNvPr>
          <p:cNvSpPr>
            <a:spLocks noGrp="1"/>
          </p:cNvSpPr>
          <p:nvPr>
            <p:ph type="sldNum" sz="quarter" idx="10"/>
          </p:nvPr>
        </p:nvSpPr>
        <p:spPr/>
        <p:txBody>
          <a:bodyPr/>
          <a:lstStyle/>
          <a:p>
            <a:fld id="{B7CF8A19-3A9E-4ABC-B336-2FDDE321C72D}" type="slidenum">
              <a:rPr lang="en-US" smtClean="0"/>
              <a:pPr/>
              <a:t>11</a:t>
            </a:fld>
            <a:endParaRPr lang="en-US"/>
          </a:p>
        </p:txBody>
      </p:sp>
    </p:spTree>
    <p:extLst>
      <p:ext uri="{BB962C8B-B14F-4D97-AF65-F5344CB8AC3E}">
        <p14:creationId xmlns:p14="http://schemas.microsoft.com/office/powerpoint/2010/main" val="4617594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FA912-1E98-A088-F259-E84D973A7CDD}"/>
              </a:ext>
            </a:extLst>
          </p:cNvPr>
          <p:cNvSpPr>
            <a:spLocks noGrp="1"/>
          </p:cNvSpPr>
          <p:nvPr>
            <p:ph type="title"/>
          </p:nvPr>
        </p:nvSpPr>
        <p:spPr/>
        <p:txBody>
          <a:bodyPr/>
          <a:lstStyle/>
          <a:p>
            <a:r>
              <a:rPr lang="en-US" noProof="0" dirty="0"/>
              <a:t>Malicious Activity Indicators​</a:t>
            </a:r>
          </a:p>
        </p:txBody>
      </p:sp>
      <p:sp>
        <p:nvSpPr>
          <p:cNvPr id="5" name="Content Placeholder 4">
            <a:extLst>
              <a:ext uri="{FF2B5EF4-FFF2-40B4-BE49-F238E27FC236}">
                <a16:creationId xmlns:a16="http://schemas.microsoft.com/office/drawing/2014/main" id="{249C1417-C97B-4FC5-F9DF-AC850C77148E}"/>
              </a:ext>
            </a:extLst>
          </p:cNvPr>
          <p:cNvSpPr>
            <a:spLocks noGrp="1"/>
          </p:cNvSpPr>
          <p:nvPr>
            <p:ph idx="12"/>
          </p:nvPr>
        </p:nvSpPr>
        <p:spPr/>
        <p:txBody>
          <a:bodyPr>
            <a:normAutofit fontScale="77500" lnSpcReduction="20000"/>
          </a:bodyPr>
          <a:lstStyle/>
          <a:p>
            <a:r>
              <a:rPr lang="en-US" noProof="0" dirty="0"/>
              <a:t>Browser changes or overt ransomware notification​</a:t>
            </a:r>
          </a:p>
          <a:p>
            <a:r>
              <a:rPr lang="en-US" noProof="0" dirty="0"/>
              <a:t>Sandbox execution​</a:t>
            </a:r>
          </a:p>
          <a:p>
            <a:r>
              <a:rPr lang="en-US" noProof="0" dirty="0"/>
              <a:t>Resource consumption​</a:t>
            </a:r>
          </a:p>
          <a:p>
            <a:r>
              <a:rPr lang="en-US" noProof="0" dirty="0"/>
              <a:t>File system</a:t>
            </a:r>
          </a:p>
          <a:p>
            <a:pPr lvl="1"/>
            <a:r>
              <a:rPr lang="en-US" noProof="0" dirty="0"/>
              <a:t>Blocked content</a:t>
            </a:r>
          </a:p>
          <a:p>
            <a:r>
              <a:rPr lang="en-US" noProof="0" dirty="0"/>
              <a:t>Resource inaccessibility</a:t>
            </a:r>
          </a:p>
          <a:p>
            <a:r>
              <a:rPr lang="en-US" noProof="0" dirty="0"/>
              <a:t>Account compromise</a:t>
            </a:r>
          </a:p>
          <a:p>
            <a:r>
              <a:rPr lang="en-US" noProof="0" dirty="0"/>
              <a:t>Logging</a:t>
            </a:r>
          </a:p>
          <a:p>
            <a:pPr lvl="1"/>
            <a:r>
              <a:rPr lang="en-US" dirty="0"/>
              <a:t>Missing and out-of-cycle logging</a:t>
            </a:r>
            <a:endParaRPr lang="en-US" noProof="0" dirty="0"/>
          </a:p>
          <a:p>
            <a:endParaRPr lang="en-US" noProof="0" dirty="0"/>
          </a:p>
          <a:p>
            <a:endParaRPr lang="en-US" dirty="0"/>
          </a:p>
        </p:txBody>
      </p:sp>
      <p:sp>
        <p:nvSpPr>
          <p:cNvPr id="4" name="Slide Number Placeholder 3">
            <a:extLst>
              <a:ext uri="{FF2B5EF4-FFF2-40B4-BE49-F238E27FC236}">
                <a16:creationId xmlns:a16="http://schemas.microsoft.com/office/drawing/2014/main" id="{6BAC7616-A6E1-2746-09DA-CE9D8BEEFA74}"/>
              </a:ext>
            </a:extLst>
          </p:cNvPr>
          <p:cNvSpPr>
            <a:spLocks noGrp="1"/>
          </p:cNvSpPr>
          <p:nvPr>
            <p:ph type="sldNum" sz="quarter" idx="13"/>
          </p:nvPr>
        </p:nvSpPr>
        <p:spPr/>
        <p:txBody>
          <a:bodyPr/>
          <a:lstStyle/>
          <a:p>
            <a:fld id="{B7CF8A19-3A9E-4ABC-B336-2FDDE321C72D}" type="slidenum">
              <a:rPr lang="en-US" smtClean="0"/>
              <a:pPr/>
              <a:t>12</a:t>
            </a:fld>
            <a:endParaRPr lang="en-US"/>
          </a:p>
        </p:txBody>
      </p:sp>
      <p:pic>
        <p:nvPicPr>
          <p:cNvPr id="33794" name="Picture 2">
            <a:extLst>
              <a:ext uri="{FF2B5EF4-FFF2-40B4-BE49-F238E27FC236}">
                <a16:creationId xmlns:a16="http://schemas.microsoft.com/office/drawing/2014/main" id="{D12ED702-544E-C1A7-7A1F-1CB0719DB7D7}"/>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46050" y="1119789"/>
            <a:ext cx="4354513" cy="329921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F36A04B-FB3F-4F3A-8BFF-B2AA6AB27A6F}"/>
              </a:ext>
            </a:extLst>
          </p:cNvPr>
          <p:cNvSpPr txBox="1"/>
          <p:nvPr/>
        </p:nvSpPr>
        <p:spPr>
          <a:xfrm>
            <a:off x="23019" y="4338696"/>
            <a:ext cx="4600574" cy="646331"/>
          </a:xfrm>
          <a:prstGeom prst="rect">
            <a:avLst/>
          </a:prstGeom>
          <a:noFill/>
        </p:spPr>
        <p:txBody>
          <a:bodyPr wrap="square">
            <a:spAutoFit/>
          </a:bodyPr>
          <a:lstStyle/>
          <a:p>
            <a:pPr algn="ctr"/>
            <a:r>
              <a:rPr lang="en-US" sz="900" b="0" i="1" dirty="0">
                <a:solidFill>
                  <a:schemeClr val="accent4">
                    <a:lumMod val="50000"/>
                  </a:schemeClr>
                </a:solidFill>
                <a:effectLst/>
                <a:latin typeface="Open Sans" panose="020B0606030504020204" pitchFamily="34" charset="0"/>
              </a:rPr>
              <a:t>Windows Performance Monitor recording CPU utilization on a client PC. Anomalous activity is difficult to diagnose, but this graph shows load rarely dropping below 50%. Continual load is not typical of a client system, and could be an indicator of </a:t>
            </a:r>
            <a:r>
              <a:rPr lang="en-US" sz="900" b="0" i="1" dirty="0" err="1">
                <a:solidFill>
                  <a:schemeClr val="accent4">
                    <a:lumMod val="50000"/>
                  </a:schemeClr>
                </a:solidFill>
                <a:effectLst/>
                <a:latin typeface="Open Sans" panose="020B0606030504020204" pitchFamily="34" charset="0"/>
              </a:rPr>
              <a:t>cryptojacking</a:t>
            </a:r>
            <a:r>
              <a:rPr lang="en-US" sz="900" b="0" i="1" dirty="0">
                <a:solidFill>
                  <a:schemeClr val="accent4">
                    <a:lumMod val="50000"/>
                  </a:schemeClr>
                </a:solidFill>
                <a:effectLst/>
                <a:latin typeface="Open Sans" panose="020B0606030504020204" pitchFamily="34" charset="0"/>
              </a:rPr>
              <a:t> malware. (Screenshot used with permission from Microsoft.)</a:t>
            </a:r>
            <a:endParaRPr lang="en-US" sz="900" dirty="0">
              <a:solidFill>
                <a:schemeClr val="accent4">
                  <a:lumMod val="50000"/>
                </a:schemeClr>
              </a:solidFill>
            </a:endParaRPr>
          </a:p>
        </p:txBody>
      </p:sp>
    </p:spTree>
    <p:extLst>
      <p:ext uri="{BB962C8B-B14F-4D97-AF65-F5344CB8AC3E}">
        <p14:creationId xmlns:p14="http://schemas.microsoft.com/office/powerpoint/2010/main" val="10503647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AFCAF77D-9F52-C52F-CF8D-122677998C39}"/>
              </a:ext>
            </a:extLst>
          </p:cNvPr>
          <p:cNvSpPr>
            <a:spLocks noGrp="1"/>
          </p:cNvSpPr>
          <p:nvPr>
            <p:ph sz="quarter" idx="11"/>
          </p:nvPr>
        </p:nvSpPr>
        <p:spPr>
          <a:xfrm>
            <a:off x="146050" y="748623"/>
            <a:ext cx="8870950" cy="4137702"/>
          </a:xfrm>
        </p:spPr>
        <p:txBody>
          <a:bodyPr>
            <a:normAutofit fontScale="62500" lnSpcReduction="20000"/>
          </a:bodyPr>
          <a:lstStyle/>
          <a:p>
            <a:r>
              <a:rPr lang="en-US" dirty="0"/>
              <a:t>Malware classification​</a:t>
            </a:r>
          </a:p>
          <a:p>
            <a:pPr lvl="1"/>
            <a:r>
              <a:rPr lang="en-US" dirty="0"/>
              <a:t>Vector versus payload</a:t>
            </a:r>
          </a:p>
          <a:p>
            <a:r>
              <a:rPr lang="en-US" dirty="0"/>
              <a:t>Computer viruses​</a:t>
            </a:r>
          </a:p>
          <a:p>
            <a:r>
              <a:rPr lang="en-US" dirty="0"/>
              <a:t>Computer worms and fileless malware​</a:t>
            </a:r>
          </a:p>
          <a:p>
            <a:r>
              <a:rPr lang="en-US" dirty="0"/>
              <a:t>Spyware, adware, and keyloggers​</a:t>
            </a:r>
          </a:p>
          <a:p>
            <a:r>
              <a:rPr lang="en-US" dirty="0"/>
              <a:t>Backdoors and remote access trojans​</a:t>
            </a:r>
          </a:p>
          <a:p>
            <a:r>
              <a:rPr lang="en-US" dirty="0"/>
              <a:t>Rootkits</a:t>
            </a:r>
          </a:p>
          <a:p>
            <a:r>
              <a:rPr lang="en-US" dirty="0"/>
              <a:t>Ransomware, crypto-malware, and logic bombs​</a:t>
            </a:r>
          </a:p>
          <a:p>
            <a:r>
              <a:rPr lang="en-US" dirty="0"/>
              <a:t>TTPs and IOCs</a:t>
            </a:r>
          </a:p>
          <a:p>
            <a:r>
              <a:rPr lang="en-US" dirty="0"/>
              <a:t>Malicious activity indicators​</a:t>
            </a:r>
          </a:p>
          <a:p>
            <a:pPr lvl="1"/>
            <a:r>
              <a:rPr lang="en-US" dirty="0"/>
              <a:t>Resource consumption, file system, resource inaccessibility, account compromise, logging</a:t>
            </a:r>
          </a:p>
        </p:txBody>
      </p:sp>
      <p:sp>
        <p:nvSpPr>
          <p:cNvPr id="3" name="Title 2">
            <a:extLst>
              <a:ext uri="{FF2B5EF4-FFF2-40B4-BE49-F238E27FC236}">
                <a16:creationId xmlns:a16="http://schemas.microsoft.com/office/drawing/2014/main" id="{230B5CA0-2681-FE95-9DC7-DA781023D86B}"/>
              </a:ext>
            </a:extLst>
          </p:cNvPr>
          <p:cNvSpPr>
            <a:spLocks noGrp="1"/>
          </p:cNvSpPr>
          <p:nvPr>
            <p:ph type="title"/>
          </p:nvPr>
        </p:nvSpPr>
        <p:spPr>
          <a:xfrm>
            <a:off x="3032760" y="0"/>
            <a:ext cx="6111239" cy="603250"/>
          </a:xfrm>
        </p:spPr>
        <p:txBody>
          <a:bodyPr/>
          <a:lstStyle/>
          <a:p>
            <a:r>
              <a:rPr lang="en-US" noProof="0" dirty="0"/>
              <a:t>Malware Attack Indicators</a:t>
            </a:r>
            <a:endParaRPr lang="en-US" dirty="0"/>
          </a:p>
        </p:txBody>
      </p:sp>
      <p:sp>
        <p:nvSpPr>
          <p:cNvPr id="4" name="Slide Number Placeholder 3">
            <a:extLst>
              <a:ext uri="{FF2B5EF4-FFF2-40B4-BE49-F238E27FC236}">
                <a16:creationId xmlns:a16="http://schemas.microsoft.com/office/drawing/2014/main" id="{9C3FA736-49A1-5D0C-0311-0E8D6DE4BD7A}"/>
              </a:ext>
            </a:extLst>
          </p:cNvPr>
          <p:cNvSpPr>
            <a:spLocks noGrp="1"/>
          </p:cNvSpPr>
          <p:nvPr>
            <p:ph type="sldNum" sz="quarter" idx="12"/>
          </p:nvPr>
        </p:nvSpPr>
        <p:spPr>
          <a:xfrm>
            <a:off x="8537816" y="4885690"/>
            <a:ext cx="479184" cy="198675"/>
          </a:xfrm>
        </p:spPr>
        <p:txBody>
          <a:bodyPr/>
          <a:lstStyle/>
          <a:p>
            <a:fld id="{B7CF8A19-3A9E-4ABC-B336-2FDDE321C72D}" type="slidenum">
              <a:rPr lang="en-US" smtClean="0"/>
              <a:pPr/>
              <a:t>13</a:t>
            </a:fld>
            <a:endParaRPr lang="en-US"/>
          </a:p>
        </p:txBody>
      </p:sp>
    </p:spTree>
    <p:extLst>
      <p:ext uri="{BB962C8B-B14F-4D97-AF65-F5344CB8AC3E}">
        <p14:creationId xmlns:p14="http://schemas.microsoft.com/office/powerpoint/2010/main" val="32510778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4D34B-97FF-CCB8-2DF3-29C50AB57BFC}"/>
              </a:ext>
            </a:extLst>
          </p:cNvPr>
          <p:cNvSpPr>
            <a:spLocks noGrp="1"/>
          </p:cNvSpPr>
          <p:nvPr>
            <p:ph type="ctrTitle"/>
          </p:nvPr>
        </p:nvSpPr>
        <p:spPr/>
        <p:txBody>
          <a:bodyPr/>
          <a:lstStyle/>
          <a:p>
            <a:r>
              <a:rPr lang="en-US" noProof="0" dirty="0"/>
              <a:t>Physical and Network Attack Indicators</a:t>
            </a:r>
          </a:p>
        </p:txBody>
      </p:sp>
      <p:sp>
        <p:nvSpPr>
          <p:cNvPr id="3" name="Subtitle 2">
            <a:extLst>
              <a:ext uri="{FF2B5EF4-FFF2-40B4-BE49-F238E27FC236}">
                <a16:creationId xmlns:a16="http://schemas.microsoft.com/office/drawing/2014/main" id="{045240B9-4836-CB4C-7AA7-19958C6DC8BC}"/>
              </a:ext>
            </a:extLst>
          </p:cNvPr>
          <p:cNvSpPr>
            <a:spLocks noGrp="1"/>
          </p:cNvSpPr>
          <p:nvPr>
            <p:ph type="subTitle" idx="1"/>
          </p:nvPr>
        </p:nvSpPr>
        <p:spPr/>
        <p:txBody>
          <a:bodyPr/>
          <a:lstStyle/>
          <a:p>
            <a:r>
              <a:rPr lang="en-US" noProof="0" dirty="0"/>
              <a:t>Topic 13B</a:t>
            </a:r>
          </a:p>
        </p:txBody>
      </p:sp>
      <p:sp>
        <p:nvSpPr>
          <p:cNvPr id="4" name="Text Placeholder 3">
            <a:extLst>
              <a:ext uri="{FF2B5EF4-FFF2-40B4-BE49-F238E27FC236}">
                <a16:creationId xmlns:a16="http://schemas.microsoft.com/office/drawing/2014/main" id="{0AE96607-3833-EAA2-608A-4B298EEACB21}"/>
              </a:ext>
            </a:extLst>
          </p:cNvPr>
          <p:cNvSpPr>
            <a:spLocks noGrp="1"/>
          </p:cNvSpPr>
          <p:nvPr>
            <p:ph type="body" sz="quarter" idx="12"/>
          </p:nvPr>
        </p:nvSpPr>
        <p:spPr/>
        <p:txBody>
          <a:bodyPr/>
          <a:lstStyle/>
          <a:p>
            <a:r>
              <a:rPr lang="en-US" noProof="0" dirty="0"/>
              <a:t>Lesson 13</a:t>
            </a:r>
          </a:p>
        </p:txBody>
      </p:sp>
      <p:sp>
        <p:nvSpPr>
          <p:cNvPr id="5" name="Slide Number Placeholder 4">
            <a:extLst>
              <a:ext uri="{FF2B5EF4-FFF2-40B4-BE49-F238E27FC236}">
                <a16:creationId xmlns:a16="http://schemas.microsoft.com/office/drawing/2014/main" id="{A2328C14-E12D-35B1-F2E0-2DFFE3B60AA0}"/>
              </a:ext>
            </a:extLst>
          </p:cNvPr>
          <p:cNvSpPr>
            <a:spLocks noGrp="1"/>
          </p:cNvSpPr>
          <p:nvPr>
            <p:ph type="sldNum" sz="quarter" idx="10"/>
          </p:nvPr>
        </p:nvSpPr>
        <p:spPr/>
        <p:txBody>
          <a:bodyPr/>
          <a:lstStyle/>
          <a:p>
            <a:fld id="{B7CF8A19-3A9E-4ABC-B336-2FDDE321C72D}" type="slidenum">
              <a:rPr lang="en-US" smtClean="0"/>
              <a:pPr/>
              <a:t>14</a:t>
            </a:fld>
            <a:endParaRPr lang="en-US"/>
          </a:p>
        </p:txBody>
      </p:sp>
    </p:spTree>
    <p:extLst>
      <p:ext uri="{BB962C8B-B14F-4D97-AF65-F5344CB8AC3E}">
        <p14:creationId xmlns:p14="http://schemas.microsoft.com/office/powerpoint/2010/main" val="32470455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38E0E-2246-9B45-CE83-4D6961589353}"/>
              </a:ext>
            </a:extLst>
          </p:cNvPr>
          <p:cNvSpPr>
            <a:spLocks noGrp="1"/>
          </p:cNvSpPr>
          <p:nvPr>
            <p:ph type="title"/>
          </p:nvPr>
        </p:nvSpPr>
        <p:spPr/>
        <p:txBody>
          <a:bodyPr/>
          <a:lstStyle/>
          <a:p>
            <a:r>
              <a:rPr lang="en-US" noProof="0" dirty="0"/>
              <a:t>Physical Attacks</a:t>
            </a:r>
          </a:p>
        </p:txBody>
      </p:sp>
      <p:sp>
        <p:nvSpPr>
          <p:cNvPr id="3" name="Content Placeholder 2">
            <a:extLst>
              <a:ext uri="{FF2B5EF4-FFF2-40B4-BE49-F238E27FC236}">
                <a16:creationId xmlns:a16="http://schemas.microsoft.com/office/drawing/2014/main" id="{38DF6B38-B08B-2C67-5184-8888FA442A9E}"/>
              </a:ext>
            </a:extLst>
          </p:cNvPr>
          <p:cNvSpPr>
            <a:spLocks noGrp="1"/>
          </p:cNvSpPr>
          <p:nvPr>
            <p:ph idx="1"/>
          </p:nvPr>
        </p:nvSpPr>
        <p:spPr/>
        <p:txBody>
          <a:bodyPr>
            <a:normAutofit lnSpcReduction="10000"/>
          </a:bodyPr>
          <a:lstStyle/>
          <a:p>
            <a:r>
              <a:rPr lang="en-US" noProof="0" dirty="0"/>
              <a:t>Brute force</a:t>
            </a:r>
          </a:p>
          <a:p>
            <a:pPr lvl="1"/>
            <a:r>
              <a:rPr lang="en-US" noProof="0" dirty="0"/>
              <a:t>Physical denial of service</a:t>
            </a:r>
          </a:p>
          <a:p>
            <a:pPr lvl="1"/>
            <a:r>
              <a:rPr lang="en-US" noProof="0" dirty="0"/>
              <a:t>Breaking into premises/cabinets</a:t>
            </a:r>
          </a:p>
          <a:p>
            <a:r>
              <a:rPr lang="en-US" noProof="0" dirty="0"/>
              <a:t>Environmental</a:t>
            </a:r>
          </a:p>
          <a:p>
            <a:r>
              <a:rPr lang="en-US" noProof="0" dirty="0"/>
              <a:t>RFID cloning and skimming</a:t>
            </a:r>
          </a:p>
          <a:p>
            <a:pPr lvl="1"/>
            <a:r>
              <a:rPr lang="en-US" dirty="0"/>
              <a:t>Radio Frequency Identification (RFID) and Nearfield Communications (NFC)</a:t>
            </a:r>
          </a:p>
          <a:p>
            <a:pPr lvl="1"/>
            <a:r>
              <a:rPr lang="en-US" noProof="0" dirty="0"/>
              <a:t>Contactless cards, badges, and fobs</a:t>
            </a:r>
          </a:p>
          <a:p>
            <a:pPr lvl="1"/>
            <a:r>
              <a:rPr lang="en-US" dirty="0"/>
              <a:t>Static tokens versus </a:t>
            </a:r>
            <a:r>
              <a:rPr lang="en-US" dirty="0" err="1"/>
              <a:t>cryptoprocessors</a:t>
            </a:r>
            <a:endParaRPr lang="en-US" noProof="0" dirty="0"/>
          </a:p>
        </p:txBody>
      </p:sp>
      <p:sp>
        <p:nvSpPr>
          <p:cNvPr id="4" name="Slide Number Placeholder 3">
            <a:extLst>
              <a:ext uri="{FF2B5EF4-FFF2-40B4-BE49-F238E27FC236}">
                <a16:creationId xmlns:a16="http://schemas.microsoft.com/office/drawing/2014/main" id="{B36C63D9-8B45-3091-127E-A36F1E06E399}"/>
              </a:ext>
            </a:extLst>
          </p:cNvPr>
          <p:cNvSpPr>
            <a:spLocks noGrp="1"/>
          </p:cNvSpPr>
          <p:nvPr>
            <p:ph type="sldNum" sz="quarter" idx="10"/>
          </p:nvPr>
        </p:nvSpPr>
        <p:spPr/>
        <p:txBody>
          <a:bodyPr/>
          <a:lstStyle/>
          <a:p>
            <a:fld id="{B7CF8A19-3A9E-4ABC-B336-2FDDE321C72D}" type="slidenum">
              <a:rPr lang="en-US" smtClean="0"/>
              <a:pPr/>
              <a:t>15</a:t>
            </a:fld>
            <a:endParaRPr lang="en-US"/>
          </a:p>
        </p:txBody>
      </p:sp>
    </p:spTree>
    <p:extLst>
      <p:ext uri="{BB962C8B-B14F-4D97-AF65-F5344CB8AC3E}">
        <p14:creationId xmlns:p14="http://schemas.microsoft.com/office/powerpoint/2010/main" val="11893683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93504-4F7E-7BD2-4E44-17439BD2AF3B}"/>
              </a:ext>
            </a:extLst>
          </p:cNvPr>
          <p:cNvSpPr>
            <a:spLocks noGrp="1"/>
          </p:cNvSpPr>
          <p:nvPr>
            <p:ph type="title"/>
          </p:nvPr>
        </p:nvSpPr>
        <p:spPr/>
        <p:txBody>
          <a:bodyPr/>
          <a:lstStyle/>
          <a:p>
            <a:r>
              <a:rPr lang="en-GB" dirty="0"/>
              <a:t>Network Attacks</a:t>
            </a:r>
            <a:endParaRPr lang="en-US" dirty="0"/>
          </a:p>
        </p:txBody>
      </p:sp>
      <p:sp>
        <p:nvSpPr>
          <p:cNvPr id="3" name="Content Placeholder 2">
            <a:extLst>
              <a:ext uri="{FF2B5EF4-FFF2-40B4-BE49-F238E27FC236}">
                <a16:creationId xmlns:a16="http://schemas.microsoft.com/office/drawing/2014/main" id="{E3EA8EB3-E23E-6865-0062-33991B44D8F6}"/>
              </a:ext>
            </a:extLst>
          </p:cNvPr>
          <p:cNvSpPr>
            <a:spLocks noGrp="1"/>
          </p:cNvSpPr>
          <p:nvPr>
            <p:ph idx="1"/>
          </p:nvPr>
        </p:nvSpPr>
        <p:spPr/>
        <p:txBody>
          <a:bodyPr/>
          <a:lstStyle/>
          <a:p>
            <a:r>
              <a:rPr lang="en-GB" dirty="0"/>
              <a:t>Reconnaissance and credential harvesting</a:t>
            </a:r>
          </a:p>
          <a:p>
            <a:r>
              <a:rPr lang="en-GB" dirty="0"/>
              <a:t>Denial of service</a:t>
            </a:r>
          </a:p>
          <a:p>
            <a:r>
              <a:rPr lang="en-US" dirty="0"/>
              <a:t>Weaponization/delivery/breach</a:t>
            </a:r>
          </a:p>
          <a:p>
            <a:r>
              <a:rPr lang="en-US" dirty="0"/>
              <a:t>Command and control (C2 or C&amp;C), beaconing, and persistence</a:t>
            </a:r>
          </a:p>
          <a:p>
            <a:r>
              <a:rPr lang="en-US" dirty="0"/>
              <a:t>Lateral movement, pivoting, and privilege escalation</a:t>
            </a:r>
          </a:p>
          <a:p>
            <a:r>
              <a:rPr lang="en-US" dirty="0"/>
              <a:t>Data exfiltration</a:t>
            </a:r>
          </a:p>
        </p:txBody>
      </p:sp>
      <p:sp>
        <p:nvSpPr>
          <p:cNvPr id="4" name="Slide Number Placeholder 3">
            <a:extLst>
              <a:ext uri="{FF2B5EF4-FFF2-40B4-BE49-F238E27FC236}">
                <a16:creationId xmlns:a16="http://schemas.microsoft.com/office/drawing/2014/main" id="{88F071B7-6168-DE38-44C3-FEACF3A4C577}"/>
              </a:ext>
            </a:extLst>
          </p:cNvPr>
          <p:cNvSpPr>
            <a:spLocks noGrp="1"/>
          </p:cNvSpPr>
          <p:nvPr>
            <p:ph type="sldNum" sz="quarter" idx="10"/>
          </p:nvPr>
        </p:nvSpPr>
        <p:spPr/>
        <p:txBody>
          <a:bodyPr/>
          <a:lstStyle/>
          <a:p>
            <a:fld id="{B7CF8A19-3A9E-4ABC-B336-2FDDE321C72D}" type="slidenum">
              <a:rPr lang="en-US" smtClean="0"/>
              <a:pPr/>
              <a:t>16</a:t>
            </a:fld>
            <a:endParaRPr lang="en-US"/>
          </a:p>
        </p:txBody>
      </p:sp>
    </p:spTree>
    <p:extLst>
      <p:ext uri="{BB962C8B-B14F-4D97-AF65-F5344CB8AC3E}">
        <p14:creationId xmlns:p14="http://schemas.microsoft.com/office/powerpoint/2010/main" val="8589395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C6BB9D-6E57-4FC6-B5DA-18290A953828}"/>
              </a:ext>
            </a:extLst>
          </p:cNvPr>
          <p:cNvSpPr>
            <a:spLocks noGrp="1"/>
          </p:cNvSpPr>
          <p:nvPr>
            <p:ph type="title"/>
          </p:nvPr>
        </p:nvSpPr>
        <p:spPr/>
        <p:txBody>
          <a:bodyPr/>
          <a:lstStyle/>
          <a:p>
            <a:r>
              <a:rPr lang="en-US" noProof="0" dirty="0"/>
              <a:t>Distributed Denial of Service Attacks (1)</a:t>
            </a:r>
          </a:p>
        </p:txBody>
      </p:sp>
      <p:sp>
        <p:nvSpPr>
          <p:cNvPr id="2" name="Content Placeholder 1">
            <a:extLst>
              <a:ext uri="{FF2B5EF4-FFF2-40B4-BE49-F238E27FC236}">
                <a16:creationId xmlns:a16="http://schemas.microsoft.com/office/drawing/2014/main" id="{72C5D399-81F9-436D-9A17-68DEAF62D686}"/>
              </a:ext>
            </a:extLst>
          </p:cNvPr>
          <p:cNvSpPr>
            <a:spLocks noGrp="1"/>
          </p:cNvSpPr>
          <p:nvPr>
            <p:ph idx="1"/>
          </p:nvPr>
        </p:nvSpPr>
        <p:spPr/>
        <p:txBody>
          <a:bodyPr/>
          <a:lstStyle/>
          <a:p>
            <a:r>
              <a:rPr lang="en-US" noProof="0" dirty="0"/>
              <a:t>Leverage bandwidth from compromised hosts/networks</a:t>
            </a:r>
          </a:p>
          <a:p>
            <a:pPr lvl="1"/>
            <a:r>
              <a:rPr lang="en-US" noProof="0" dirty="0"/>
              <a:t>Handlers form a command and control (C&amp;C) network</a:t>
            </a:r>
          </a:p>
          <a:p>
            <a:pPr lvl="1"/>
            <a:r>
              <a:rPr lang="en-US" noProof="0" dirty="0"/>
              <a:t>Compromised hosts installed with bots that can run automated scripts</a:t>
            </a:r>
          </a:p>
          <a:p>
            <a:pPr lvl="1"/>
            <a:r>
              <a:rPr lang="en-US" noProof="0" dirty="0"/>
              <a:t>Co-ordinated by the C&amp;C network as a botnet</a:t>
            </a:r>
          </a:p>
          <a:p>
            <a:r>
              <a:rPr lang="en-US" noProof="0" dirty="0"/>
              <a:t>Overwhelm with superior bandwidth (number of bots)</a:t>
            </a:r>
          </a:p>
          <a:p>
            <a:r>
              <a:rPr lang="en-US" noProof="0" dirty="0"/>
              <a:t>Consume resources with spoof session requests (SYN flood)</a:t>
            </a:r>
          </a:p>
          <a:p>
            <a:endParaRPr lang="en-US" noProof="0" dirty="0"/>
          </a:p>
        </p:txBody>
      </p:sp>
      <p:sp>
        <p:nvSpPr>
          <p:cNvPr id="5" name="Slide Number Placeholder 4">
            <a:extLst>
              <a:ext uri="{FF2B5EF4-FFF2-40B4-BE49-F238E27FC236}">
                <a16:creationId xmlns:a16="http://schemas.microsoft.com/office/drawing/2014/main" id="{CE749148-D4BB-4DEE-B7D2-9F0116B7BB00}"/>
              </a:ext>
            </a:extLst>
          </p:cNvPr>
          <p:cNvSpPr>
            <a:spLocks noGrp="1"/>
          </p:cNvSpPr>
          <p:nvPr>
            <p:ph type="sldNum" sz="quarter" idx="10"/>
          </p:nvPr>
        </p:nvSpPr>
        <p:spPr/>
        <p:txBody>
          <a:bodyPr/>
          <a:lstStyle/>
          <a:p>
            <a:fld id="{B7CF8A19-3A9E-4ABC-B336-2FDDE321C72D}" type="slidenum">
              <a:rPr lang="en-US" smtClean="0"/>
              <a:pPr/>
              <a:t>17</a:t>
            </a:fld>
            <a:endParaRPr lang="en-US"/>
          </a:p>
        </p:txBody>
      </p:sp>
    </p:spTree>
    <p:extLst>
      <p:ext uri="{BB962C8B-B14F-4D97-AF65-F5344CB8AC3E}">
        <p14:creationId xmlns:p14="http://schemas.microsoft.com/office/powerpoint/2010/main" val="30496575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792CA97-50FE-4A21-A83F-43CABC86D3A4}"/>
              </a:ext>
            </a:extLst>
          </p:cNvPr>
          <p:cNvSpPr>
            <a:spLocks noGrp="1"/>
          </p:cNvSpPr>
          <p:nvPr>
            <p:ph type="title"/>
          </p:nvPr>
        </p:nvSpPr>
        <p:spPr/>
        <p:txBody>
          <a:bodyPr/>
          <a:lstStyle/>
          <a:p>
            <a:r>
              <a:rPr lang="en-US" noProof="0" dirty="0"/>
              <a:t>Distributed Denial of Service Attacks (2)</a:t>
            </a:r>
          </a:p>
        </p:txBody>
      </p:sp>
      <p:sp>
        <p:nvSpPr>
          <p:cNvPr id="2" name="Content Placeholder 1">
            <a:extLst>
              <a:ext uri="{FF2B5EF4-FFF2-40B4-BE49-F238E27FC236}">
                <a16:creationId xmlns:a16="http://schemas.microsoft.com/office/drawing/2014/main" id="{8665C2A1-2D98-485F-B4C8-FE13526E9B75}"/>
              </a:ext>
            </a:extLst>
          </p:cNvPr>
          <p:cNvSpPr>
            <a:spLocks noGrp="1"/>
          </p:cNvSpPr>
          <p:nvPr>
            <p:ph idx="1"/>
          </p:nvPr>
        </p:nvSpPr>
        <p:spPr/>
        <p:txBody>
          <a:bodyPr>
            <a:normAutofit fontScale="77500" lnSpcReduction="20000"/>
          </a:bodyPr>
          <a:lstStyle/>
          <a:p>
            <a:r>
              <a:rPr lang="en-US" noProof="0" dirty="0"/>
              <a:t>Reflected attacks</a:t>
            </a:r>
          </a:p>
          <a:p>
            <a:pPr lvl="1"/>
            <a:r>
              <a:rPr lang="en-US" noProof="0" dirty="0"/>
              <a:t>Spoof victim's IP address and attempt to open connections with multiple servers</a:t>
            </a:r>
          </a:p>
          <a:p>
            <a:pPr lvl="1"/>
            <a:r>
              <a:rPr lang="en-US" noProof="0" dirty="0"/>
              <a:t>Those servers direct their SYN/ACK responses to the victim</a:t>
            </a:r>
          </a:p>
          <a:p>
            <a:r>
              <a:rPr lang="en-US" noProof="0" dirty="0"/>
              <a:t>Amplified attacks</a:t>
            </a:r>
          </a:p>
          <a:p>
            <a:pPr lvl="1"/>
            <a:r>
              <a:rPr lang="en-US" noProof="0" dirty="0"/>
              <a:t>Bogus DNS/NTP queries</a:t>
            </a:r>
          </a:p>
          <a:p>
            <a:pPr lvl="1"/>
            <a:r>
              <a:rPr lang="en-US" noProof="0" dirty="0"/>
              <a:t>Direct responses at victim</a:t>
            </a:r>
          </a:p>
          <a:p>
            <a:pPr lvl="1"/>
            <a:r>
              <a:rPr lang="en-US" noProof="0" dirty="0"/>
              <a:t>Queries can be constructed to generate large response packets</a:t>
            </a:r>
          </a:p>
          <a:p>
            <a:r>
              <a:rPr lang="en-US" noProof="0" dirty="0"/>
              <a:t>DDoS indicators</a:t>
            </a:r>
          </a:p>
        </p:txBody>
      </p:sp>
      <p:pic>
        <p:nvPicPr>
          <p:cNvPr id="1026" name="Picture 2" descr="A Screengrab lists the summary of the top signatures, top source I P S, and top destination I P S.">
            <a:extLst>
              <a:ext uri="{FF2B5EF4-FFF2-40B4-BE49-F238E27FC236}">
                <a16:creationId xmlns:a16="http://schemas.microsoft.com/office/drawing/2014/main" id="{3FA164DC-5754-BD66-5074-5908351674A1}"/>
              </a:ext>
            </a:extLst>
          </p:cNvPr>
          <p:cNvPicPr>
            <a:picLocks noGrp="1" noChangeAspect="1" noChangeArrowheads="1"/>
          </p:cNvPicPr>
          <p:nvPr>
            <p:ph idx="12"/>
          </p:nvPr>
        </p:nvPicPr>
        <p:blipFill>
          <a:blip r:embed="rId3">
            <a:extLst>
              <a:ext uri="{28A0092B-C50C-407E-A947-70E740481C1C}">
                <a14:useLocalDpi xmlns:a14="http://schemas.microsoft.com/office/drawing/2010/main" val="0"/>
              </a:ext>
            </a:extLst>
          </a:blip>
          <a:srcRect/>
          <a:stretch>
            <a:fillRect/>
          </a:stretch>
        </p:blipFill>
        <p:spPr>
          <a:xfrm>
            <a:off x="4637088" y="1191108"/>
            <a:ext cx="4379912" cy="3156572"/>
          </a:xfrm>
        </p:spPr>
      </p:pic>
      <p:sp>
        <p:nvSpPr>
          <p:cNvPr id="5" name="Slide Number Placeholder 4">
            <a:extLst>
              <a:ext uri="{FF2B5EF4-FFF2-40B4-BE49-F238E27FC236}">
                <a16:creationId xmlns:a16="http://schemas.microsoft.com/office/drawing/2014/main" id="{5E05B5ED-C58E-4D1B-A2BC-ADEB26402109}"/>
              </a:ext>
            </a:extLst>
          </p:cNvPr>
          <p:cNvSpPr>
            <a:spLocks noGrp="1"/>
          </p:cNvSpPr>
          <p:nvPr>
            <p:ph type="sldNum" sz="quarter" idx="13"/>
          </p:nvPr>
        </p:nvSpPr>
        <p:spPr/>
        <p:txBody>
          <a:bodyPr/>
          <a:lstStyle/>
          <a:p>
            <a:fld id="{B7CF8A19-3A9E-4ABC-B336-2FDDE321C72D}" type="slidenum">
              <a:rPr lang="en-US" smtClean="0"/>
              <a:pPr/>
              <a:t>18</a:t>
            </a:fld>
            <a:endParaRPr lang="en-US"/>
          </a:p>
        </p:txBody>
      </p:sp>
      <p:sp>
        <p:nvSpPr>
          <p:cNvPr id="6" name="TextBox 5">
            <a:extLst>
              <a:ext uri="{FF2B5EF4-FFF2-40B4-BE49-F238E27FC236}">
                <a16:creationId xmlns:a16="http://schemas.microsoft.com/office/drawing/2014/main" id="{19AC1405-7CAA-C0CB-71D0-19BE711E11A1}"/>
              </a:ext>
            </a:extLst>
          </p:cNvPr>
          <p:cNvSpPr txBox="1"/>
          <p:nvPr/>
        </p:nvSpPr>
        <p:spPr>
          <a:xfrm>
            <a:off x="4543426" y="4516358"/>
            <a:ext cx="4600574" cy="369332"/>
          </a:xfrm>
          <a:prstGeom prst="rect">
            <a:avLst/>
          </a:prstGeom>
          <a:noFill/>
        </p:spPr>
        <p:txBody>
          <a:bodyPr wrap="square">
            <a:spAutoFit/>
          </a:bodyPr>
          <a:lstStyle/>
          <a:p>
            <a:pPr algn="ctr"/>
            <a:r>
              <a:rPr lang="en-US" sz="900" b="0" i="1" dirty="0">
                <a:solidFill>
                  <a:schemeClr val="accent4">
                    <a:lumMod val="50000"/>
                  </a:schemeClr>
                </a:solidFill>
                <a:effectLst/>
                <a:latin typeface="Open Sans" panose="020B0606030504020204" pitchFamily="34" charset="0"/>
              </a:rPr>
              <a:t>Dropping traffic from blocklisted IP ranges using Security Onion IDS. (Screenshot used with permission from Security Onion.)</a:t>
            </a:r>
            <a:endParaRPr lang="en-US" sz="900" dirty="0">
              <a:solidFill>
                <a:schemeClr val="accent4">
                  <a:lumMod val="50000"/>
                </a:schemeClr>
              </a:solidFill>
            </a:endParaRPr>
          </a:p>
        </p:txBody>
      </p:sp>
    </p:spTree>
    <p:extLst>
      <p:ext uri="{BB962C8B-B14F-4D97-AF65-F5344CB8AC3E}">
        <p14:creationId xmlns:p14="http://schemas.microsoft.com/office/powerpoint/2010/main" val="28114739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CBB27A1-8716-4D8B-801B-1C6E6AC1DCCA}"/>
              </a:ext>
            </a:extLst>
          </p:cNvPr>
          <p:cNvSpPr>
            <a:spLocks noGrp="1"/>
          </p:cNvSpPr>
          <p:nvPr>
            <p:ph type="title"/>
          </p:nvPr>
        </p:nvSpPr>
        <p:spPr/>
        <p:txBody>
          <a:bodyPr/>
          <a:lstStyle/>
          <a:p>
            <a:r>
              <a:rPr lang="en-US" noProof="0" dirty="0"/>
              <a:t>On-path Attacks</a:t>
            </a:r>
          </a:p>
        </p:txBody>
      </p:sp>
      <p:sp>
        <p:nvSpPr>
          <p:cNvPr id="7" name="Content Placeholder 6">
            <a:extLst>
              <a:ext uri="{FF2B5EF4-FFF2-40B4-BE49-F238E27FC236}">
                <a16:creationId xmlns:a16="http://schemas.microsoft.com/office/drawing/2014/main" id="{3B19E042-4EB1-467E-8A90-0C5E4017BD0F}"/>
              </a:ext>
            </a:extLst>
          </p:cNvPr>
          <p:cNvSpPr>
            <a:spLocks noGrp="1"/>
          </p:cNvSpPr>
          <p:nvPr>
            <p:ph idx="1"/>
          </p:nvPr>
        </p:nvSpPr>
        <p:spPr/>
        <p:txBody>
          <a:bodyPr>
            <a:normAutofit fontScale="92500" lnSpcReduction="20000"/>
          </a:bodyPr>
          <a:lstStyle/>
          <a:p>
            <a:r>
              <a:rPr lang="en-US" noProof="0" dirty="0"/>
              <a:t>Threat actor positioned between two hosts</a:t>
            </a:r>
          </a:p>
          <a:p>
            <a:pPr lvl="1"/>
            <a:r>
              <a:rPr lang="en-US" noProof="0" dirty="0"/>
              <a:t>“Man-in-the-middle”</a:t>
            </a:r>
          </a:p>
          <a:p>
            <a:pPr lvl="1"/>
            <a:r>
              <a:rPr lang="en-US" noProof="0" dirty="0"/>
              <a:t>Can target forwarding/protocols at different network layers</a:t>
            </a:r>
          </a:p>
          <a:p>
            <a:r>
              <a:rPr lang="en-US" noProof="0" dirty="0"/>
              <a:t>Address Resolution Protocol (ARP) poisoning</a:t>
            </a:r>
          </a:p>
          <a:p>
            <a:pPr lvl="1"/>
            <a:r>
              <a:rPr lang="en-US" noProof="0" dirty="0"/>
              <a:t>Broadcasting unsolicited ARP replies to poison the cache of local hosts with spoofed MAC address</a:t>
            </a:r>
          </a:p>
          <a:p>
            <a:pPr lvl="1"/>
            <a:r>
              <a:rPr lang="en-US" noProof="0" dirty="0"/>
              <a:t>Attacker usually tries to masquerade as default gateway</a:t>
            </a:r>
          </a:p>
        </p:txBody>
      </p:sp>
      <p:pic>
        <p:nvPicPr>
          <p:cNvPr id="8" name="Content Placeholder 7" descr="A Screengrab shows A R P poisoning.">
            <a:extLst>
              <a:ext uri="{FF2B5EF4-FFF2-40B4-BE49-F238E27FC236}">
                <a16:creationId xmlns:a16="http://schemas.microsoft.com/office/drawing/2014/main" id="{559E1117-39AB-4541-9473-CB189FD81259}"/>
              </a:ext>
            </a:extLst>
          </p:cNvPr>
          <p:cNvPicPr>
            <a:picLocks noGrp="1"/>
          </p:cNvPicPr>
          <p:nvPr>
            <p:ph idx="12"/>
          </p:nvPr>
        </p:nvPicPr>
        <p:blipFill>
          <a:blip r:embed="rId3"/>
          <a:stretch>
            <a:fillRect/>
          </a:stretch>
        </p:blipFill>
        <p:spPr>
          <a:xfrm>
            <a:off x="4593943" y="1282480"/>
            <a:ext cx="4379912" cy="2600572"/>
          </a:xfrm>
        </p:spPr>
      </p:pic>
      <p:sp>
        <p:nvSpPr>
          <p:cNvPr id="5" name="Slide Number Placeholder 4">
            <a:extLst>
              <a:ext uri="{FF2B5EF4-FFF2-40B4-BE49-F238E27FC236}">
                <a16:creationId xmlns:a16="http://schemas.microsoft.com/office/drawing/2014/main" id="{003BE91C-53B4-4107-908F-C9EDC9AC210A}"/>
              </a:ext>
            </a:extLst>
          </p:cNvPr>
          <p:cNvSpPr>
            <a:spLocks noGrp="1"/>
          </p:cNvSpPr>
          <p:nvPr>
            <p:ph type="sldNum" sz="quarter" idx="13"/>
          </p:nvPr>
        </p:nvSpPr>
        <p:spPr/>
        <p:txBody>
          <a:bodyPr/>
          <a:lstStyle/>
          <a:p>
            <a:fld id="{B7CF8A19-3A9E-4ABC-B336-2FDDE321C72D}" type="slidenum">
              <a:rPr lang="en-US" smtClean="0"/>
              <a:pPr/>
              <a:t>19</a:t>
            </a:fld>
            <a:endParaRPr lang="en-US"/>
          </a:p>
        </p:txBody>
      </p:sp>
      <p:sp>
        <p:nvSpPr>
          <p:cNvPr id="2" name="Rectangle 1">
            <a:extLst>
              <a:ext uri="{FF2B5EF4-FFF2-40B4-BE49-F238E27FC236}">
                <a16:creationId xmlns:a16="http://schemas.microsoft.com/office/drawing/2014/main" id="{8DF207F1-81F1-42E6-AFD4-411182989F61}"/>
              </a:ext>
            </a:extLst>
          </p:cNvPr>
          <p:cNvSpPr/>
          <p:nvPr/>
        </p:nvSpPr>
        <p:spPr>
          <a:xfrm>
            <a:off x="4495800" y="3883052"/>
            <a:ext cx="4572000" cy="230832"/>
          </a:xfrm>
          <a:prstGeom prst="rect">
            <a:avLst/>
          </a:prstGeom>
        </p:spPr>
        <p:txBody>
          <a:bodyPr>
            <a:spAutoFit/>
          </a:bodyPr>
          <a:lstStyle/>
          <a:p>
            <a:r>
              <a:rPr lang="en-US" sz="900" i="1" dirty="0">
                <a:solidFill>
                  <a:srgbClr val="45545F"/>
                </a:solidFill>
              </a:rPr>
              <a:t>Screenshot used with permission from wireshark.org.</a:t>
            </a:r>
          </a:p>
        </p:txBody>
      </p:sp>
    </p:spTree>
    <p:extLst>
      <p:ext uri="{BB962C8B-B14F-4D97-AF65-F5344CB8AC3E}">
        <p14:creationId xmlns:p14="http://schemas.microsoft.com/office/powerpoint/2010/main" val="31316890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E04D2-4851-4A70-DB7A-4A71D33BBCC1}"/>
              </a:ext>
            </a:extLst>
          </p:cNvPr>
          <p:cNvSpPr>
            <a:spLocks noGrp="1"/>
          </p:cNvSpPr>
          <p:nvPr>
            <p:ph type="title"/>
          </p:nvPr>
        </p:nvSpPr>
        <p:spPr/>
        <p:txBody>
          <a:bodyPr/>
          <a:lstStyle/>
          <a:p>
            <a:r>
              <a:rPr lang="en-US" noProof="0" dirty="0"/>
              <a:t>Domain Name System Attacks</a:t>
            </a:r>
          </a:p>
        </p:txBody>
      </p:sp>
      <p:sp>
        <p:nvSpPr>
          <p:cNvPr id="3" name="Content Placeholder 2">
            <a:extLst>
              <a:ext uri="{FF2B5EF4-FFF2-40B4-BE49-F238E27FC236}">
                <a16:creationId xmlns:a16="http://schemas.microsoft.com/office/drawing/2014/main" id="{7FCEB9D4-1FE9-D9C9-A263-FF473FE633A3}"/>
              </a:ext>
            </a:extLst>
          </p:cNvPr>
          <p:cNvSpPr>
            <a:spLocks noGrp="1"/>
          </p:cNvSpPr>
          <p:nvPr>
            <p:ph idx="1"/>
          </p:nvPr>
        </p:nvSpPr>
        <p:spPr/>
        <p:txBody>
          <a:bodyPr>
            <a:normAutofit fontScale="92500" lnSpcReduction="20000"/>
          </a:bodyPr>
          <a:lstStyle/>
          <a:p>
            <a:r>
              <a:rPr lang="en-US" noProof="0" dirty="0"/>
              <a:t>Attacks on public DNS services</a:t>
            </a:r>
          </a:p>
          <a:p>
            <a:pPr lvl="1"/>
            <a:r>
              <a:rPr lang="en-US" noProof="0" dirty="0"/>
              <a:t>Typosquatting, DRDoS, and hijacking</a:t>
            </a:r>
          </a:p>
          <a:p>
            <a:r>
              <a:rPr lang="en-US" noProof="0" dirty="0"/>
              <a:t>DNS poisoning</a:t>
            </a:r>
          </a:p>
          <a:p>
            <a:r>
              <a:rPr lang="en-US" noProof="0" dirty="0"/>
              <a:t>DNS-based on-path attacks</a:t>
            </a:r>
          </a:p>
          <a:p>
            <a:pPr lvl="1"/>
            <a:r>
              <a:rPr lang="en-US" noProof="0" dirty="0"/>
              <a:t>Get client to use malicious resolver</a:t>
            </a:r>
          </a:p>
          <a:p>
            <a:r>
              <a:rPr lang="en-US" noProof="0" dirty="0"/>
              <a:t>DNS client cache poisoning</a:t>
            </a:r>
          </a:p>
          <a:p>
            <a:pPr lvl="1"/>
            <a:r>
              <a:rPr lang="en-US" noProof="0" dirty="0"/>
              <a:t>HOSTS file</a:t>
            </a:r>
          </a:p>
          <a:p>
            <a:r>
              <a:rPr lang="en-US" noProof="0" dirty="0"/>
              <a:t>DNS server cache poisoning</a:t>
            </a:r>
          </a:p>
          <a:p>
            <a:r>
              <a:rPr lang="en-US" noProof="0" dirty="0"/>
              <a:t>DNS attack indicators</a:t>
            </a:r>
          </a:p>
        </p:txBody>
      </p:sp>
      <p:sp>
        <p:nvSpPr>
          <p:cNvPr id="4" name="Slide Number Placeholder 3">
            <a:extLst>
              <a:ext uri="{FF2B5EF4-FFF2-40B4-BE49-F238E27FC236}">
                <a16:creationId xmlns:a16="http://schemas.microsoft.com/office/drawing/2014/main" id="{1517BBAD-399B-8677-667B-B62E7FF183A0}"/>
              </a:ext>
            </a:extLst>
          </p:cNvPr>
          <p:cNvSpPr>
            <a:spLocks noGrp="1"/>
          </p:cNvSpPr>
          <p:nvPr>
            <p:ph type="sldNum" sz="quarter" idx="10"/>
          </p:nvPr>
        </p:nvSpPr>
        <p:spPr/>
        <p:txBody>
          <a:bodyPr/>
          <a:lstStyle/>
          <a:p>
            <a:fld id="{B7CF8A19-3A9E-4ABC-B336-2FDDE321C72D}" type="slidenum">
              <a:rPr lang="en-US" smtClean="0"/>
              <a:pPr/>
              <a:t>20</a:t>
            </a:fld>
            <a:endParaRPr lang="en-US"/>
          </a:p>
        </p:txBody>
      </p:sp>
    </p:spTree>
    <p:extLst>
      <p:ext uri="{BB962C8B-B14F-4D97-AF65-F5344CB8AC3E}">
        <p14:creationId xmlns:p14="http://schemas.microsoft.com/office/powerpoint/2010/main" val="30225563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noProof="0" dirty="0"/>
              <a:t>Wireless Attacks</a:t>
            </a:r>
          </a:p>
        </p:txBody>
      </p:sp>
      <p:sp>
        <p:nvSpPr>
          <p:cNvPr id="2" name="Content Placeholder 1"/>
          <p:cNvSpPr>
            <a:spLocks noGrp="1"/>
          </p:cNvSpPr>
          <p:nvPr>
            <p:ph idx="12"/>
          </p:nvPr>
        </p:nvSpPr>
        <p:spPr/>
        <p:txBody>
          <a:bodyPr>
            <a:normAutofit fontScale="92500" lnSpcReduction="10000"/>
          </a:bodyPr>
          <a:lstStyle/>
          <a:p>
            <a:r>
              <a:rPr lang="en-US" noProof="0" dirty="0"/>
              <a:t>Rogue access points</a:t>
            </a:r>
          </a:p>
          <a:p>
            <a:pPr lvl="1"/>
            <a:r>
              <a:rPr lang="en-US" noProof="0" dirty="0"/>
              <a:t>Non-malicious backdoors</a:t>
            </a:r>
          </a:p>
          <a:p>
            <a:pPr lvl="1"/>
            <a:r>
              <a:rPr lang="en-US" noProof="0" dirty="0"/>
              <a:t>Evil twins masquerade as legitimate AP</a:t>
            </a:r>
          </a:p>
          <a:p>
            <a:pPr lvl="1"/>
            <a:r>
              <a:rPr lang="en-US" noProof="0" dirty="0"/>
              <a:t>Launch on-path attacks</a:t>
            </a:r>
          </a:p>
          <a:p>
            <a:pPr lvl="1"/>
            <a:r>
              <a:rPr lang="en-US" noProof="0" dirty="0"/>
              <a:t>Indicators and detection</a:t>
            </a:r>
          </a:p>
          <a:p>
            <a:r>
              <a:rPr lang="en-US" noProof="0" dirty="0"/>
              <a:t>Wireless denial of service</a:t>
            </a:r>
          </a:p>
          <a:p>
            <a:pPr lvl="1"/>
            <a:r>
              <a:rPr lang="en-US" noProof="0" dirty="0"/>
              <a:t>Jamming and disassociation</a:t>
            </a:r>
          </a:p>
          <a:p>
            <a:r>
              <a:rPr lang="en-US" noProof="0" dirty="0"/>
              <a:t>Wireless replay and key recovery</a:t>
            </a:r>
          </a:p>
        </p:txBody>
      </p:sp>
      <p:sp>
        <p:nvSpPr>
          <p:cNvPr id="4" name="Slide Number Placeholder 3">
            <a:extLst>
              <a:ext uri="{FF2B5EF4-FFF2-40B4-BE49-F238E27FC236}">
                <a16:creationId xmlns:a16="http://schemas.microsoft.com/office/drawing/2014/main" id="{97699D9C-D6F1-4234-BA4F-14924750E0D1}"/>
              </a:ext>
            </a:extLst>
          </p:cNvPr>
          <p:cNvSpPr>
            <a:spLocks noGrp="1"/>
          </p:cNvSpPr>
          <p:nvPr>
            <p:ph type="sldNum" sz="quarter" idx="13"/>
          </p:nvPr>
        </p:nvSpPr>
        <p:spPr/>
        <p:txBody>
          <a:bodyPr/>
          <a:lstStyle/>
          <a:p>
            <a:fld id="{B7CF8A19-3A9E-4ABC-B336-2FDDE321C72D}" type="slidenum">
              <a:rPr lang="en-US" smtClean="0"/>
              <a:pPr/>
              <a:t>21</a:t>
            </a:fld>
            <a:endParaRPr lang="en-US"/>
          </a:p>
        </p:txBody>
      </p:sp>
      <p:sp>
        <p:nvSpPr>
          <p:cNvPr id="6" name="Rectangle 5">
            <a:extLst>
              <a:ext uri="{FF2B5EF4-FFF2-40B4-BE49-F238E27FC236}">
                <a16:creationId xmlns:a16="http://schemas.microsoft.com/office/drawing/2014/main" id="{94168ECA-BCDC-42FF-B54E-AF7F781413E4}"/>
              </a:ext>
            </a:extLst>
          </p:cNvPr>
          <p:cNvSpPr/>
          <p:nvPr/>
        </p:nvSpPr>
        <p:spPr>
          <a:xfrm>
            <a:off x="146050" y="3910061"/>
            <a:ext cx="3532414" cy="230832"/>
          </a:xfrm>
          <a:prstGeom prst="rect">
            <a:avLst/>
          </a:prstGeom>
        </p:spPr>
        <p:txBody>
          <a:bodyPr wrap="square">
            <a:spAutoFit/>
          </a:bodyPr>
          <a:lstStyle/>
          <a:p>
            <a:r>
              <a:rPr lang="en-US" sz="900" i="1" dirty="0">
                <a:solidFill>
                  <a:srgbClr val="45545F"/>
                </a:solidFill>
              </a:rPr>
              <a:t>Screenshot used with permission from MetaGeek.</a:t>
            </a:r>
          </a:p>
        </p:txBody>
      </p:sp>
      <p:pic>
        <p:nvPicPr>
          <p:cNvPr id="34818" name="Picture 2">
            <a:extLst>
              <a:ext uri="{FF2B5EF4-FFF2-40B4-BE49-F238E27FC236}">
                <a16:creationId xmlns:a16="http://schemas.microsoft.com/office/drawing/2014/main" id="{6DAAE4C2-DFDA-0E7D-BB79-E35F04005822}"/>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46050" y="1695909"/>
            <a:ext cx="4354513" cy="21469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8752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4F2F9-D2FF-232A-90C4-EDA70E63A95E}"/>
              </a:ext>
            </a:extLst>
          </p:cNvPr>
          <p:cNvSpPr>
            <a:spLocks noGrp="1"/>
          </p:cNvSpPr>
          <p:nvPr>
            <p:ph type="title"/>
          </p:nvPr>
        </p:nvSpPr>
        <p:spPr/>
        <p:txBody>
          <a:bodyPr/>
          <a:lstStyle/>
          <a:p>
            <a:r>
              <a:rPr lang="en-US" noProof="0" dirty="0"/>
              <a:t>Password Attacks​</a:t>
            </a:r>
          </a:p>
        </p:txBody>
      </p:sp>
      <p:sp>
        <p:nvSpPr>
          <p:cNvPr id="3" name="Content Placeholder 2">
            <a:extLst>
              <a:ext uri="{FF2B5EF4-FFF2-40B4-BE49-F238E27FC236}">
                <a16:creationId xmlns:a16="http://schemas.microsoft.com/office/drawing/2014/main" id="{70B9AA22-F6E4-FC15-0350-9475B36AE9CC}"/>
              </a:ext>
            </a:extLst>
          </p:cNvPr>
          <p:cNvSpPr>
            <a:spLocks noGrp="1"/>
          </p:cNvSpPr>
          <p:nvPr>
            <p:ph idx="1"/>
          </p:nvPr>
        </p:nvSpPr>
        <p:spPr/>
        <p:txBody>
          <a:bodyPr>
            <a:normAutofit fontScale="92500" lnSpcReduction="20000"/>
          </a:bodyPr>
          <a:lstStyle/>
          <a:p>
            <a:r>
              <a:rPr lang="en-US" noProof="0" dirty="0"/>
              <a:t>Online password attack​</a:t>
            </a:r>
          </a:p>
          <a:p>
            <a:pPr lvl="1"/>
            <a:r>
              <a:rPr lang="en-US" noProof="0" dirty="0"/>
              <a:t>Adversary interacts with authentication service​</a:t>
            </a:r>
          </a:p>
          <a:p>
            <a:r>
              <a:rPr lang="en-US" noProof="0" dirty="0"/>
              <a:t>Offline attacks​</a:t>
            </a:r>
          </a:p>
          <a:p>
            <a:pPr lvl="1"/>
            <a:r>
              <a:rPr lang="en-US" noProof="0" dirty="0"/>
              <a:t>Password database​</a:t>
            </a:r>
          </a:p>
          <a:p>
            <a:pPr lvl="1"/>
            <a:r>
              <a:rPr lang="en-US" noProof="0" dirty="0"/>
              <a:t>Hash transmitted directly​</a:t>
            </a:r>
          </a:p>
          <a:p>
            <a:pPr lvl="1"/>
            <a:r>
              <a:rPr lang="en-US" noProof="0" dirty="0"/>
              <a:t>Hash used as key to sign an HMAC​​</a:t>
            </a:r>
          </a:p>
          <a:p>
            <a:r>
              <a:rPr lang="en-US" noProof="0" dirty="0"/>
              <a:t>Brute force attack</a:t>
            </a:r>
          </a:p>
          <a:p>
            <a:r>
              <a:rPr lang="en-US" noProof="0" dirty="0"/>
              <a:t>Dictionary and hybrid attacks</a:t>
            </a:r>
          </a:p>
          <a:p>
            <a:r>
              <a:rPr lang="en-US" noProof="0" dirty="0"/>
              <a:t>Password spraying​</a:t>
            </a:r>
          </a:p>
        </p:txBody>
      </p:sp>
      <p:sp>
        <p:nvSpPr>
          <p:cNvPr id="4" name="Slide Number Placeholder 3">
            <a:extLst>
              <a:ext uri="{FF2B5EF4-FFF2-40B4-BE49-F238E27FC236}">
                <a16:creationId xmlns:a16="http://schemas.microsoft.com/office/drawing/2014/main" id="{2B68BC86-650D-97E2-1015-28D28AE5ACBB}"/>
              </a:ext>
            </a:extLst>
          </p:cNvPr>
          <p:cNvSpPr>
            <a:spLocks noGrp="1"/>
          </p:cNvSpPr>
          <p:nvPr>
            <p:ph type="sldNum" sz="quarter" idx="10"/>
          </p:nvPr>
        </p:nvSpPr>
        <p:spPr/>
        <p:txBody>
          <a:bodyPr/>
          <a:lstStyle/>
          <a:p>
            <a:fld id="{B7CF8A19-3A9E-4ABC-B336-2FDDE321C72D}" type="slidenum">
              <a:rPr lang="en-US" smtClean="0"/>
              <a:pPr/>
              <a:t>22</a:t>
            </a:fld>
            <a:endParaRPr lang="en-US"/>
          </a:p>
        </p:txBody>
      </p:sp>
    </p:spTree>
    <p:extLst>
      <p:ext uri="{BB962C8B-B14F-4D97-AF65-F5344CB8AC3E}">
        <p14:creationId xmlns:p14="http://schemas.microsoft.com/office/powerpoint/2010/main" val="12011771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91AED-39E3-9737-4998-F06529491722}"/>
              </a:ext>
            </a:extLst>
          </p:cNvPr>
          <p:cNvSpPr>
            <a:spLocks noGrp="1"/>
          </p:cNvSpPr>
          <p:nvPr>
            <p:ph type="title"/>
          </p:nvPr>
        </p:nvSpPr>
        <p:spPr>
          <a:xfrm>
            <a:off x="0" y="0"/>
            <a:ext cx="9143999" cy="603250"/>
          </a:xfrm>
        </p:spPr>
        <p:txBody>
          <a:bodyPr/>
          <a:lstStyle/>
          <a:p>
            <a:r>
              <a:rPr lang="en-US" noProof="0" dirty="0"/>
              <a:t>Credential Replay Attacks</a:t>
            </a:r>
          </a:p>
        </p:txBody>
      </p:sp>
      <p:sp>
        <p:nvSpPr>
          <p:cNvPr id="3" name="Content Placeholder 2">
            <a:extLst>
              <a:ext uri="{FF2B5EF4-FFF2-40B4-BE49-F238E27FC236}">
                <a16:creationId xmlns:a16="http://schemas.microsoft.com/office/drawing/2014/main" id="{E5FAB3BF-C7ED-2DCC-7ABC-813A667F7D52}"/>
              </a:ext>
            </a:extLst>
          </p:cNvPr>
          <p:cNvSpPr>
            <a:spLocks noGrp="1"/>
          </p:cNvSpPr>
          <p:nvPr>
            <p:ph idx="1"/>
          </p:nvPr>
        </p:nvSpPr>
        <p:spPr>
          <a:xfrm>
            <a:off x="146049" y="746760"/>
            <a:ext cx="4353949" cy="4046220"/>
          </a:xfrm>
        </p:spPr>
        <p:txBody>
          <a:bodyPr>
            <a:normAutofit fontScale="92500" lnSpcReduction="20000"/>
          </a:bodyPr>
          <a:lstStyle/>
          <a:p>
            <a:r>
              <a:rPr lang="en-US" noProof="0" dirty="0"/>
              <a:t>Credential dumping against Windows cached credentials</a:t>
            </a:r>
          </a:p>
          <a:p>
            <a:pPr lvl="1"/>
            <a:r>
              <a:rPr lang="en-US" noProof="0" dirty="0"/>
              <a:t>Kerberos tickets</a:t>
            </a:r>
          </a:p>
          <a:p>
            <a:pPr lvl="1"/>
            <a:r>
              <a:rPr lang="en-US" noProof="0" dirty="0"/>
              <a:t>NTLM hashes</a:t>
            </a:r>
          </a:p>
          <a:p>
            <a:pPr lvl="1"/>
            <a:r>
              <a:rPr lang="en-US" noProof="0" dirty="0"/>
              <a:t>Reversible encryption passwords</a:t>
            </a:r>
          </a:p>
          <a:p>
            <a:r>
              <a:rPr lang="en-US" noProof="0" dirty="0"/>
              <a:t>Credential replay against hosts and applications</a:t>
            </a:r>
          </a:p>
          <a:p>
            <a:pPr lvl="1"/>
            <a:r>
              <a:rPr lang="en-US" noProof="0" dirty="0"/>
              <a:t>Pass the hash (PtH) against NTLM</a:t>
            </a:r>
          </a:p>
          <a:p>
            <a:pPr lvl="1"/>
            <a:r>
              <a:rPr lang="en-US" noProof="0" dirty="0"/>
              <a:t>Pass the ticket (</a:t>
            </a:r>
            <a:r>
              <a:rPr lang="en-US" noProof="0" dirty="0" err="1"/>
              <a:t>PtT</a:t>
            </a:r>
            <a:r>
              <a:rPr lang="en-US" noProof="0" dirty="0"/>
              <a:t>) against Kerberos</a:t>
            </a:r>
          </a:p>
        </p:txBody>
      </p:sp>
      <p:pic>
        <p:nvPicPr>
          <p:cNvPr id="35842" name="Picture 2" descr="An illustrations shows the pass the hash process.">
            <a:extLst>
              <a:ext uri="{FF2B5EF4-FFF2-40B4-BE49-F238E27FC236}">
                <a16:creationId xmlns:a16="http://schemas.microsoft.com/office/drawing/2014/main" id="{6BC6D9D2-AB31-029C-27FA-1B5A2C8EB1A6}"/>
              </a:ext>
            </a:extLst>
          </p:cNvPr>
          <p:cNvPicPr>
            <a:picLocks noGrp="1" noChangeAspect="1" noChangeArrowheads="1"/>
          </p:cNvPicPr>
          <p:nvPr>
            <p:ph idx="12"/>
          </p:nvPr>
        </p:nvPicPr>
        <p:blipFill>
          <a:blip r:embed="rId3">
            <a:extLst>
              <a:ext uri="{28A0092B-C50C-407E-A947-70E740481C1C}">
                <a14:useLocalDpi xmlns:a14="http://schemas.microsoft.com/office/drawing/2010/main" val="0"/>
              </a:ext>
            </a:extLst>
          </a:blip>
          <a:srcRect/>
          <a:stretch>
            <a:fillRect/>
          </a:stretch>
        </p:blipFill>
        <p:spPr bwMode="auto">
          <a:xfrm>
            <a:off x="4646883" y="966788"/>
            <a:ext cx="4360322" cy="3605212"/>
          </a:xfr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F6F4C473-96A6-5BB0-6BD7-87B9FD410136}"/>
              </a:ext>
            </a:extLst>
          </p:cNvPr>
          <p:cNvSpPr>
            <a:spLocks noGrp="1"/>
          </p:cNvSpPr>
          <p:nvPr>
            <p:ph type="sldNum" sz="quarter" idx="13"/>
          </p:nvPr>
        </p:nvSpPr>
        <p:spPr>
          <a:xfrm>
            <a:off x="8537816" y="4885690"/>
            <a:ext cx="479184" cy="198675"/>
          </a:xfrm>
        </p:spPr>
        <p:txBody>
          <a:bodyPr/>
          <a:lstStyle/>
          <a:p>
            <a:fld id="{B7CF8A19-3A9E-4ABC-B336-2FDDE321C72D}" type="slidenum">
              <a:rPr lang="en-US" smtClean="0"/>
              <a:pPr/>
              <a:t>23</a:t>
            </a:fld>
            <a:endParaRPr lang="en-US"/>
          </a:p>
        </p:txBody>
      </p:sp>
      <p:sp>
        <p:nvSpPr>
          <p:cNvPr id="7" name="TextBox 6">
            <a:extLst>
              <a:ext uri="{FF2B5EF4-FFF2-40B4-BE49-F238E27FC236}">
                <a16:creationId xmlns:a16="http://schemas.microsoft.com/office/drawing/2014/main" id="{36685380-5E1B-6F79-C747-A9879FEC727D}"/>
              </a:ext>
            </a:extLst>
          </p:cNvPr>
          <p:cNvSpPr txBox="1"/>
          <p:nvPr/>
        </p:nvSpPr>
        <p:spPr>
          <a:xfrm>
            <a:off x="7491479" y="4654858"/>
            <a:ext cx="1285929" cy="230832"/>
          </a:xfrm>
          <a:prstGeom prst="rect">
            <a:avLst/>
          </a:prstGeom>
          <a:noFill/>
        </p:spPr>
        <p:txBody>
          <a:bodyPr wrap="none" rtlCol="0">
            <a:spAutoFit/>
          </a:bodyPr>
          <a:lstStyle/>
          <a:p>
            <a:pPr algn="just"/>
            <a:r>
              <a:rPr lang="en-US" sz="900" i="1" dirty="0">
                <a:solidFill>
                  <a:srgbClr val="45545F"/>
                </a:solidFill>
              </a:rPr>
              <a:t>Images © 123rf.com.</a:t>
            </a:r>
          </a:p>
        </p:txBody>
      </p:sp>
    </p:spTree>
    <p:extLst>
      <p:ext uri="{BB962C8B-B14F-4D97-AF65-F5344CB8AC3E}">
        <p14:creationId xmlns:p14="http://schemas.microsoft.com/office/powerpoint/2010/main" val="29316482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B1FAD-8AB2-7593-6634-1C0F2B14D984}"/>
              </a:ext>
            </a:extLst>
          </p:cNvPr>
          <p:cNvSpPr>
            <a:spLocks noGrp="1"/>
          </p:cNvSpPr>
          <p:nvPr>
            <p:ph type="title"/>
          </p:nvPr>
        </p:nvSpPr>
        <p:spPr/>
        <p:txBody>
          <a:bodyPr/>
          <a:lstStyle/>
          <a:p>
            <a:r>
              <a:rPr lang="en-US" noProof="0" dirty="0"/>
              <a:t>Cryptographic Attacks</a:t>
            </a:r>
          </a:p>
        </p:txBody>
      </p:sp>
      <p:sp>
        <p:nvSpPr>
          <p:cNvPr id="3" name="Content Placeholder 2">
            <a:extLst>
              <a:ext uri="{FF2B5EF4-FFF2-40B4-BE49-F238E27FC236}">
                <a16:creationId xmlns:a16="http://schemas.microsoft.com/office/drawing/2014/main" id="{531383E6-81C5-D52A-B470-3ABC6F2B5D25}"/>
              </a:ext>
            </a:extLst>
          </p:cNvPr>
          <p:cNvSpPr>
            <a:spLocks noGrp="1"/>
          </p:cNvSpPr>
          <p:nvPr>
            <p:ph idx="1"/>
          </p:nvPr>
        </p:nvSpPr>
        <p:spPr/>
        <p:txBody>
          <a:bodyPr/>
          <a:lstStyle/>
          <a:p>
            <a:r>
              <a:rPr lang="en-US" noProof="0" dirty="0"/>
              <a:t>Downgrade attacks</a:t>
            </a:r>
          </a:p>
          <a:p>
            <a:pPr lvl="1"/>
            <a:r>
              <a:rPr lang="en-US" noProof="0" dirty="0"/>
              <a:t>Reduce transport encryption version/force use of weak cipher suites</a:t>
            </a:r>
          </a:p>
          <a:p>
            <a:pPr lvl="1"/>
            <a:r>
              <a:rPr lang="en-US" noProof="0" dirty="0"/>
              <a:t>Use weak cipher suites in Kerberos</a:t>
            </a:r>
          </a:p>
          <a:p>
            <a:r>
              <a:rPr lang="en-US" noProof="0" dirty="0"/>
              <a:t>Collision attacks</a:t>
            </a:r>
          </a:p>
          <a:p>
            <a:pPr lvl="1"/>
            <a:r>
              <a:rPr lang="en-US" noProof="0" dirty="0"/>
              <a:t>Forge digital signatures</a:t>
            </a:r>
          </a:p>
          <a:p>
            <a:r>
              <a:rPr lang="en-US" noProof="0" dirty="0"/>
              <a:t>Birthday attacks</a:t>
            </a:r>
          </a:p>
          <a:p>
            <a:pPr lvl="1"/>
            <a:r>
              <a:rPr lang="en-US" noProof="0" dirty="0"/>
              <a:t>Design more efficient collision attacks </a:t>
            </a:r>
          </a:p>
        </p:txBody>
      </p:sp>
      <p:sp>
        <p:nvSpPr>
          <p:cNvPr id="4" name="Slide Number Placeholder 3">
            <a:extLst>
              <a:ext uri="{FF2B5EF4-FFF2-40B4-BE49-F238E27FC236}">
                <a16:creationId xmlns:a16="http://schemas.microsoft.com/office/drawing/2014/main" id="{FE584BDE-E1ED-4D98-9AE4-DD837B1A29F2}"/>
              </a:ext>
            </a:extLst>
          </p:cNvPr>
          <p:cNvSpPr>
            <a:spLocks noGrp="1"/>
          </p:cNvSpPr>
          <p:nvPr>
            <p:ph type="sldNum" sz="quarter" idx="10"/>
          </p:nvPr>
        </p:nvSpPr>
        <p:spPr/>
        <p:txBody>
          <a:bodyPr/>
          <a:lstStyle/>
          <a:p>
            <a:fld id="{B7CF8A19-3A9E-4ABC-B336-2FDDE321C72D}" type="slidenum">
              <a:rPr lang="en-US" smtClean="0"/>
              <a:pPr/>
              <a:t>24</a:t>
            </a:fld>
            <a:endParaRPr lang="en-US"/>
          </a:p>
        </p:txBody>
      </p:sp>
    </p:spTree>
    <p:extLst>
      <p:ext uri="{BB962C8B-B14F-4D97-AF65-F5344CB8AC3E}">
        <p14:creationId xmlns:p14="http://schemas.microsoft.com/office/powerpoint/2010/main" val="40928082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DD042-845D-472E-C870-30F8F9443B60}"/>
              </a:ext>
            </a:extLst>
          </p:cNvPr>
          <p:cNvSpPr>
            <a:spLocks noGrp="1"/>
          </p:cNvSpPr>
          <p:nvPr>
            <p:ph type="title"/>
          </p:nvPr>
        </p:nvSpPr>
        <p:spPr/>
        <p:txBody>
          <a:bodyPr/>
          <a:lstStyle/>
          <a:p>
            <a:r>
              <a:rPr lang="en-US" noProof="0" dirty="0"/>
              <a:t>Malicious Code Indicators</a:t>
            </a:r>
          </a:p>
        </p:txBody>
      </p:sp>
      <p:sp>
        <p:nvSpPr>
          <p:cNvPr id="3" name="Content Placeholder 2">
            <a:extLst>
              <a:ext uri="{FF2B5EF4-FFF2-40B4-BE49-F238E27FC236}">
                <a16:creationId xmlns:a16="http://schemas.microsoft.com/office/drawing/2014/main" id="{02D5BEF1-2CC7-ED19-B7B1-58BA4EA95C2B}"/>
              </a:ext>
            </a:extLst>
          </p:cNvPr>
          <p:cNvSpPr>
            <a:spLocks noGrp="1"/>
          </p:cNvSpPr>
          <p:nvPr>
            <p:ph idx="1"/>
          </p:nvPr>
        </p:nvSpPr>
        <p:spPr/>
        <p:txBody>
          <a:bodyPr>
            <a:normAutofit lnSpcReduction="10000"/>
          </a:bodyPr>
          <a:lstStyle/>
          <a:p>
            <a:r>
              <a:rPr lang="en-US" noProof="0" dirty="0"/>
              <a:t>Shellcode</a:t>
            </a:r>
          </a:p>
          <a:p>
            <a:r>
              <a:rPr lang="en-US" noProof="0" dirty="0"/>
              <a:t>Credential dumping</a:t>
            </a:r>
          </a:p>
          <a:p>
            <a:r>
              <a:rPr lang="en-US" noProof="0" dirty="0"/>
              <a:t>Lateral movement</a:t>
            </a:r>
          </a:p>
          <a:p>
            <a:pPr lvl="1"/>
            <a:r>
              <a:rPr lang="en-US" noProof="0" dirty="0" err="1"/>
              <a:t>Psexec</a:t>
            </a:r>
            <a:endParaRPr lang="en-US" noProof="0" dirty="0"/>
          </a:p>
          <a:p>
            <a:pPr lvl="1"/>
            <a:r>
              <a:rPr lang="en-US" noProof="0" dirty="0"/>
              <a:t>PowerShell code</a:t>
            </a:r>
          </a:p>
          <a:p>
            <a:r>
              <a:rPr lang="en-US" noProof="0" dirty="0"/>
              <a:t>Persistence</a:t>
            </a:r>
          </a:p>
          <a:p>
            <a:pPr lvl="1"/>
            <a:r>
              <a:rPr lang="en-US" noProof="0" dirty="0"/>
              <a:t>Registry keys</a:t>
            </a:r>
          </a:p>
          <a:p>
            <a:pPr lvl="1"/>
            <a:r>
              <a:rPr lang="en-US" noProof="0" dirty="0"/>
              <a:t>Scheduled tasks</a:t>
            </a:r>
          </a:p>
          <a:p>
            <a:endParaRPr lang="en-US" noProof="0" dirty="0"/>
          </a:p>
        </p:txBody>
      </p:sp>
      <p:sp>
        <p:nvSpPr>
          <p:cNvPr id="4" name="Slide Number Placeholder 3">
            <a:extLst>
              <a:ext uri="{FF2B5EF4-FFF2-40B4-BE49-F238E27FC236}">
                <a16:creationId xmlns:a16="http://schemas.microsoft.com/office/drawing/2014/main" id="{7C0F2FE3-65DC-F81B-952B-0F6F4F6B0BB1}"/>
              </a:ext>
            </a:extLst>
          </p:cNvPr>
          <p:cNvSpPr>
            <a:spLocks noGrp="1"/>
          </p:cNvSpPr>
          <p:nvPr>
            <p:ph type="sldNum" sz="quarter" idx="10"/>
          </p:nvPr>
        </p:nvSpPr>
        <p:spPr/>
        <p:txBody>
          <a:bodyPr/>
          <a:lstStyle/>
          <a:p>
            <a:fld id="{B7CF8A19-3A9E-4ABC-B336-2FDDE321C72D}" type="slidenum">
              <a:rPr lang="en-US" smtClean="0"/>
              <a:pPr/>
              <a:t>25</a:t>
            </a:fld>
            <a:endParaRPr lang="en-US"/>
          </a:p>
        </p:txBody>
      </p:sp>
    </p:spTree>
    <p:extLst>
      <p:ext uri="{BB962C8B-B14F-4D97-AF65-F5344CB8AC3E}">
        <p14:creationId xmlns:p14="http://schemas.microsoft.com/office/powerpoint/2010/main" val="21933651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F6A343-B5BE-8523-3A73-534E98E034C6}"/>
              </a:ext>
            </a:extLst>
          </p:cNvPr>
          <p:cNvSpPr>
            <a:spLocks noGrp="1"/>
          </p:cNvSpPr>
          <p:nvPr>
            <p:ph sz="quarter" idx="11"/>
          </p:nvPr>
        </p:nvSpPr>
        <p:spPr/>
        <p:txBody>
          <a:bodyPr>
            <a:normAutofit fontScale="70000" lnSpcReduction="20000"/>
          </a:bodyPr>
          <a:lstStyle/>
          <a:p>
            <a:r>
              <a:rPr lang="en-US" dirty="0"/>
              <a:t>Physical attacks</a:t>
            </a:r>
          </a:p>
          <a:p>
            <a:pPr lvl="1"/>
            <a:r>
              <a:rPr lang="en-US" dirty="0"/>
              <a:t>Brute force, environmental, card cloning</a:t>
            </a:r>
          </a:p>
          <a:p>
            <a:r>
              <a:rPr lang="en-US" dirty="0"/>
              <a:t>Network attacks</a:t>
            </a:r>
          </a:p>
          <a:p>
            <a:pPr lvl="1"/>
            <a:r>
              <a:rPr lang="en-US" dirty="0"/>
              <a:t>Reconnaissance, weaponization, C&amp;C, data exfiltration</a:t>
            </a:r>
          </a:p>
          <a:p>
            <a:r>
              <a:rPr lang="en-US" dirty="0"/>
              <a:t>Distributed denial of service attacks</a:t>
            </a:r>
          </a:p>
          <a:p>
            <a:r>
              <a:rPr lang="en-US" dirty="0"/>
              <a:t>On-path, Domain Name System, and wireless attacks</a:t>
            </a:r>
          </a:p>
          <a:p>
            <a:r>
              <a:rPr lang="en-US" dirty="0"/>
              <a:t>Password and credential replay attacks</a:t>
            </a:r>
          </a:p>
          <a:p>
            <a:r>
              <a:rPr lang="en-US" dirty="0"/>
              <a:t>Cryptographic attacks</a:t>
            </a:r>
          </a:p>
          <a:p>
            <a:r>
              <a:rPr lang="en-US" dirty="0"/>
              <a:t>Malicious code indicators</a:t>
            </a:r>
          </a:p>
          <a:p>
            <a:pPr lvl="1"/>
            <a:r>
              <a:rPr lang="en-US" dirty="0"/>
              <a:t>Shellcode, credential dumping, lateral movement/pivoting, persistence</a:t>
            </a:r>
          </a:p>
        </p:txBody>
      </p:sp>
      <p:sp>
        <p:nvSpPr>
          <p:cNvPr id="3" name="Title 2">
            <a:extLst>
              <a:ext uri="{FF2B5EF4-FFF2-40B4-BE49-F238E27FC236}">
                <a16:creationId xmlns:a16="http://schemas.microsoft.com/office/drawing/2014/main" id="{844899D8-0E46-7EED-0357-4C31575AEEE6}"/>
              </a:ext>
            </a:extLst>
          </p:cNvPr>
          <p:cNvSpPr>
            <a:spLocks noGrp="1"/>
          </p:cNvSpPr>
          <p:nvPr>
            <p:ph type="title"/>
          </p:nvPr>
        </p:nvSpPr>
        <p:spPr/>
        <p:txBody>
          <a:bodyPr/>
          <a:lstStyle/>
          <a:p>
            <a:r>
              <a:rPr lang="en-US" dirty="0"/>
              <a:t>Physical and Network Attack Indicators</a:t>
            </a:r>
          </a:p>
        </p:txBody>
      </p:sp>
      <p:sp>
        <p:nvSpPr>
          <p:cNvPr id="4" name="Slide Number Placeholder 3">
            <a:extLst>
              <a:ext uri="{FF2B5EF4-FFF2-40B4-BE49-F238E27FC236}">
                <a16:creationId xmlns:a16="http://schemas.microsoft.com/office/drawing/2014/main" id="{EE114865-216E-E300-FDC1-9643CBB6DB4E}"/>
              </a:ext>
            </a:extLst>
          </p:cNvPr>
          <p:cNvSpPr>
            <a:spLocks noGrp="1"/>
          </p:cNvSpPr>
          <p:nvPr>
            <p:ph type="sldNum" sz="quarter" idx="12"/>
          </p:nvPr>
        </p:nvSpPr>
        <p:spPr/>
        <p:txBody>
          <a:bodyPr/>
          <a:lstStyle/>
          <a:p>
            <a:fld id="{B7CF8A19-3A9E-4ABC-B336-2FDDE321C72D}" type="slidenum">
              <a:rPr lang="en-US" smtClean="0"/>
              <a:pPr/>
              <a:t>26</a:t>
            </a:fld>
            <a:endParaRPr lang="en-US"/>
          </a:p>
        </p:txBody>
      </p:sp>
    </p:spTree>
    <p:extLst>
      <p:ext uri="{BB962C8B-B14F-4D97-AF65-F5344CB8AC3E}">
        <p14:creationId xmlns:p14="http://schemas.microsoft.com/office/powerpoint/2010/main" val="34184845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4D34B-97FF-CCB8-2DF3-29C50AB57BFC}"/>
              </a:ext>
            </a:extLst>
          </p:cNvPr>
          <p:cNvSpPr>
            <a:spLocks noGrp="1"/>
          </p:cNvSpPr>
          <p:nvPr>
            <p:ph type="ctrTitle"/>
          </p:nvPr>
        </p:nvSpPr>
        <p:spPr/>
        <p:txBody>
          <a:bodyPr/>
          <a:lstStyle/>
          <a:p>
            <a:r>
              <a:rPr lang="en-US" noProof="0" dirty="0"/>
              <a:t>Application Attack Indicators</a:t>
            </a:r>
          </a:p>
        </p:txBody>
      </p:sp>
      <p:sp>
        <p:nvSpPr>
          <p:cNvPr id="3" name="Subtitle 2">
            <a:extLst>
              <a:ext uri="{FF2B5EF4-FFF2-40B4-BE49-F238E27FC236}">
                <a16:creationId xmlns:a16="http://schemas.microsoft.com/office/drawing/2014/main" id="{045240B9-4836-CB4C-7AA7-19958C6DC8BC}"/>
              </a:ext>
            </a:extLst>
          </p:cNvPr>
          <p:cNvSpPr>
            <a:spLocks noGrp="1"/>
          </p:cNvSpPr>
          <p:nvPr>
            <p:ph type="subTitle" idx="1"/>
          </p:nvPr>
        </p:nvSpPr>
        <p:spPr/>
        <p:txBody>
          <a:bodyPr/>
          <a:lstStyle/>
          <a:p>
            <a:r>
              <a:rPr lang="en-US" noProof="0" dirty="0"/>
              <a:t>Topic 13C</a:t>
            </a:r>
          </a:p>
        </p:txBody>
      </p:sp>
      <p:sp>
        <p:nvSpPr>
          <p:cNvPr id="4" name="Text Placeholder 3">
            <a:extLst>
              <a:ext uri="{FF2B5EF4-FFF2-40B4-BE49-F238E27FC236}">
                <a16:creationId xmlns:a16="http://schemas.microsoft.com/office/drawing/2014/main" id="{0AE96607-3833-EAA2-608A-4B298EEACB21}"/>
              </a:ext>
            </a:extLst>
          </p:cNvPr>
          <p:cNvSpPr>
            <a:spLocks noGrp="1"/>
          </p:cNvSpPr>
          <p:nvPr>
            <p:ph type="body" sz="quarter" idx="12"/>
          </p:nvPr>
        </p:nvSpPr>
        <p:spPr/>
        <p:txBody>
          <a:bodyPr/>
          <a:lstStyle/>
          <a:p>
            <a:r>
              <a:rPr lang="en-US" noProof="0" dirty="0"/>
              <a:t>Lesson 13</a:t>
            </a:r>
          </a:p>
        </p:txBody>
      </p:sp>
      <p:sp>
        <p:nvSpPr>
          <p:cNvPr id="5" name="Slide Number Placeholder 4">
            <a:extLst>
              <a:ext uri="{FF2B5EF4-FFF2-40B4-BE49-F238E27FC236}">
                <a16:creationId xmlns:a16="http://schemas.microsoft.com/office/drawing/2014/main" id="{A2328C14-E12D-35B1-F2E0-2DFFE3B60AA0}"/>
              </a:ext>
            </a:extLst>
          </p:cNvPr>
          <p:cNvSpPr>
            <a:spLocks noGrp="1"/>
          </p:cNvSpPr>
          <p:nvPr>
            <p:ph type="sldNum" sz="quarter" idx="10"/>
          </p:nvPr>
        </p:nvSpPr>
        <p:spPr/>
        <p:txBody>
          <a:bodyPr/>
          <a:lstStyle/>
          <a:p>
            <a:fld id="{B7CF8A19-3A9E-4ABC-B336-2FDDE321C72D}" type="slidenum">
              <a:rPr lang="en-US" smtClean="0"/>
              <a:pPr/>
              <a:t>27</a:t>
            </a:fld>
            <a:endParaRPr lang="en-US"/>
          </a:p>
        </p:txBody>
      </p:sp>
    </p:spTree>
    <p:extLst>
      <p:ext uri="{BB962C8B-B14F-4D97-AF65-F5344CB8AC3E}">
        <p14:creationId xmlns:p14="http://schemas.microsoft.com/office/powerpoint/2010/main" val="35166345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494DC-154F-0EBE-61BE-C35240D3124E}"/>
              </a:ext>
            </a:extLst>
          </p:cNvPr>
          <p:cNvSpPr>
            <a:spLocks noGrp="1"/>
          </p:cNvSpPr>
          <p:nvPr>
            <p:ph type="title"/>
          </p:nvPr>
        </p:nvSpPr>
        <p:spPr/>
        <p:txBody>
          <a:bodyPr/>
          <a:lstStyle/>
          <a:p>
            <a:r>
              <a:rPr lang="en-US" noProof="0" dirty="0"/>
              <a:t>Application Attacks</a:t>
            </a:r>
          </a:p>
        </p:txBody>
      </p:sp>
      <p:sp>
        <p:nvSpPr>
          <p:cNvPr id="3" name="Content Placeholder 2">
            <a:extLst>
              <a:ext uri="{FF2B5EF4-FFF2-40B4-BE49-F238E27FC236}">
                <a16:creationId xmlns:a16="http://schemas.microsoft.com/office/drawing/2014/main" id="{15E0A3B6-01C3-CC82-4A53-607A79DCBF44}"/>
              </a:ext>
            </a:extLst>
          </p:cNvPr>
          <p:cNvSpPr>
            <a:spLocks noGrp="1"/>
          </p:cNvSpPr>
          <p:nvPr>
            <p:ph idx="1"/>
          </p:nvPr>
        </p:nvSpPr>
        <p:spPr/>
        <p:txBody>
          <a:bodyPr>
            <a:normAutofit lnSpcReduction="10000"/>
          </a:bodyPr>
          <a:lstStyle/>
          <a:p>
            <a:r>
              <a:rPr lang="en-US" noProof="0" dirty="0"/>
              <a:t>Attacks that target vulnerabilities in application code or architecture/design</a:t>
            </a:r>
          </a:p>
          <a:p>
            <a:r>
              <a:rPr lang="en-US" noProof="0" dirty="0"/>
              <a:t>Privilege escalation </a:t>
            </a:r>
          </a:p>
          <a:p>
            <a:pPr lvl="1"/>
            <a:r>
              <a:rPr lang="en-US" noProof="0" dirty="0"/>
              <a:t>Get privileges from target vulnerable process to run arbitrary code</a:t>
            </a:r>
          </a:p>
          <a:p>
            <a:pPr lvl="1"/>
            <a:r>
              <a:rPr lang="en-US" noProof="0" dirty="0"/>
              <a:t>Remote execution when code is transferred from another machine</a:t>
            </a:r>
          </a:p>
          <a:p>
            <a:pPr lvl="1"/>
            <a:r>
              <a:rPr lang="en-US" noProof="0" dirty="0"/>
              <a:t>Vertical and horizontal privilege escalation </a:t>
            </a:r>
          </a:p>
          <a:p>
            <a:pPr lvl="1"/>
            <a:r>
              <a:rPr lang="en-US" noProof="0" dirty="0"/>
              <a:t>Detect by process logging and auditing plus automated detection scanning</a:t>
            </a:r>
          </a:p>
          <a:p>
            <a:r>
              <a:rPr lang="en-US" noProof="0" dirty="0"/>
              <a:t>Buffer overflow</a:t>
            </a:r>
          </a:p>
          <a:p>
            <a:pPr lvl="1"/>
            <a:endParaRPr lang="en-US" noProof="0" dirty="0"/>
          </a:p>
          <a:p>
            <a:endParaRPr lang="en-US" noProof="0" dirty="0"/>
          </a:p>
          <a:p>
            <a:endParaRPr lang="en-US" noProof="0" dirty="0"/>
          </a:p>
        </p:txBody>
      </p:sp>
      <p:sp>
        <p:nvSpPr>
          <p:cNvPr id="4" name="Slide Number Placeholder 3">
            <a:extLst>
              <a:ext uri="{FF2B5EF4-FFF2-40B4-BE49-F238E27FC236}">
                <a16:creationId xmlns:a16="http://schemas.microsoft.com/office/drawing/2014/main" id="{2DB476D1-9157-356D-20F4-AE3EB5C09E7B}"/>
              </a:ext>
            </a:extLst>
          </p:cNvPr>
          <p:cNvSpPr>
            <a:spLocks noGrp="1"/>
          </p:cNvSpPr>
          <p:nvPr>
            <p:ph type="sldNum" sz="quarter" idx="10"/>
          </p:nvPr>
        </p:nvSpPr>
        <p:spPr/>
        <p:txBody>
          <a:bodyPr/>
          <a:lstStyle/>
          <a:p>
            <a:fld id="{B7CF8A19-3A9E-4ABC-B336-2FDDE321C72D}" type="slidenum">
              <a:rPr lang="en-US" smtClean="0"/>
              <a:pPr/>
              <a:t>28</a:t>
            </a:fld>
            <a:endParaRPr lang="en-US"/>
          </a:p>
        </p:txBody>
      </p:sp>
    </p:spTree>
    <p:extLst>
      <p:ext uri="{BB962C8B-B14F-4D97-AF65-F5344CB8AC3E}">
        <p14:creationId xmlns:p14="http://schemas.microsoft.com/office/powerpoint/2010/main" val="15515992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1E6AD-8F33-271B-10F2-1BFC7BA575AE}"/>
              </a:ext>
            </a:extLst>
          </p:cNvPr>
          <p:cNvSpPr>
            <a:spLocks noGrp="1"/>
          </p:cNvSpPr>
          <p:nvPr>
            <p:ph type="title"/>
          </p:nvPr>
        </p:nvSpPr>
        <p:spPr/>
        <p:txBody>
          <a:bodyPr/>
          <a:lstStyle/>
          <a:p>
            <a:r>
              <a:rPr lang="en-US" noProof="0" dirty="0"/>
              <a:t>Replay Attacks</a:t>
            </a:r>
          </a:p>
        </p:txBody>
      </p:sp>
      <p:sp>
        <p:nvSpPr>
          <p:cNvPr id="6" name="Content Placeholder 5">
            <a:extLst>
              <a:ext uri="{FF2B5EF4-FFF2-40B4-BE49-F238E27FC236}">
                <a16:creationId xmlns:a16="http://schemas.microsoft.com/office/drawing/2014/main" id="{0FB3EA0B-C31D-F3CC-2D7F-95359B3CB84A}"/>
              </a:ext>
            </a:extLst>
          </p:cNvPr>
          <p:cNvSpPr>
            <a:spLocks noGrp="1"/>
          </p:cNvSpPr>
          <p:nvPr>
            <p:ph idx="12"/>
          </p:nvPr>
        </p:nvSpPr>
        <p:spPr/>
        <p:txBody>
          <a:bodyPr/>
          <a:lstStyle/>
          <a:p>
            <a:r>
              <a:rPr lang="en-US" noProof="0" dirty="0"/>
              <a:t>Resubmitting or guessing authorization tokens</a:t>
            </a:r>
          </a:p>
          <a:p>
            <a:r>
              <a:rPr lang="en-US" noProof="0" dirty="0"/>
              <a:t>Session management cookies</a:t>
            </a:r>
          </a:p>
          <a:p>
            <a:r>
              <a:rPr lang="en-US" noProof="0" dirty="0"/>
              <a:t>Replay cookie to obtain authenticated session</a:t>
            </a:r>
          </a:p>
          <a:p>
            <a:endParaRPr lang="en-US" noProof="0" dirty="0"/>
          </a:p>
          <a:p>
            <a:endParaRPr lang="en-US" dirty="0"/>
          </a:p>
        </p:txBody>
      </p:sp>
      <p:sp>
        <p:nvSpPr>
          <p:cNvPr id="4" name="Slide Number Placeholder 3">
            <a:extLst>
              <a:ext uri="{FF2B5EF4-FFF2-40B4-BE49-F238E27FC236}">
                <a16:creationId xmlns:a16="http://schemas.microsoft.com/office/drawing/2014/main" id="{E0BBA961-FD87-1DA3-0591-E77705078395}"/>
              </a:ext>
            </a:extLst>
          </p:cNvPr>
          <p:cNvSpPr>
            <a:spLocks noGrp="1"/>
          </p:cNvSpPr>
          <p:nvPr>
            <p:ph type="sldNum" sz="quarter" idx="13"/>
          </p:nvPr>
        </p:nvSpPr>
        <p:spPr/>
        <p:txBody>
          <a:bodyPr/>
          <a:lstStyle/>
          <a:p>
            <a:fld id="{B7CF8A19-3A9E-4ABC-B336-2FDDE321C72D}" type="slidenum">
              <a:rPr lang="en-US" smtClean="0"/>
              <a:pPr/>
              <a:t>29</a:t>
            </a:fld>
            <a:endParaRPr lang="en-US"/>
          </a:p>
        </p:txBody>
      </p:sp>
      <p:pic>
        <p:nvPicPr>
          <p:cNvPr id="36866" name="Picture 2" descr="A page titled, Browser Exploitation Framework 0.5.4.0.">
            <a:extLst>
              <a:ext uri="{FF2B5EF4-FFF2-40B4-BE49-F238E27FC236}">
                <a16:creationId xmlns:a16="http://schemas.microsoft.com/office/drawing/2014/main" id="{799F2BFA-6F6C-0843-E51A-33CFD8CFB639}"/>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46050" y="1454502"/>
            <a:ext cx="4354513" cy="262978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descr="A page titled, Browser Exploitation Framework 0.5.4.0.">
            <a:extLst>
              <a:ext uri="{FF2B5EF4-FFF2-40B4-BE49-F238E27FC236}">
                <a16:creationId xmlns:a16="http://schemas.microsoft.com/office/drawing/2014/main" id="{61BDAC91-5070-ABC2-36D4-FA15B3607A28}"/>
              </a:ext>
            </a:extLst>
          </p:cNvPr>
          <p:cNvSpPr txBox="1"/>
          <p:nvPr/>
        </p:nvSpPr>
        <p:spPr>
          <a:xfrm>
            <a:off x="23019" y="4084286"/>
            <a:ext cx="4600574" cy="369332"/>
          </a:xfrm>
          <a:prstGeom prst="rect">
            <a:avLst/>
          </a:prstGeom>
          <a:noFill/>
        </p:spPr>
        <p:txBody>
          <a:bodyPr wrap="square">
            <a:spAutoFit/>
          </a:bodyPr>
          <a:lstStyle/>
          <a:p>
            <a:pPr algn="ctr"/>
            <a:r>
              <a:rPr lang="en-US" sz="900" b="0" i="1" dirty="0">
                <a:solidFill>
                  <a:schemeClr val="accent4">
                    <a:lumMod val="50000"/>
                  </a:schemeClr>
                </a:solidFill>
                <a:effectLst/>
                <a:latin typeface="Open Sans" panose="020B0606030504020204" pitchFamily="34" charset="0"/>
              </a:rPr>
              <a:t>Using The Browser Exploitation Framework (</a:t>
            </a:r>
            <a:r>
              <a:rPr lang="en-US" sz="900" b="0" i="1" dirty="0" err="1">
                <a:solidFill>
                  <a:schemeClr val="accent4">
                    <a:lumMod val="50000"/>
                  </a:schemeClr>
                </a:solidFill>
                <a:effectLst/>
                <a:latin typeface="Open Sans" panose="020B0606030504020204" pitchFamily="34" charset="0"/>
              </a:rPr>
              <a:t>BeEF</a:t>
            </a:r>
            <a:r>
              <a:rPr lang="en-US" sz="900" b="0" i="1" dirty="0">
                <a:solidFill>
                  <a:schemeClr val="accent4">
                    <a:lumMod val="50000"/>
                  </a:schemeClr>
                </a:solidFill>
                <a:effectLst/>
                <a:latin typeface="Open Sans" panose="020B0606030504020204" pitchFamily="34" charset="0"/>
              </a:rPr>
              <a:t>) to obtain the session cookie from a browser.</a:t>
            </a:r>
            <a:endParaRPr lang="en-US" sz="900" dirty="0">
              <a:solidFill>
                <a:schemeClr val="accent4">
                  <a:lumMod val="50000"/>
                </a:schemeClr>
              </a:solidFill>
            </a:endParaRPr>
          </a:p>
        </p:txBody>
      </p:sp>
    </p:spTree>
    <p:extLst>
      <p:ext uri="{BB962C8B-B14F-4D97-AF65-F5344CB8AC3E}">
        <p14:creationId xmlns:p14="http://schemas.microsoft.com/office/powerpoint/2010/main" val="18558712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DE719-3BEB-F77C-233E-D9544BCAADFD}"/>
              </a:ext>
            </a:extLst>
          </p:cNvPr>
          <p:cNvSpPr>
            <a:spLocks noGrp="1"/>
          </p:cNvSpPr>
          <p:nvPr>
            <p:ph type="title"/>
          </p:nvPr>
        </p:nvSpPr>
        <p:spPr/>
        <p:txBody>
          <a:bodyPr/>
          <a:lstStyle/>
          <a:p>
            <a:r>
              <a:rPr lang="en-US" noProof="0" dirty="0"/>
              <a:t>Forgery Attacks (1)</a:t>
            </a:r>
          </a:p>
        </p:txBody>
      </p:sp>
      <p:sp>
        <p:nvSpPr>
          <p:cNvPr id="3" name="Content Placeholder 2">
            <a:extLst>
              <a:ext uri="{FF2B5EF4-FFF2-40B4-BE49-F238E27FC236}">
                <a16:creationId xmlns:a16="http://schemas.microsoft.com/office/drawing/2014/main" id="{4C2225F6-B3D5-F3A3-E103-5CCD1FCAAAC0}"/>
              </a:ext>
            </a:extLst>
          </p:cNvPr>
          <p:cNvSpPr>
            <a:spLocks noGrp="1"/>
          </p:cNvSpPr>
          <p:nvPr>
            <p:ph idx="1"/>
          </p:nvPr>
        </p:nvSpPr>
        <p:spPr/>
        <p:txBody>
          <a:bodyPr/>
          <a:lstStyle/>
          <a:p>
            <a:r>
              <a:rPr lang="en-US" noProof="0" dirty="0"/>
              <a:t>Cookie hijacking and session prediction</a:t>
            </a:r>
          </a:p>
          <a:p>
            <a:r>
              <a:rPr lang="en-US" noProof="0" dirty="0"/>
              <a:t>Client-side/cross-site (CSRF/XSRF) request forgery</a:t>
            </a:r>
          </a:p>
          <a:p>
            <a:pPr lvl="1"/>
            <a:r>
              <a:rPr lang="en-US" noProof="0" dirty="0"/>
              <a:t>Passes a URL to another site where the user has an authenticated session</a:t>
            </a:r>
          </a:p>
          <a:p>
            <a:pPr lvl="1"/>
            <a:r>
              <a:rPr lang="en-US" noProof="0" dirty="0"/>
              <a:t>Confused deputy</a:t>
            </a:r>
          </a:p>
          <a:p>
            <a:pPr lvl="1"/>
            <a:endParaRPr lang="en-US" noProof="0" dirty="0"/>
          </a:p>
          <a:p>
            <a:endParaRPr lang="en-US" noProof="0" dirty="0"/>
          </a:p>
        </p:txBody>
      </p:sp>
      <p:pic>
        <p:nvPicPr>
          <p:cNvPr id="6" name="Content Placeholder 5" descr="An illustration shows an example of cross-site request forgery.">
            <a:extLst>
              <a:ext uri="{FF2B5EF4-FFF2-40B4-BE49-F238E27FC236}">
                <a16:creationId xmlns:a16="http://schemas.microsoft.com/office/drawing/2014/main" id="{998A53BC-548D-F87B-C351-A5DB4AAF4B05}"/>
              </a:ext>
            </a:extLst>
          </p:cNvPr>
          <p:cNvPicPr>
            <a:picLocks noGrp="1" noChangeAspect="1"/>
          </p:cNvPicPr>
          <p:nvPr>
            <p:ph idx="12"/>
          </p:nvPr>
        </p:nvPicPr>
        <p:blipFill>
          <a:blip r:embed="rId2"/>
          <a:stretch>
            <a:fillRect/>
          </a:stretch>
        </p:blipFill>
        <p:spPr>
          <a:xfrm>
            <a:off x="4637088" y="1400672"/>
            <a:ext cx="4379912" cy="2737444"/>
          </a:xfrm>
        </p:spPr>
      </p:pic>
      <p:sp>
        <p:nvSpPr>
          <p:cNvPr id="5" name="Slide Number Placeholder 4">
            <a:extLst>
              <a:ext uri="{FF2B5EF4-FFF2-40B4-BE49-F238E27FC236}">
                <a16:creationId xmlns:a16="http://schemas.microsoft.com/office/drawing/2014/main" id="{6B1F572C-F1B4-BF90-B83D-5FE12BCF09B3}"/>
              </a:ext>
            </a:extLst>
          </p:cNvPr>
          <p:cNvSpPr>
            <a:spLocks noGrp="1"/>
          </p:cNvSpPr>
          <p:nvPr>
            <p:ph type="sldNum" sz="quarter" idx="13"/>
          </p:nvPr>
        </p:nvSpPr>
        <p:spPr/>
        <p:txBody>
          <a:bodyPr/>
          <a:lstStyle/>
          <a:p>
            <a:fld id="{B7CF8A19-3A9E-4ABC-B336-2FDDE321C72D}" type="slidenum">
              <a:rPr lang="en-US" smtClean="0"/>
              <a:pPr/>
              <a:t>30</a:t>
            </a:fld>
            <a:endParaRPr lang="en-US"/>
          </a:p>
        </p:txBody>
      </p:sp>
      <p:sp>
        <p:nvSpPr>
          <p:cNvPr id="7" name="TextBox 6">
            <a:extLst>
              <a:ext uri="{FF2B5EF4-FFF2-40B4-BE49-F238E27FC236}">
                <a16:creationId xmlns:a16="http://schemas.microsoft.com/office/drawing/2014/main" id="{C9142606-F55C-D583-D6E2-D3DC01D1342E}"/>
              </a:ext>
            </a:extLst>
          </p:cNvPr>
          <p:cNvSpPr txBox="1"/>
          <p:nvPr/>
        </p:nvSpPr>
        <p:spPr>
          <a:xfrm>
            <a:off x="7914937" y="4156815"/>
            <a:ext cx="1285929" cy="230832"/>
          </a:xfrm>
          <a:prstGeom prst="rect">
            <a:avLst/>
          </a:prstGeom>
          <a:noFill/>
        </p:spPr>
        <p:txBody>
          <a:bodyPr wrap="none" rtlCol="0">
            <a:spAutoFit/>
          </a:bodyPr>
          <a:lstStyle/>
          <a:p>
            <a:pPr algn="just"/>
            <a:r>
              <a:rPr lang="en-US" sz="900" i="1" dirty="0">
                <a:solidFill>
                  <a:srgbClr val="45545F"/>
                </a:solidFill>
              </a:rPr>
              <a:t>Images © 123rf.com.</a:t>
            </a:r>
          </a:p>
        </p:txBody>
      </p:sp>
    </p:spTree>
    <p:extLst>
      <p:ext uri="{BB962C8B-B14F-4D97-AF65-F5344CB8AC3E}">
        <p14:creationId xmlns:p14="http://schemas.microsoft.com/office/powerpoint/2010/main" val="5643913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EDEF2-895B-8543-BFFD-764E88FE9E0D}"/>
              </a:ext>
            </a:extLst>
          </p:cNvPr>
          <p:cNvSpPr>
            <a:spLocks noGrp="1"/>
          </p:cNvSpPr>
          <p:nvPr>
            <p:ph type="title"/>
          </p:nvPr>
        </p:nvSpPr>
        <p:spPr/>
        <p:txBody>
          <a:bodyPr/>
          <a:lstStyle/>
          <a:p>
            <a:r>
              <a:rPr lang="en-US" noProof="0" dirty="0"/>
              <a:t>Forgery Attacks (2)</a:t>
            </a:r>
          </a:p>
        </p:txBody>
      </p:sp>
      <p:pic>
        <p:nvPicPr>
          <p:cNvPr id="6" name="Content Placeholder 3" descr="An illustration shows an example of server-side request forgery.A screen shot of a smart phone">
            <a:extLst>
              <a:ext uri="{FF2B5EF4-FFF2-40B4-BE49-F238E27FC236}">
                <a16:creationId xmlns:a16="http://schemas.microsoft.com/office/drawing/2014/main" id="{D22DCE18-8D64-E45E-F488-4DFB0297A117}"/>
              </a:ext>
            </a:extLst>
          </p:cNvPr>
          <p:cNvPicPr>
            <a:picLocks noGrp="1" noChangeAspect="1"/>
          </p:cNvPicPr>
          <p:nvPr>
            <p:ph idx="1"/>
          </p:nvPr>
        </p:nvPicPr>
        <p:blipFill>
          <a:blip r:embed="rId2"/>
          <a:stretch>
            <a:fillRect/>
          </a:stretch>
        </p:blipFill>
        <p:spPr>
          <a:xfrm>
            <a:off x="146050" y="1011259"/>
            <a:ext cx="4354513" cy="3516269"/>
          </a:xfrm>
        </p:spPr>
      </p:pic>
      <p:sp>
        <p:nvSpPr>
          <p:cNvPr id="4" name="Content Placeholder 3">
            <a:extLst>
              <a:ext uri="{FF2B5EF4-FFF2-40B4-BE49-F238E27FC236}">
                <a16:creationId xmlns:a16="http://schemas.microsoft.com/office/drawing/2014/main" id="{B6D6F002-B286-86C6-01A0-03F52250534C}"/>
              </a:ext>
            </a:extLst>
          </p:cNvPr>
          <p:cNvSpPr>
            <a:spLocks noGrp="1"/>
          </p:cNvSpPr>
          <p:nvPr>
            <p:ph idx="12"/>
          </p:nvPr>
        </p:nvSpPr>
        <p:spPr/>
        <p:txBody>
          <a:bodyPr>
            <a:normAutofit/>
          </a:bodyPr>
          <a:lstStyle/>
          <a:p>
            <a:r>
              <a:rPr lang="en-US" noProof="0" dirty="0"/>
              <a:t>Server-side Request Forgery (SSRF)</a:t>
            </a:r>
          </a:p>
          <a:p>
            <a:r>
              <a:rPr lang="en-US" noProof="0" dirty="0"/>
              <a:t>Cause a server to make API calls or HTTP requests with arbitrary parameters</a:t>
            </a:r>
          </a:p>
          <a:p>
            <a:pPr lvl="1"/>
            <a:r>
              <a:rPr lang="en-US" noProof="0" dirty="0"/>
              <a:t>Weak authentication/access control between internal services</a:t>
            </a:r>
          </a:p>
          <a:p>
            <a:pPr lvl="1"/>
            <a:r>
              <a:rPr lang="en-US" noProof="0" dirty="0"/>
              <a:t>Weak input validation and faults in request parsing</a:t>
            </a:r>
          </a:p>
          <a:p>
            <a:endParaRPr lang="en-US" noProof="0" dirty="0"/>
          </a:p>
          <a:p>
            <a:endParaRPr lang="en-US" noProof="0" dirty="0"/>
          </a:p>
        </p:txBody>
      </p:sp>
      <p:sp>
        <p:nvSpPr>
          <p:cNvPr id="5" name="Slide Number Placeholder 4">
            <a:extLst>
              <a:ext uri="{FF2B5EF4-FFF2-40B4-BE49-F238E27FC236}">
                <a16:creationId xmlns:a16="http://schemas.microsoft.com/office/drawing/2014/main" id="{17DE97C8-48D1-1A9D-5A6B-925136F3C7C4}"/>
              </a:ext>
            </a:extLst>
          </p:cNvPr>
          <p:cNvSpPr>
            <a:spLocks noGrp="1"/>
          </p:cNvSpPr>
          <p:nvPr>
            <p:ph type="sldNum" sz="quarter" idx="13"/>
          </p:nvPr>
        </p:nvSpPr>
        <p:spPr/>
        <p:txBody>
          <a:bodyPr/>
          <a:lstStyle/>
          <a:p>
            <a:fld id="{B7CF8A19-3A9E-4ABC-B336-2FDDE321C72D}" type="slidenum">
              <a:rPr lang="en-US" smtClean="0"/>
              <a:pPr/>
              <a:t>31</a:t>
            </a:fld>
            <a:endParaRPr lang="en-US"/>
          </a:p>
        </p:txBody>
      </p:sp>
      <p:sp>
        <p:nvSpPr>
          <p:cNvPr id="7" name="TextBox 6">
            <a:extLst>
              <a:ext uri="{FF2B5EF4-FFF2-40B4-BE49-F238E27FC236}">
                <a16:creationId xmlns:a16="http://schemas.microsoft.com/office/drawing/2014/main" id="{352A13C8-3087-E020-FD5F-6A59D17B00DB}"/>
              </a:ext>
            </a:extLst>
          </p:cNvPr>
          <p:cNvSpPr txBox="1"/>
          <p:nvPr/>
        </p:nvSpPr>
        <p:spPr>
          <a:xfrm>
            <a:off x="45579" y="4657246"/>
            <a:ext cx="1285929" cy="230832"/>
          </a:xfrm>
          <a:prstGeom prst="rect">
            <a:avLst/>
          </a:prstGeom>
          <a:noFill/>
        </p:spPr>
        <p:txBody>
          <a:bodyPr wrap="none" rtlCol="0">
            <a:spAutoFit/>
          </a:bodyPr>
          <a:lstStyle/>
          <a:p>
            <a:pPr algn="just"/>
            <a:r>
              <a:rPr lang="en-US" sz="900" i="1" dirty="0">
                <a:solidFill>
                  <a:srgbClr val="45545F"/>
                </a:solidFill>
              </a:rPr>
              <a:t>Images © 123rf.com.</a:t>
            </a:r>
          </a:p>
        </p:txBody>
      </p:sp>
    </p:spTree>
    <p:extLst>
      <p:ext uri="{BB962C8B-B14F-4D97-AF65-F5344CB8AC3E}">
        <p14:creationId xmlns:p14="http://schemas.microsoft.com/office/powerpoint/2010/main" val="26074865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DB1CE-479D-79D6-264B-DFB60542C96B}"/>
              </a:ext>
            </a:extLst>
          </p:cNvPr>
          <p:cNvSpPr>
            <a:spLocks noGrp="1"/>
          </p:cNvSpPr>
          <p:nvPr>
            <p:ph type="title"/>
          </p:nvPr>
        </p:nvSpPr>
        <p:spPr/>
        <p:txBody>
          <a:bodyPr/>
          <a:lstStyle/>
          <a:p>
            <a:r>
              <a:rPr lang="en-US" noProof="0" dirty="0"/>
              <a:t>Injection Attacks</a:t>
            </a:r>
          </a:p>
        </p:txBody>
      </p:sp>
      <p:sp>
        <p:nvSpPr>
          <p:cNvPr id="3" name="Content Placeholder 2">
            <a:extLst>
              <a:ext uri="{FF2B5EF4-FFF2-40B4-BE49-F238E27FC236}">
                <a16:creationId xmlns:a16="http://schemas.microsoft.com/office/drawing/2014/main" id="{25484C63-C557-7B66-5EF0-06CBD9FC66F1}"/>
              </a:ext>
            </a:extLst>
          </p:cNvPr>
          <p:cNvSpPr>
            <a:spLocks noGrp="1"/>
          </p:cNvSpPr>
          <p:nvPr>
            <p:ph idx="1"/>
          </p:nvPr>
        </p:nvSpPr>
        <p:spPr>
          <a:xfrm>
            <a:off x="146049" y="746760"/>
            <a:ext cx="3832393" cy="4046220"/>
          </a:xfrm>
        </p:spPr>
        <p:txBody>
          <a:bodyPr>
            <a:normAutofit fontScale="92500" lnSpcReduction="20000"/>
          </a:bodyPr>
          <a:lstStyle/>
          <a:p>
            <a:r>
              <a:rPr lang="en-US" noProof="0" dirty="0"/>
              <a:t>Persistent XSS and SQL injection</a:t>
            </a:r>
          </a:p>
          <a:p>
            <a:r>
              <a:rPr lang="en-US" noProof="0" dirty="0"/>
              <a:t>Extensible Markup Language (XML) injection</a:t>
            </a:r>
          </a:p>
          <a:p>
            <a:pPr lvl="1"/>
            <a:r>
              <a:rPr lang="en-US" noProof="0" dirty="0"/>
              <a:t>XML tagged documents</a:t>
            </a:r>
          </a:p>
          <a:p>
            <a:pPr lvl="1"/>
            <a:r>
              <a:rPr lang="en-US" noProof="0" dirty="0"/>
              <a:t>XML External Entity (XXE) to exfiltrate data and files</a:t>
            </a:r>
          </a:p>
          <a:p>
            <a:r>
              <a:rPr lang="en-US" noProof="0" dirty="0"/>
              <a:t>Lightweight Directory Access Protocol (LDAP) injection</a:t>
            </a:r>
          </a:p>
          <a:p>
            <a:pPr lvl="1"/>
            <a:r>
              <a:rPr lang="en-US" noProof="0" dirty="0"/>
              <a:t>Query language to read and update network directories</a:t>
            </a:r>
          </a:p>
          <a:p>
            <a:endParaRPr lang="en-US" noProof="0" dirty="0"/>
          </a:p>
        </p:txBody>
      </p:sp>
      <p:sp>
        <p:nvSpPr>
          <p:cNvPr id="5" name="Slide Number Placeholder 4">
            <a:extLst>
              <a:ext uri="{FF2B5EF4-FFF2-40B4-BE49-F238E27FC236}">
                <a16:creationId xmlns:a16="http://schemas.microsoft.com/office/drawing/2014/main" id="{B21DC7F9-DFFC-9F52-0ADA-2499E18A4C20}"/>
              </a:ext>
            </a:extLst>
          </p:cNvPr>
          <p:cNvSpPr>
            <a:spLocks noGrp="1"/>
          </p:cNvSpPr>
          <p:nvPr>
            <p:ph type="sldNum" sz="quarter" idx="13"/>
          </p:nvPr>
        </p:nvSpPr>
        <p:spPr/>
        <p:txBody>
          <a:bodyPr/>
          <a:lstStyle/>
          <a:p>
            <a:fld id="{B7CF8A19-3A9E-4ABC-B336-2FDDE321C72D}" type="slidenum">
              <a:rPr lang="en-US" smtClean="0"/>
              <a:pPr/>
              <a:t>32</a:t>
            </a:fld>
            <a:endParaRPr lang="en-US"/>
          </a:p>
        </p:txBody>
      </p:sp>
      <p:sp>
        <p:nvSpPr>
          <p:cNvPr id="6" name="Content Placeholder 6">
            <a:extLst>
              <a:ext uri="{FF2B5EF4-FFF2-40B4-BE49-F238E27FC236}">
                <a16:creationId xmlns:a16="http://schemas.microsoft.com/office/drawing/2014/main" id="{87D7DD90-A8DD-DD6D-99C5-591FE0571ED7}"/>
              </a:ext>
            </a:extLst>
          </p:cNvPr>
          <p:cNvSpPr txBox="1">
            <a:spLocks/>
          </p:cNvSpPr>
          <p:nvPr/>
        </p:nvSpPr>
        <p:spPr>
          <a:xfrm>
            <a:off x="5336782" y="741168"/>
            <a:ext cx="3676249" cy="633459"/>
          </a:xfrm>
          <a:custGeom>
            <a:avLst/>
            <a:gdLst>
              <a:gd name="connsiteX0" fmla="*/ 0 w 3676249"/>
              <a:gd name="connsiteY0" fmla="*/ 0 h 633459"/>
              <a:gd name="connsiteX1" fmla="*/ 525178 w 3676249"/>
              <a:gd name="connsiteY1" fmla="*/ 0 h 633459"/>
              <a:gd name="connsiteX2" fmla="*/ 1050357 w 3676249"/>
              <a:gd name="connsiteY2" fmla="*/ 0 h 633459"/>
              <a:gd name="connsiteX3" fmla="*/ 1465248 w 3676249"/>
              <a:gd name="connsiteY3" fmla="*/ 0 h 633459"/>
              <a:gd name="connsiteX4" fmla="*/ 2063951 w 3676249"/>
              <a:gd name="connsiteY4" fmla="*/ 0 h 633459"/>
              <a:gd name="connsiteX5" fmla="*/ 2515605 w 3676249"/>
              <a:gd name="connsiteY5" fmla="*/ 0 h 633459"/>
              <a:gd name="connsiteX6" fmla="*/ 3077546 w 3676249"/>
              <a:gd name="connsiteY6" fmla="*/ 0 h 633459"/>
              <a:gd name="connsiteX7" fmla="*/ 3676249 w 3676249"/>
              <a:gd name="connsiteY7" fmla="*/ 0 h 633459"/>
              <a:gd name="connsiteX8" fmla="*/ 3676249 w 3676249"/>
              <a:gd name="connsiteY8" fmla="*/ 329399 h 633459"/>
              <a:gd name="connsiteX9" fmla="*/ 3676249 w 3676249"/>
              <a:gd name="connsiteY9" fmla="*/ 633459 h 633459"/>
              <a:gd name="connsiteX10" fmla="*/ 3077546 w 3676249"/>
              <a:gd name="connsiteY10" fmla="*/ 633459 h 633459"/>
              <a:gd name="connsiteX11" fmla="*/ 2478842 w 3676249"/>
              <a:gd name="connsiteY11" fmla="*/ 633459 h 633459"/>
              <a:gd name="connsiteX12" fmla="*/ 2027189 w 3676249"/>
              <a:gd name="connsiteY12" fmla="*/ 633459 h 633459"/>
              <a:gd name="connsiteX13" fmla="*/ 1612298 w 3676249"/>
              <a:gd name="connsiteY13" fmla="*/ 633459 h 633459"/>
              <a:gd name="connsiteX14" fmla="*/ 1197407 w 3676249"/>
              <a:gd name="connsiteY14" fmla="*/ 633459 h 633459"/>
              <a:gd name="connsiteX15" fmla="*/ 745753 w 3676249"/>
              <a:gd name="connsiteY15" fmla="*/ 633459 h 633459"/>
              <a:gd name="connsiteX16" fmla="*/ 0 w 3676249"/>
              <a:gd name="connsiteY16" fmla="*/ 633459 h 633459"/>
              <a:gd name="connsiteX17" fmla="*/ 0 w 3676249"/>
              <a:gd name="connsiteY17" fmla="*/ 316730 h 633459"/>
              <a:gd name="connsiteX18" fmla="*/ 0 w 3676249"/>
              <a:gd name="connsiteY18" fmla="*/ 0 h 633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676249" h="633459" fill="none" extrusionOk="0">
                <a:moveTo>
                  <a:pt x="0" y="0"/>
                </a:moveTo>
                <a:cubicBezTo>
                  <a:pt x="226694" y="-6077"/>
                  <a:pt x="313622" y="40511"/>
                  <a:pt x="525178" y="0"/>
                </a:cubicBezTo>
                <a:cubicBezTo>
                  <a:pt x="736734" y="-40511"/>
                  <a:pt x="918428" y="2676"/>
                  <a:pt x="1050357" y="0"/>
                </a:cubicBezTo>
                <a:cubicBezTo>
                  <a:pt x="1182286" y="-2676"/>
                  <a:pt x="1324631" y="46240"/>
                  <a:pt x="1465248" y="0"/>
                </a:cubicBezTo>
                <a:cubicBezTo>
                  <a:pt x="1605865" y="-46240"/>
                  <a:pt x="1846687" y="49711"/>
                  <a:pt x="2063951" y="0"/>
                </a:cubicBezTo>
                <a:cubicBezTo>
                  <a:pt x="2281215" y="-49711"/>
                  <a:pt x="2362557" y="42541"/>
                  <a:pt x="2515605" y="0"/>
                </a:cubicBezTo>
                <a:cubicBezTo>
                  <a:pt x="2668653" y="-42541"/>
                  <a:pt x="2843712" y="4120"/>
                  <a:pt x="3077546" y="0"/>
                </a:cubicBezTo>
                <a:cubicBezTo>
                  <a:pt x="3311380" y="-4120"/>
                  <a:pt x="3431738" y="55026"/>
                  <a:pt x="3676249" y="0"/>
                </a:cubicBezTo>
                <a:cubicBezTo>
                  <a:pt x="3697714" y="109930"/>
                  <a:pt x="3663174" y="173907"/>
                  <a:pt x="3676249" y="329399"/>
                </a:cubicBezTo>
                <a:cubicBezTo>
                  <a:pt x="3689324" y="484891"/>
                  <a:pt x="3671842" y="558299"/>
                  <a:pt x="3676249" y="633459"/>
                </a:cubicBezTo>
                <a:cubicBezTo>
                  <a:pt x="3397640" y="646788"/>
                  <a:pt x="3254799" y="623458"/>
                  <a:pt x="3077546" y="633459"/>
                </a:cubicBezTo>
                <a:cubicBezTo>
                  <a:pt x="2900293" y="643460"/>
                  <a:pt x="2759736" y="592852"/>
                  <a:pt x="2478842" y="633459"/>
                </a:cubicBezTo>
                <a:cubicBezTo>
                  <a:pt x="2197948" y="674066"/>
                  <a:pt x="2202264" y="624259"/>
                  <a:pt x="2027189" y="633459"/>
                </a:cubicBezTo>
                <a:cubicBezTo>
                  <a:pt x="1852114" y="642659"/>
                  <a:pt x="1737338" y="596360"/>
                  <a:pt x="1612298" y="633459"/>
                </a:cubicBezTo>
                <a:cubicBezTo>
                  <a:pt x="1487258" y="670558"/>
                  <a:pt x="1295683" y="588340"/>
                  <a:pt x="1197407" y="633459"/>
                </a:cubicBezTo>
                <a:cubicBezTo>
                  <a:pt x="1099131" y="678578"/>
                  <a:pt x="887378" y="596021"/>
                  <a:pt x="745753" y="633459"/>
                </a:cubicBezTo>
                <a:cubicBezTo>
                  <a:pt x="604128" y="670897"/>
                  <a:pt x="248466" y="582200"/>
                  <a:pt x="0" y="633459"/>
                </a:cubicBezTo>
                <a:cubicBezTo>
                  <a:pt x="-7535" y="543222"/>
                  <a:pt x="10793" y="428569"/>
                  <a:pt x="0" y="316730"/>
                </a:cubicBezTo>
                <a:cubicBezTo>
                  <a:pt x="-10793" y="204891"/>
                  <a:pt x="33934" y="132209"/>
                  <a:pt x="0" y="0"/>
                </a:cubicBezTo>
                <a:close/>
              </a:path>
              <a:path w="3676249" h="633459" stroke="0" extrusionOk="0">
                <a:moveTo>
                  <a:pt x="0" y="0"/>
                </a:moveTo>
                <a:cubicBezTo>
                  <a:pt x="131279" y="-16981"/>
                  <a:pt x="223231" y="28125"/>
                  <a:pt x="414891" y="0"/>
                </a:cubicBezTo>
                <a:cubicBezTo>
                  <a:pt x="606551" y="-28125"/>
                  <a:pt x="710920" y="45952"/>
                  <a:pt x="829782" y="0"/>
                </a:cubicBezTo>
                <a:cubicBezTo>
                  <a:pt x="948644" y="-45952"/>
                  <a:pt x="1156164" y="36265"/>
                  <a:pt x="1281435" y="0"/>
                </a:cubicBezTo>
                <a:cubicBezTo>
                  <a:pt x="1406706" y="-36265"/>
                  <a:pt x="1602787" y="27083"/>
                  <a:pt x="1769851" y="0"/>
                </a:cubicBezTo>
                <a:cubicBezTo>
                  <a:pt x="1936915" y="-27083"/>
                  <a:pt x="2053599" y="35574"/>
                  <a:pt x="2184742" y="0"/>
                </a:cubicBezTo>
                <a:cubicBezTo>
                  <a:pt x="2315885" y="-35574"/>
                  <a:pt x="2411054" y="18600"/>
                  <a:pt x="2599633" y="0"/>
                </a:cubicBezTo>
                <a:cubicBezTo>
                  <a:pt x="2788212" y="-18600"/>
                  <a:pt x="2827443" y="3771"/>
                  <a:pt x="3014524" y="0"/>
                </a:cubicBezTo>
                <a:cubicBezTo>
                  <a:pt x="3201605" y="-3771"/>
                  <a:pt x="3379264" y="1101"/>
                  <a:pt x="3676249" y="0"/>
                </a:cubicBezTo>
                <a:cubicBezTo>
                  <a:pt x="3680013" y="151610"/>
                  <a:pt x="3653724" y="177067"/>
                  <a:pt x="3676249" y="310395"/>
                </a:cubicBezTo>
                <a:cubicBezTo>
                  <a:pt x="3698774" y="443724"/>
                  <a:pt x="3638079" y="546798"/>
                  <a:pt x="3676249" y="633459"/>
                </a:cubicBezTo>
                <a:cubicBezTo>
                  <a:pt x="3550701" y="661568"/>
                  <a:pt x="3305629" y="582064"/>
                  <a:pt x="3077546" y="633459"/>
                </a:cubicBezTo>
                <a:cubicBezTo>
                  <a:pt x="2849463" y="684854"/>
                  <a:pt x="2756278" y="615360"/>
                  <a:pt x="2515605" y="633459"/>
                </a:cubicBezTo>
                <a:cubicBezTo>
                  <a:pt x="2274932" y="651558"/>
                  <a:pt x="2166196" y="593514"/>
                  <a:pt x="2027189" y="633459"/>
                </a:cubicBezTo>
                <a:cubicBezTo>
                  <a:pt x="1888182" y="673404"/>
                  <a:pt x="1698882" y="579445"/>
                  <a:pt x="1575535" y="633459"/>
                </a:cubicBezTo>
                <a:cubicBezTo>
                  <a:pt x="1452188" y="687473"/>
                  <a:pt x="1205454" y="597818"/>
                  <a:pt x="1087119" y="633459"/>
                </a:cubicBezTo>
                <a:cubicBezTo>
                  <a:pt x="968784" y="669100"/>
                  <a:pt x="730854" y="592750"/>
                  <a:pt x="598703" y="633459"/>
                </a:cubicBezTo>
                <a:cubicBezTo>
                  <a:pt x="466552" y="674168"/>
                  <a:pt x="273993" y="570070"/>
                  <a:pt x="0" y="633459"/>
                </a:cubicBezTo>
                <a:cubicBezTo>
                  <a:pt x="-31135" y="529103"/>
                  <a:pt x="3994" y="471701"/>
                  <a:pt x="0" y="316730"/>
                </a:cubicBezTo>
                <a:cubicBezTo>
                  <a:pt x="-3994" y="161759"/>
                  <a:pt x="6329" y="147379"/>
                  <a:pt x="0" y="0"/>
                </a:cubicBezTo>
                <a:close/>
              </a:path>
            </a:pathLst>
          </a:custGeom>
          <a:ln>
            <a:solidFill>
              <a:schemeClr val="accent1"/>
            </a:solidFill>
            <a:extLst>
              <a:ext uri="{C807C97D-BFC1-408E-A445-0C87EB9F89A2}">
                <ask:lineSketchStyleProps xmlns:ask="http://schemas.microsoft.com/office/drawing/2018/sketchyshapes" sd="1617156465">
                  <a:prstGeom prst="rect">
                    <a:avLst/>
                  </a:prstGeom>
                  <ask:type>
                    <ask:lineSketchScribble/>
                  </ask:type>
                </ask:lineSketchStyleProps>
              </a:ext>
            </a:extLst>
          </a:ln>
        </p:spPr>
        <p:txBody>
          <a:bodyPr/>
          <a:lstStyle>
            <a:lvl1pPr marL="257175" indent="-257175" algn="l" defTabSz="342900" rtl="0" eaLnBrk="1" latinLnBrk="0" hangingPunct="1">
              <a:spcBef>
                <a:spcPct val="20000"/>
              </a:spcBef>
              <a:buClr>
                <a:schemeClr val="accent5"/>
              </a:buClr>
              <a:buFont typeface="Arial"/>
              <a:buChar char="•"/>
              <a:defRPr sz="1800" kern="1200">
                <a:solidFill>
                  <a:schemeClr val="tx1"/>
                </a:solidFill>
                <a:latin typeface="+mn-lt"/>
                <a:ea typeface="+mn-ea"/>
                <a:cs typeface="+mn-cs"/>
              </a:defRPr>
            </a:lvl1pPr>
            <a:lvl2pPr marL="685800" indent="-342900" algn="l" defTabSz="342900" rtl="0" eaLnBrk="1" latinLnBrk="0" hangingPunct="1">
              <a:spcBef>
                <a:spcPct val="20000"/>
              </a:spcBef>
              <a:buClr>
                <a:srgbClr val="ED1C24"/>
              </a:buClr>
              <a:buFont typeface="Arial" panose="020B0604020202020204" pitchFamily="34" charset="0"/>
              <a:buChar char="•"/>
              <a:defRPr sz="1600" kern="1200">
                <a:solidFill>
                  <a:schemeClr val="tx1"/>
                </a:solidFill>
                <a:latin typeface="+mn-lt"/>
                <a:ea typeface="+mn-ea"/>
                <a:cs typeface="+mn-cs"/>
              </a:defRPr>
            </a:lvl2pPr>
            <a:lvl3pPr marL="857250" indent="-171450" algn="l" defTabSz="342900" rtl="0" eaLnBrk="1" latinLnBrk="0" hangingPunct="1">
              <a:spcBef>
                <a:spcPct val="20000"/>
              </a:spcBef>
              <a:buClr>
                <a:srgbClr val="ED1C24"/>
              </a:buClr>
              <a:buFont typeface="Arial"/>
              <a:buChar char="•"/>
              <a:defRPr sz="14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buFont typeface="Arial"/>
              <a:buNone/>
            </a:pPr>
            <a:r>
              <a:rPr lang="en-GB" sz="1600" dirty="0">
                <a:solidFill>
                  <a:schemeClr val="accent1"/>
                </a:solidFill>
                <a:latin typeface="Roboto Mono" pitchFamily="2" charset="0"/>
                <a:ea typeface="Roboto Mono" pitchFamily="2" charset="0"/>
              </a:rPr>
              <a:t>SELECT * FROM </a:t>
            </a:r>
            <a:r>
              <a:rPr lang="en-GB" sz="1600" dirty="0" err="1">
                <a:solidFill>
                  <a:schemeClr val="accent1"/>
                </a:solidFill>
                <a:latin typeface="Roboto Mono" pitchFamily="2" charset="0"/>
                <a:ea typeface="Roboto Mono" pitchFamily="2" charset="0"/>
              </a:rPr>
              <a:t>tbl_user</a:t>
            </a:r>
            <a:r>
              <a:rPr lang="en-GB" sz="1600" dirty="0">
                <a:solidFill>
                  <a:schemeClr val="accent1"/>
                </a:solidFill>
                <a:latin typeface="Roboto Mono" pitchFamily="2" charset="0"/>
                <a:ea typeface="Roboto Mono" pitchFamily="2" charset="0"/>
              </a:rPr>
              <a:t> WHERE username = '' or 1=1--#</a:t>
            </a:r>
            <a:endParaRPr lang="en-US" sz="1600" dirty="0">
              <a:solidFill>
                <a:schemeClr val="accent1"/>
              </a:solidFill>
            </a:endParaRPr>
          </a:p>
        </p:txBody>
      </p:sp>
      <p:sp>
        <p:nvSpPr>
          <p:cNvPr id="7" name="TextBox 6">
            <a:extLst>
              <a:ext uri="{FF2B5EF4-FFF2-40B4-BE49-F238E27FC236}">
                <a16:creationId xmlns:a16="http://schemas.microsoft.com/office/drawing/2014/main" id="{AAEAB290-EDC5-AE50-82F4-9FF7F95DFD43}"/>
              </a:ext>
            </a:extLst>
          </p:cNvPr>
          <p:cNvSpPr txBox="1"/>
          <p:nvPr/>
        </p:nvSpPr>
        <p:spPr>
          <a:xfrm>
            <a:off x="4039351" y="1673319"/>
            <a:ext cx="4958599" cy="1948276"/>
          </a:xfrm>
          <a:custGeom>
            <a:avLst/>
            <a:gdLst>
              <a:gd name="connsiteX0" fmla="*/ 0 w 4958599"/>
              <a:gd name="connsiteY0" fmla="*/ 0 h 1948276"/>
              <a:gd name="connsiteX1" fmla="*/ 600541 w 4958599"/>
              <a:gd name="connsiteY1" fmla="*/ 0 h 1948276"/>
              <a:gd name="connsiteX2" fmla="*/ 1250669 w 4958599"/>
              <a:gd name="connsiteY2" fmla="*/ 0 h 1948276"/>
              <a:gd name="connsiteX3" fmla="*/ 1752038 w 4958599"/>
              <a:gd name="connsiteY3" fmla="*/ 0 h 1948276"/>
              <a:gd name="connsiteX4" fmla="*/ 2352580 w 4958599"/>
              <a:gd name="connsiteY4" fmla="*/ 0 h 1948276"/>
              <a:gd name="connsiteX5" fmla="*/ 2804363 w 4958599"/>
              <a:gd name="connsiteY5" fmla="*/ 0 h 1948276"/>
              <a:gd name="connsiteX6" fmla="*/ 3355319 w 4958599"/>
              <a:gd name="connsiteY6" fmla="*/ 0 h 1948276"/>
              <a:gd name="connsiteX7" fmla="*/ 3906274 w 4958599"/>
              <a:gd name="connsiteY7" fmla="*/ 0 h 1948276"/>
              <a:gd name="connsiteX8" fmla="*/ 4457230 w 4958599"/>
              <a:gd name="connsiteY8" fmla="*/ 0 h 1948276"/>
              <a:gd name="connsiteX9" fmla="*/ 4958599 w 4958599"/>
              <a:gd name="connsiteY9" fmla="*/ 0 h 1948276"/>
              <a:gd name="connsiteX10" fmla="*/ 4958599 w 4958599"/>
              <a:gd name="connsiteY10" fmla="*/ 526035 h 1948276"/>
              <a:gd name="connsiteX11" fmla="*/ 4958599 w 4958599"/>
              <a:gd name="connsiteY11" fmla="*/ 954655 h 1948276"/>
              <a:gd name="connsiteX12" fmla="*/ 4958599 w 4958599"/>
              <a:gd name="connsiteY12" fmla="*/ 1461207 h 1948276"/>
              <a:gd name="connsiteX13" fmla="*/ 4958599 w 4958599"/>
              <a:gd name="connsiteY13" fmla="*/ 1948276 h 1948276"/>
              <a:gd name="connsiteX14" fmla="*/ 4457230 w 4958599"/>
              <a:gd name="connsiteY14" fmla="*/ 1948276 h 1948276"/>
              <a:gd name="connsiteX15" fmla="*/ 4055032 w 4958599"/>
              <a:gd name="connsiteY15" fmla="*/ 1948276 h 1948276"/>
              <a:gd name="connsiteX16" fmla="*/ 3454491 w 4958599"/>
              <a:gd name="connsiteY16" fmla="*/ 1948276 h 1948276"/>
              <a:gd name="connsiteX17" fmla="*/ 2953121 w 4958599"/>
              <a:gd name="connsiteY17" fmla="*/ 1948276 h 1948276"/>
              <a:gd name="connsiteX18" fmla="*/ 2501338 w 4958599"/>
              <a:gd name="connsiteY18" fmla="*/ 1948276 h 1948276"/>
              <a:gd name="connsiteX19" fmla="*/ 1999968 w 4958599"/>
              <a:gd name="connsiteY19" fmla="*/ 1948276 h 1948276"/>
              <a:gd name="connsiteX20" fmla="*/ 1548185 w 4958599"/>
              <a:gd name="connsiteY20" fmla="*/ 1948276 h 1948276"/>
              <a:gd name="connsiteX21" fmla="*/ 947643 w 4958599"/>
              <a:gd name="connsiteY21" fmla="*/ 1948276 h 1948276"/>
              <a:gd name="connsiteX22" fmla="*/ 495860 w 4958599"/>
              <a:gd name="connsiteY22" fmla="*/ 1948276 h 1948276"/>
              <a:gd name="connsiteX23" fmla="*/ 0 w 4958599"/>
              <a:gd name="connsiteY23" fmla="*/ 1948276 h 1948276"/>
              <a:gd name="connsiteX24" fmla="*/ 0 w 4958599"/>
              <a:gd name="connsiteY24" fmla="*/ 1461207 h 1948276"/>
              <a:gd name="connsiteX25" fmla="*/ 0 w 4958599"/>
              <a:gd name="connsiteY25" fmla="*/ 974138 h 1948276"/>
              <a:gd name="connsiteX26" fmla="*/ 0 w 4958599"/>
              <a:gd name="connsiteY26" fmla="*/ 506552 h 1948276"/>
              <a:gd name="connsiteX27" fmla="*/ 0 w 4958599"/>
              <a:gd name="connsiteY27" fmla="*/ 0 h 1948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958599" h="1948276" fill="none" extrusionOk="0">
                <a:moveTo>
                  <a:pt x="0" y="0"/>
                </a:moveTo>
                <a:cubicBezTo>
                  <a:pt x="160295" y="-44614"/>
                  <a:pt x="442828" y="6823"/>
                  <a:pt x="600541" y="0"/>
                </a:cubicBezTo>
                <a:cubicBezTo>
                  <a:pt x="758254" y="-6823"/>
                  <a:pt x="1085821" y="52529"/>
                  <a:pt x="1250669" y="0"/>
                </a:cubicBezTo>
                <a:cubicBezTo>
                  <a:pt x="1415517" y="-52529"/>
                  <a:pt x="1537923" y="37616"/>
                  <a:pt x="1752038" y="0"/>
                </a:cubicBezTo>
                <a:cubicBezTo>
                  <a:pt x="1966153" y="-37616"/>
                  <a:pt x="2173302" y="3363"/>
                  <a:pt x="2352580" y="0"/>
                </a:cubicBezTo>
                <a:cubicBezTo>
                  <a:pt x="2531858" y="-3363"/>
                  <a:pt x="2661814" y="2795"/>
                  <a:pt x="2804363" y="0"/>
                </a:cubicBezTo>
                <a:cubicBezTo>
                  <a:pt x="2946912" y="-2795"/>
                  <a:pt x="3097852" y="17512"/>
                  <a:pt x="3355319" y="0"/>
                </a:cubicBezTo>
                <a:cubicBezTo>
                  <a:pt x="3612786" y="-17512"/>
                  <a:pt x="3649487" y="14627"/>
                  <a:pt x="3906274" y="0"/>
                </a:cubicBezTo>
                <a:cubicBezTo>
                  <a:pt x="4163062" y="-14627"/>
                  <a:pt x="4331361" y="2727"/>
                  <a:pt x="4457230" y="0"/>
                </a:cubicBezTo>
                <a:cubicBezTo>
                  <a:pt x="4583099" y="-2727"/>
                  <a:pt x="4836968" y="30300"/>
                  <a:pt x="4958599" y="0"/>
                </a:cubicBezTo>
                <a:cubicBezTo>
                  <a:pt x="4971434" y="130217"/>
                  <a:pt x="4916886" y="315445"/>
                  <a:pt x="4958599" y="526035"/>
                </a:cubicBezTo>
                <a:cubicBezTo>
                  <a:pt x="5000312" y="736625"/>
                  <a:pt x="4932110" y="837606"/>
                  <a:pt x="4958599" y="954655"/>
                </a:cubicBezTo>
                <a:cubicBezTo>
                  <a:pt x="4985088" y="1071704"/>
                  <a:pt x="4906471" y="1235681"/>
                  <a:pt x="4958599" y="1461207"/>
                </a:cubicBezTo>
                <a:cubicBezTo>
                  <a:pt x="5010727" y="1686733"/>
                  <a:pt x="4934677" y="1708721"/>
                  <a:pt x="4958599" y="1948276"/>
                </a:cubicBezTo>
                <a:cubicBezTo>
                  <a:pt x="4733074" y="1972221"/>
                  <a:pt x="4587571" y="1947518"/>
                  <a:pt x="4457230" y="1948276"/>
                </a:cubicBezTo>
                <a:cubicBezTo>
                  <a:pt x="4326889" y="1949034"/>
                  <a:pt x="4181150" y="1937552"/>
                  <a:pt x="4055032" y="1948276"/>
                </a:cubicBezTo>
                <a:cubicBezTo>
                  <a:pt x="3928914" y="1959000"/>
                  <a:pt x="3678538" y="1901453"/>
                  <a:pt x="3454491" y="1948276"/>
                </a:cubicBezTo>
                <a:cubicBezTo>
                  <a:pt x="3230444" y="1995099"/>
                  <a:pt x="3125997" y="1925507"/>
                  <a:pt x="2953121" y="1948276"/>
                </a:cubicBezTo>
                <a:cubicBezTo>
                  <a:pt x="2780245" y="1971045"/>
                  <a:pt x="2657312" y="1928824"/>
                  <a:pt x="2501338" y="1948276"/>
                </a:cubicBezTo>
                <a:cubicBezTo>
                  <a:pt x="2345364" y="1967728"/>
                  <a:pt x="2149309" y="1932429"/>
                  <a:pt x="1999968" y="1948276"/>
                </a:cubicBezTo>
                <a:cubicBezTo>
                  <a:pt x="1850627" y="1964123"/>
                  <a:pt x="1725802" y="1931200"/>
                  <a:pt x="1548185" y="1948276"/>
                </a:cubicBezTo>
                <a:cubicBezTo>
                  <a:pt x="1370568" y="1965352"/>
                  <a:pt x="1127894" y="1928916"/>
                  <a:pt x="947643" y="1948276"/>
                </a:cubicBezTo>
                <a:cubicBezTo>
                  <a:pt x="767392" y="1967636"/>
                  <a:pt x="702934" y="1923404"/>
                  <a:pt x="495860" y="1948276"/>
                </a:cubicBezTo>
                <a:cubicBezTo>
                  <a:pt x="288786" y="1973148"/>
                  <a:pt x="107886" y="1889017"/>
                  <a:pt x="0" y="1948276"/>
                </a:cubicBezTo>
                <a:cubicBezTo>
                  <a:pt x="-50325" y="1757477"/>
                  <a:pt x="45633" y="1619673"/>
                  <a:pt x="0" y="1461207"/>
                </a:cubicBezTo>
                <a:cubicBezTo>
                  <a:pt x="-45633" y="1302741"/>
                  <a:pt x="47833" y="1153825"/>
                  <a:pt x="0" y="974138"/>
                </a:cubicBezTo>
                <a:cubicBezTo>
                  <a:pt x="-47833" y="794451"/>
                  <a:pt x="46544" y="642977"/>
                  <a:pt x="0" y="506552"/>
                </a:cubicBezTo>
                <a:cubicBezTo>
                  <a:pt x="-46544" y="370127"/>
                  <a:pt x="20278" y="208697"/>
                  <a:pt x="0" y="0"/>
                </a:cubicBezTo>
                <a:close/>
              </a:path>
              <a:path w="4958599" h="1948276" stroke="0" extrusionOk="0">
                <a:moveTo>
                  <a:pt x="0" y="0"/>
                </a:moveTo>
                <a:cubicBezTo>
                  <a:pt x="96053" y="-41542"/>
                  <a:pt x="308428" y="16631"/>
                  <a:pt x="451783" y="0"/>
                </a:cubicBezTo>
                <a:cubicBezTo>
                  <a:pt x="595138" y="-16631"/>
                  <a:pt x="906868" y="14320"/>
                  <a:pt x="1101911" y="0"/>
                </a:cubicBezTo>
                <a:cubicBezTo>
                  <a:pt x="1296954" y="-14320"/>
                  <a:pt x="1453644" y="12613"/>
                  <a:pt x="1652866" y="0"/>
                </a:cubicBezTo>
                <a:cubicBezTo>
                  <a:pt x="1852088" y="-12613"/>
                  <a:pt x="1967491" y="1867"/>
                  <a:pt x="2154236" y="0"/>
                </a:cubicBezTo>
                <a:cubicBezTo>
                  <a:pt x="2340981" y="-1867"/>
                  <a:pt x="2481002" y="35200"/>
                  <a:pt x="2804363" y="0"/>
                </a:cubicBezTo>
                <a:cubicBezTo>
                  <a:pt x="3127724" y="-35200"/>
                  <a:pt x="3180328" y="33425"/>
                  <a:pt x="3305733" y="0"/>
                </a:cubicBezTo>
                <a:cubicBezTo>
                  <a:pt x="3431138" y="-33425"/>
                  <a:pt x="3667037" y="46143"/>
                  <a:pt x="3955860" y="0"/>
                </a:cubicBezTo>
                <a:cubicBezTo>
                  <a:pt x="4244683" y="-46143"/>
                  <a:pt x="4271834" y="47881"/>
                  <a:pt x="4358058" y="0"/>
                </a:cubicBezTo>
                <a:cubicBezTo>
                  <a:pt x="4444282" y="-47881"/>
                  <a:pt x="4786783" y="65808"/>
                  <a:pt x="4958599" y="0"/>
                </a:cubicBezTo>
                <a:cubicBezTo>
                  <a:pt x="4981707" y="193050"/>
                  <a:pt x="4926232" y="325937"/>
                  <a:pt x="4958599" y="487069"/>
                </a:cubicBezTo>
                <a:cubicBezTo>
                  <a:pt x="4990966" y="648201"/>
                  <a:pt x="4934418" y="854676"/>
                  <a:pt x="4958599" y="974138"/>
                </a:cubicBezTo>
                <a:cubicBezTo>
                  <a:pt x="4982780" y="1093600"/>
                  <a:pt x="4906307" y="1331644"/>
                  <a:pt x="4958599" y="1461207"/>
                </a:cubicBezTo>
                <a:cubicBezTo>
                  <a:pt x="5010891" y="1590770"/>
                  <a:pt x="4912145" y="1845099"/>
                  <a:pt x="4958599" y="1948276"/>
                </a:cubicBezTo>
                <a:cubicBezTo>
                  <a:pt x="4835901" y="1982803"/>
                  <a:pt x="4727197" y="1914592"/>
                  <a:pt x="4556402" y="1948276"/>
                </a:cubicBezTo>
                <a:cubicBezTo>
                  <a:pt x="4385607" y="1981960"/>
                  <a:pt x="4117589" y="1931863"/>
                  <a:pt x="4005446" y="1948276"/>
                </a:cubicBezTo>
                <a:cubicBezTo>
                  <a:pt x="3893303" y="1964689"/>
                  <a:pt x="3637848" y="1896963"/>
                  <a:pt x="3454491" y="1948276"/>
                </a:cubicBezTo>
                <a:cubicBezTo>
                  <a:pt x="3271134" y="1999589"/>
                  <a:pt x="3007238" y="1896049"/>
                  <a:pt x="2804363" y="1948276"/>
                </a:cubicBezTo>
                <a:cubicBezTo>
                  <a:pt x="2601488" y="2000503"/>
                  <a:pt x="2451417" y="1917674"/>
                  <a:pt x="2302994" y="1948276"/>
                </a:cubicBezTo>
                <a:cubicBezTo>
                  <a:pt x="2154571" y="1978878"/>
                  <a:pt x="1946840" y="1914977"/>
                  <a:pt x="1752038" y="1948276"/>
                </a:cubicBezTo>
                <a:cubicBezTo>
                  <a:pt x="1557236" y="1981575"/>
                  <a:pt x="1454551" y="1944374"/>
                  <a:pt x="1300255" y="1948276"/>
                </a:cubicBezTo>
                <a:cubicBezTo>
                  <a:pt x="1145959" y="1952178"/>
                  <a:pt x="927134" y="1904147"/>
                  <a:pt x="650127" y="1948276"/>
                </a:cubicBezTo>
                <a:cubicBezTo>
                  <a:pt x="373120" y="1992405"/>
                  <a:pt x="291106" y="1910496"/>
                  <a:pt x="0" y="1948276"/>
                </a:cubicBezTo>
                <a:cubicBezTo>
                  <a:pt x="-56645" y="1713994"/>
                  <a:pt x="58089" y="1594831"/>
                  <a:pt x="0" y="1422241"/>
                </a:cubicBezTo>
                <a:cubicBezTo>
                  <a:pt x="-58089" y="1249652"/>
                  <a:pt x="33651" y="1141623"/>
                  <a:pt x="0" y="974138"/>
                </a:cubicBezTo>
                <a:cubicBezTo>
                  <a:pt x="-33651" y="806653"/>
                  <a:pt x="52244" y="632516"/>
                  <a:pt x="0" y="506552"/>
                </a:cubicBezTo>
                <a:cubicBezTo>
                  <a:pt x="-52244" y="380588"/>
                  <a:pt x="48421" y="178200"/>
                  <a:pt x="0" y="0"/>
                </a:cubicBezTo>
                <a:close/>
              </a:path>
            </a:pathLst>
          </a:custGeom>
          <a:ln>
            <a:solidFill>
              <a:schemeClr val="accent1"/>
            </a:solidFill>
            <a:extLst>
              <a:ext uri="{C807C97D-BFC1-408E-A445-0C87EB9F89A2}">
                <ask:lineSketchStyleProps xmlns:ask="http://schemas.microsoft.com/office/drawing/2018/sketchyshapes" sd="1975040413">
                  <a:prstGeom prst="rect">
                    <a:avLst/>
                  </a:prstGeom>
                  <ask:type>
                    <ask:lineSketchScribble/>
                  </ask:type>
                </ask:lineSketchStyleProps>
              </a:ext>
            </a:extLst>
          </a:ln>
        </p:spPr>
        <p:txBody>
          <a:bodyPr vert="horz" lIns="91440" tIns="45720" rIns="91440" bIns="45720" rtlCol="0">
            <a:noAutofit/>
          </a:bodyPr>
          <a:lstStyle>
            <a:lvl1pPr indent="0" defTabSz="342900">
              <a:spcBef>
                <a:spcPct val="20000"/>
              </a:spcBef>
              <a:buClr>
                <a:schemeClr val="accent5"/>
              </a:buClr>
              <a:buFont typeface="Arial"/>
              <a:buNone/>
              <a:defRPr>
                <a:solidFill>
                  <a:schemeClr val="accent1"/>
                </a:solidFill>
                <a:latin typeface="Roboto Mono" pitchFamily="2" charset="0"/>
                <a:ea typeface="Roboto Mono" pitchFamily="2" charset="0"/>
              </a:defRPr>
            </a:lvl1pPr>
            <a:lvl2pPr marL="685800" indent="-342900" defTabSz="342900">
              <a:spcBef>
                <a:spcPct val="20000"/>
              </a:spcBef>
              <a:buClr>
                <a:srgbClr val="ED1C24"/>
              </a:buClr>
              <a:buFont typeface="Arial" panose="020B0604020202020204" pitchFamily="34" charset="0"/>
              <a:buChar char="•"/>
              <a:defRPr sz="1600">
                <a:solidFill>
                  <a:srgbClr val="45545F"/>
                </a:solidFill>
              </a:defRPr>
            </a:lvl2pPr>
            <a:lvl3pPr marL="857250" indent="-171450" defTabSz="342900">
              <a:spcBef>
                <a:spcPct val="20000"/>
              </a:spcBef>
              <a:buClr>
                <a:srgbClr val="ED1C24"/>
              </a:buClr>
              <a:buFont typeface="Arial"/>
              <a:buChar char="•"/>
              <a:defRPr sz="1400">
                <a:solidFill>
                  <a:srgbClr val="45545F"/>
                </a:solidFill>
              </a:defRPr>
            </a:lvl3pPr>
            <a:lvl4pPr marL="1200150" indent="-171450" defTabSz="342900">
              <a:spcBef>
                <a:spcPct val="20000"/>
              </a:spcBef>
              <a:buFont typeface="Arial"/>
              <a:buChar char="–"/>
              <a:defRPr sz="1350"/>
            </a:lvl4pPr>
            <a:lvl5pPr marL="1543050" indent="-171450" defTabSz="342900">
              <a:spcBef>
                <a:spcPct val="20000"/>
              </a:spcBef>
              <a:buFont typeface="Arial"/>
              <a:buChar char="»"/>
              <a:defRPr sz="1350"/>
            </a:lvl5pPr>
            <a:lvl6pPr marL="1885950" indent="-171450" defTabSz="342900">
              <a:spcBef>
                <a:spcPct val="20000"/>
              </a:spcBef>
              <a:buFont typeface="Arial"/>
              <a:buChar char="•"/>
              <a:defRPr sz="1350"/>
            </a:lvl6pPr>
            <a:lvl7pPr marL="2228850" indent="-171450" defTabSz="342900">
              <a:spcBef>
                <a:spcPct val="20000"/>
              </a:spcBef>
              <a:buFont typeface="Arial"/>
              <a:buChar char="•"/>
              <a:defRPr sz="1350"/>
            </a:lvl7pPr>
            <a:lvl8pPr marL="2571750" indent="-171450" defTabSz="342900">
              <a:spcBef>
                <a:spcPct val="20000"/>
              </a:spcBef>
              <a:buFont typeface="Arial"/>
              <a:buChar char="•"/>
              <a:defRPr sz="1350"/>
            </a:lvl8pPr>
            <a:lvl9pPr marL="2914650" indent="-171450" defTabSz="342900">
              <a:spcBef>
                <a:spcPct val="20000"/>
              </a:spcBef>
              <a:buFont typeface="Arial"/>
              <a:buChar char="•"/>
              <a:defRPr sz="1350"/>
            </a:lvl9pPr>
          </a:lstStyle>
          <a:p>
            <a:r>
              <a:rPr lang="en-GB" sz="1600" dirty="0"/>
              <a:t>&lt;?xml version="1.0" encoding="UTF-8"?&gt;</a:t>
            </a:r>
            <a:br>
              <a:rPr lang="en-GB" sz="1600" dirty="0"/>
            </a:br>
            <a:endParaRPr lang="en-GB" sz="1600" dirty="0"/>
          </a:p>
          <a:p>
            <a:r>
              <a:rPr lang="en-GB" sz="1600" dirty="0"/>
              <a:t>&lt;!DOCTYPE foo [&lt;!ELEMENT foo ANY &gt;&lt;!ENTITY bar SYSTEM "file:///etc/config"&gt; ]&gt;</a:t>
            </a:r>
            <a:br>
              <a:rPr lang="en-GB" sz="1600" dirty="0"/>
            </a:br>
            <a:endParaRPr lang="en-GB" sz="1600" dirty="0"/>
          </a:p>
          <a:p>
            <a:r>
              <a:rPr lang="en-GB" sz="1600" dirty="0"/>
              <a:t>&lt;bar&gt;&amp;bar;&lt;/bar&gt;</a:t>
            </a:r>
          </a:p>
          <a:p>
            <a:endParaRPr lang="en-US" sz="1600" dirty="0"/>
          </a:p>
        </p:txBody>
      </p:sp>
      <p:sp>
        <p:nvSpPr>
          <p:cNvPr id="8" name="TextBox 7">
            <a:extLst>
              <a:ext uri="{FF2B5EF4-FFF2-40B4-BE49-F238E27FC236}">
                <a16:creationId xmlns:a16="http://schemas.microsoft.com/office/drawing/2014/main" id="{194F31AB-99FF-964B-BA89-EBA3FCC7509E}"/>
              </a:ext>
            </a:extLst>
          </p:cNvPr>
          <p:cNvSpPr txBox="1"/>
          <p:nvPr/>
        </p:nvSpPr>
        <p:spPr>
          <a:xfrm>
            <a:off x="4039352" y="4217666"/>
            <a:ext cx="4958599" cy="369332"/>
          </a:xfrm>
          <a:custGeom>
            <a:avLst/>
            <a:gdLst>
              <a:gd name="connsiteX0" fmla="*/ 0 w 4958599"/>
              <a:gd name="connsiteY0" fmla="*/ 0 h 369332"/>
              <a:gd name="connsiteX1" fmla="*/ 650127 w 4958599"/>
              <a:gd name="connsiteY1" fmla="*/ 0 h 369332"/>
              <a:gd name="connsiteX2" fmla="*/ 1101911 w 4958599"/>
              <a:gd name="connsiteY2" fmla="*/ 0 h 369332"/>
              <a:gd name="connsiteX3" fmla="*/ 1603280 w 4958599"/>
              <a:gd name="connsiteY3" fmla="*/ 0 h 369332"/>
              <a:gd name="connsiteX4" fmla="*/ 2253408 w 4958599"/>
              <a:gd name="connsiteY4" fmla="*/ 0 h 369332"/>
              <a:gd name="connsiteX5" fmla="*/ 2754777 w 4958599"/>
              <a:gd name="connsiteY5" fmla="*/ 0 h 369332"/>
              <a:gd name="connsiteX6" fmla="*/ 3206561 w 4958599"/>
              <a:gd name="connsiteY6" fmla="*/ 0 h 369332"/>
              <a:gd name="connsiteX7" fmla="*/ 3707930 w 4958599"/>
              <a:gd name="connsiteY7" fmla="*/ 0 h 369332"/>
              <a:gd name="connsiteX8" fmla="*/ 4159714 w 4958599"/>
              <a:gd name="connsiteY8" fmla="*/ 0 h 369332"/>
              <a:gd name="connsiteX9" fmla="*/ 4958599 w 4958599"/>
              <a:gd name="connsiteY9" fmla="*/ 0 h 369332"/>
              <a:gd name="connsiteX10" fmla="*/ 4958599 w 4958599"/>
              <a:gd name="connsiteY10" fmla="*/ 369332 h 369332"/>
              <a:gd name="connsiteX11" fmla="*/ 4457230 w 4958599"/>
              <a:gd name="connsiteY11" fmla="*/ 369332 h 369332"/>
              <a:gd name="connsiteX12" fmla="*/ 3807102 w 4958599"/>
              <a:gd name="connsiteY12" fmla="*/ 369332 h 369332"/>
              <a:gd name="connsiteX13" fmla="*/ 3404905 w 4958599"/>
              <a:gd name="connsiteY13" fmla="*/ 369332 h 369332"/>
              <a:gd name="connsiteX14" fmla="*/ 3002707 w 4958599"/>
              <a:gd name="connsiteY14" fmla="*/ 369332 h 369332"/>
              <a:gd name="connsiteX15" fmla="*/ 2402166 w 4958599"/>
              <a:gd name="connsiteY15" fmla="*/ 369332 h 369332"/>
              <a:gd name="connsiteX16" fmla="*/ 1851210 w 4958599"/>
              <a:gd name="connsiteY16" fmla="*/ 369332 h 369332"/>
              <a:gd name="connsiteX17" fmla="*/ 1349841 w 4958599"/>
              <a:gd name="connsiteY17" fmla="*/ 369332 h 369332"/>
              <a:gd name="connsiteX18" fmla="*/ 898057 w 4958599"/>
              <a:gd name="connsiteY18" fmla="*/ 369332 h 369332"/>
              <a:gd name="connsiteX19" fmla="*/ 495860 w 4958599"/>
              <a:gd name="connsiteY19" fmla="*/ 369332 h 369332"/>
              <a:gd name="connsiteX20" fmla="*/ 0 w 4958599"/>
              <a:gd name="connsiteY20" fmla="*/ 369332 h 369332"/>
              <a:gd name="connsiteX21" fmla="*/ 0 w 4958599"/>
              <a:gd name="connsiteY21" fmla="*/ 0 h 36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958599" h="369332" fill="none" extrusionOk="0">
                <a:moveTo>
                  <a:pt x="0" y="0"/>
                </a:moveTo>
                <a:cubicBezTo>
                  <a:pt x="233422" y="-61290"/>
                  <a:pt x="447716" y="18442"/>
                  <a:pt x="650127" y="0"/>
                </a:cubicBezTo>
                <a:cubicBezTo>
                  <a:pt x="852538" y="-18442"/>
                  <a:pt x="929539" y="3030"/>
                  <a:pt x="1101911" y="0"/>
                </a:cubicBezTo>
                <a:cubicBezTo>
                  <a:pt x="1274283" y="-3030"/>
                  <a:pt x="1478217" y="15046"/>
                  <a:pt x="1603280" y="0"/>
                </a:cubicBezTo>
                <a:cubicBezTo>
                  <a:pt x="1728343" y="-15046"/>
                  <a:pt x="2046173" y="18098"/>
                  <a:pt x="2253408" y="0"/>
                </a:cubicBezTo>
                <a:cubicBezTo>
                  <a:pt x="2460643" y="-18098"/>
                  <a:pt x="2598836" y="8861"/>
                  <a:pt x="2754777" y="0"/>
                </a:cubicBezTo>
                <a:cubicBezTo>
                  <a:pt x="2910718" y="-8861"/>
                  <a:pt x="3019295" y="36214"/>
                  <a:pt x="3206561" y="0"/>
                </a:cubicBezTo>
                <a:cubicBezTo>
                  <a:pt x="3393827" y="-36214"/>
                  <a:pt x="3515056" y="16097"/>
                  <a:pt x="3707930" y="0"/>
                </a:cubicBezTo>
                <a:cubicBezTo>
                  <a:pt x="3900804" y="-16097"/>
                  <a:pt x="3960940" y="38825"/>
                  <a:pt x="4159714" y="0"/>
                </a:cubicBezTo>
                <a:cubicBezTo>
                  <a:pt x="4358488" y="-38825"/>
                  <a:pt x="4687920" y="7938"/>
                  <a:pt x="4958599" y="0"/>
                </a:cubicBezTo>
                <a:cubicBezTo>
                  <a:pt x="4985117" y="87030"/>
                  <a:pt x="4935286" y="273345"/>
                  <a:pt x="4958599" y="369332"/>
                </a:cubicBezTo>
                <a:cubicBezTo>
                  <a:pt x="4842658" y="396043"/>
                  <a:pt x="4660900" y="335517"/>
                  <a:pt x="4457230" y="369332"/>
                </a:cubicBezTo>
                <a:cubicBezTo>
                  <a:pt x="4253560" y="403147"/>
                  <a:pt x="4086055" y="365458"/>
                  <a:pt x="3807102" y="369332"/>
                </a:cubicBezTo>
                <a:cubicBezTo>
                  <a:pt x="3528149" y="373206"/>
                  <a:pt x="3540027" y="356466"/>
                  <a:pt x="3404905" y="369332"/>
                </a:cubicBezTo>
                <a:cubicBezTo>
                  <a:pt x="3269783" y="382198"/>
                  <a:pt x="3100975" y="346530"/>
                  <a:pt x="3002707" y="369332"/>
                </a:cubicBezTo>
                <a:cubicBezTo>
                  <a:pt x="2904439" y="392134"/>
                  <a:pt x="2567725" y="365353"/>
                  <a:pt x="2402166" y="369332"/>
                </a:cubicBezTo>
                <a:cubicBezTo>
                  <a:pt x="2236607" y="373311"/>
                  <a:pt x="2082326" y="306023"/>
                  <a:pt x="1851210" y="369332"/>
                </a:cubicBezTo>
                <a:cubicBezTo>
                  <a:pt x="1620094" y="432641"/>
                  <a:pt x="1574141" y="356351"/>
                  <a:pt x="1349841" y="369332"/>
                </a:cubicBezTo>
                <a:cubicBezTo>
                  <a:pt x="1125541" y="382313"/>
                  <a:pt x="1095989" y="346130"/>
                  <a:pt x="898057" y="369332"/>
                </a:cubicBezTo>
                <a:cubicBezTo>
                  <a:pt x="700125" y="392534"/>
                  <a:pt x="654770" y="357786"/>
                  <a:pt x="495860" y="369332"/>
                </a:cubicBezTo>
                <a:cubicBezTo>
                  <a:pt x="336950" y="380878"/>
                  <a:pt x="102864" y="341473"/>
                  <a:pt x="0" y="369332"/>
                </a:cubicBezTo>
                <a:cubicBezTo>
                  <a:pt x="-35159" y="280990"/>
                  <a:pt x="1081" y="115817"/>
                  <a:pt x="0" y="0"/>
                </a:cubicBezTo>
                <a:close/>
              </a:path>
              <a:path w="4958599" h="369332" stroke="0" extrusionOk="0">
                <a:moveTo>
                  <a:pt x="0" y="0"/>
                </a:moveTo>
                <a:cubicBezTo>
                  <a:pt x="113653" y="-21147"/>
                  <a:pt x="343750" y="37105"/>
                  <a:pt x="501369" y="0"/>
                </a:cubicBezTo>
                <a:cubicBezTo>
                  <a:pt x="658988" y="-37105"/>
                  <a:pt x="781680" y="2143"/>
                  <a:pt x="1052325" y="0"/>
                </a:cubicBezTo>
                <a:cubicBezTo>
                  <a:pt x="1322970" y="-2143"/>
                  <a:pt x="1352874" y="28331"/>
                  <a:pt x="1504108" y="0"/>
                </a:cubicBezTo>
                <a:cubicBezTo>
                  <a:pt x="1655342" y="-28331"/>
                  <a:pt x="1956672" y="28358"/>
                  <a:pt x="2154236" y="0"/>
                </a:cubicBezTo>
                <a:cubicBezTo>
                  <a:pt x="2351800" y="-28358"/>
                  <a:pt x="2541312" y="34400"/>
                  <a:pt x="2655605" y="0"/>
                </a:cubicBezTo>
                <a:cubicBezTo>
                  <a:pt x="2769898" y="-34400"/>
                  <a:pt x="2967387" y="33770"/>
                  <a:pt x="3057803" y="0"/>
                </a:cubicBezTo>
                <a:cubicBezTo>
                  <a:pt x="3148219" y="-33770"/>
                  <a:pt x="3369871" y="25206"/>
                  <a:pt x="3608758" y="0"/>
                </a:cubicBezTo>
                <a:cubicBezTo>
                  <a:pt x="3847646" y="-25206"/>
                  <a:pt x="4073944" y="32973"/>
                  <a:pt x="4258886" y="0"/>
                </a:cubicBezTo>
                <a:cubicBezTo>
                  <a:pt x="4443828" y="-32973"/>
                  <a:pt x="4707116" y="33016"/>
                  <a:pt x="4958599" y="0"/>
                </a:cubicBezTo>
                <a:cubicBezTo>
                  <a:pt x="4979370" y="183955"/>
                  <a:pt x="4936886" y="185690"/>
                  <a:pt x="4958599" y="369332"/>
                </a:cubicBezTo>
                <a:cubicBezTo>
                  <a:pt x="4864382" y="399916"/>
                  <a:pt x="4683622" y="348129"/>
                  <a:pt x="4506816" y="369332"/>
                </a:cubicBezTo>
                <a:cubicBezTo>
                  <a:pt x="4330010" y="390535"/>
                  <a:pt x="4110433" y="319689"/>
                  <a:pt x="4005446" y="369332"/>
                </a:cubicBezTo>
                <a:cubicBezTo>
                  <a:pt x="3900459" y="418975"/>
                  <a:pt x="3708535" y="361881"/>
                  <a:pt x="3603249" y="369332"/>
                </a:cubicBezTo>
                <a:cubicBezTo>
                  <a:pt x="3497963" y="376783"/>
                  <a:pt x="3261284" y="313398"/>
                  <a:pt x="3002707" y="369332"/>
                </a:cubicBezTo>
                <a:cubicBezTo>
                  <a:pt x="2744130" y="425266"/>
                  <a:pt x="2737624" y="347239"/>
                  <a:pt x="2550924" y="369332"/>
                </a:cubicBezTo>
                <a:cubicBezTo>
                  <a:pt x="2364224" y="391425"/>
                  <a:pt x="2152753" y="311553"/>
                  <a:pt x="1999968" y="369332"/>
                </a:cubicBezTo>
                <a:cubicBezTo>
                  <a:pt x="1847183" y="427111"/>
                  <a:pt x="1597970" y="364286"/>
                  <a:pt x="1449013" y="369332"/>
                </a:cubicBezTo>
                <a:cubicBezTo>
                  <a:pt x="1300057" y="374378"/>
                  <a:pt x="1180952" y="346164"/>
                  <a:pt x="1046815" y="369332"/>
                </a:cubicBezTo>
                <a:cubicBezTo>
                  <a:pt x="912678" y="392500"/>
                  <a:pt x="751163" y="317299"/>
                  <a:pt x="545446" y="369332"/>
                </a:cubicBezTo>
                <a:cubicBezTo>
                  <a:pt x="339729" y="421365"/>
                  <a:pt x="209063" y="317160"/>
                  <a:pt x="0" y="369332"/>
                </a:cubicBezTo>
                <a:cubicBezTo>
                  <a:pt x="-3701" y="199953"/>
                  <a:pt x="34500" y="175618"/>
                  <a:pt x="0" y="0"/>
                </a:cubicBezTo>
                <a:close/>
              </a:path>
            </a:pathLst>
          </a:custGeom>
          <a:ln>
            <a:solidFill>
              <a:schemeClr val="accent1"/>
            </a:solidFill>
            <a:extLst>
              <a:ext uri="{C807C97D-BFC1-408E-A445-0C87EB9F89A2}">
                <ask:lineSketchStyleProps xmlns:ask="http://schemas.microsoft.com/office/drawing/2018/sketchyshapes" sd="3298703470">
                  <a:prstGeom prst="rect">
                    <a:avLst/>
                  </a:prstGeom>
                  <ask:type>
                    <ask:lineSketchScribble/>
                  </ask:type>
                </ask:lineSketchStyleProps>
              </a:ext>
            </a:extLst>
          </a:ln>
        </p:spPr>
        <p:txBody>
          <a:bodyPr vert="horz" lIns="91440" tIns="45720" rIns="91440" bIns="45720" rtlCol="0">
            <a:noAutofit/>
          </a:bodyPr>
          <a:lstStyle>
            <a:lvl1pPr indent="0" defTabSz="342900">
              <a:spcBef>
                <a:spcPct val="20000"/>
              </a:spcBef>
              <a:buClr>
                <a:schemeClr val="accent5"/>
              </a:buClr>
              <a:buFont typeface="Arial"/>
              <a:buNone/>
              <a:defRPr>
                <a:solidFill>
                  <a:schemeClr val="accent1"/>
                </a:solidFill>
                <a:latin typeface="Roboto Mono" pitchFamily="2" charset="0"/>
                <a:ea typeface="Roboto Mono" pitchFamily="2" charset="0"/>
              </a:defRPr>
            </a:lvl1pPr>
            <a:lvl2pPr marL="685800" indent="-342900" defTabSz="342900">
              <a:spcBef>
                <a:spcPct val="20000"/>
              </a:spcBef>
              <a:buClr>
                <a:srgbClr val="ED1C24"/>
              </a:buClr>
              <a:buFont typeface="Arial" panose="020B0604020202020204" pitchFamily="34" charset="0"/>
              <a:buChar char="•"/>
              <a:defRPr sz="1600">
                <a:solidFill>
                  <a:srgbClr val="45545F"/>
                </a:solidFill>
              </a:defRPr>
            </a:lvl2pPr>
            <a:lvl3pPr marL="857250" indent="-171450" defTabSz="342900">
              <a:spcBef>
                <a:spcPct val="20000"/>
              </a:spcBef>
              <a:buClr>
                <a:srgbClr val="ED1C24"/>
              </a:buClr>
              <a:buFont typeface="Arial"/>
              <a:buChar char="•"/>
              <a:defRPr sz="1400">
                <a:solidFill>
                  <a:srgbClr val="45545F"/>
                </a:solidFill>
              </a:defRPr>
            </a:lvl3pPr>
            <a:lvl4pPr marL="1200150" indent="-171450" defTabSz="342900">
              <a:spcBef>
                <a:spcPct val="20000"/>
              </a:spcBef>
              <a:buFont typeface="Arial"/>
              <a:buChar char="–"/>
              <a:defRPr sz="1350"/>
            </a:lvl4pPr>
            <a:lvl5pPr marL="1543050" indent="-171450" defTabSz="342900">
              <a:spcBef>
                <a:spcPct val="20000"/>
              </a:spcBef>
              <a:buFont typeface="Arial"/>
              <a:buChar char="»"/>
              <a:defRPr sz="1350"/>
            </a:lvl5pPr>
            <a:lvl6pPr marL="1885950" indent="-171450" defTabSz="342900">
              <a:spcBef>
                <a:spcPct val="20000"/>
              </a:spcBef>
              <a:buFont typeface="Arial"/>
              <a:buChar char="•"/>
              <a:defRPr sz="1350"/>
            </a:lvl6pPr>
            <a:lvl7pPr marL="2228850" indent="-171450" defTabSz="342900">
              <a:spcBef>
                <a:spcPct val="20000"/>
              </a:spcBef>
              <a:buFont typeface="Arial"/>
              <a:buChar char="•"/>
              <a:defRPr sz="1350"/>
            </a:lvl7pPr>
            <a:lvl8pPr marL="2571750" indent="-171450" defTabSz="342900">
              <a:spcBef>
                <a:spcPct val="20000"/>
              </a:spcBef>
              <a:buFont typeface="Arial"/>
              <a:buChar char="•"/>
              <a:defRPr sz="1350"/>
            </a:lvl8pPr>
            <a:lvl9pPr marL="2914650" indent="-171450" defTabSz="342900">
              <a:spcBef>
                <a:spcPct val="20000"/>
              </a:spcBef>
              <a:buFont typeface="Arial"/>
              <a:buChar char="•"/>
              <a:defRPr sz="1350"/>
            </a:lvl9pPr>
          </a:lstStyle>
          <a:p>
            <a:r>
              <a:rPr lang="en-GB" sz="1600" dirty="0"/>
              <a:t>(&amp;(username=Bob)(&amp;))</a:t>
            </a:r>
            <a:endParaRPr lang="en-US" sz="1600" dirty="0"/>
          </a:p>
        </p:txBody>
      </p:sp>
    </p:spTree>
    <p:extLst>
      <p:ext uri="{BB962C8B-B14F-4D97-AF65-F5344CB8AC3E}">
        <p14:creationId xmlns:p14="http://schemas.microsoft.com/office/powerpoint/2010/main" val="29841593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C75E2-87E5-DAC4-5DF5-8352C8692375}"/>
              </a:ext>
            </a:extLst>
          </p:cNvPr>
          <p:cNvSpPr>
            <a:spLocks noGrp="1"/>
          </p:cNvSpPr>
          <p:nvPr>
            <p:ph type="title"/>
          </p:nvPr>
        </p:nvSpPr>
        <p:spPr/>
        <p:txBody>
          <a:bodyPr/>
          <a:lstStyle/>
          <a:p>
            <a:r>
              <a:rPr lang="en-US" noProof="0" dirty="0"/>
              <a:t>Directory Traversal and Command Injection Attacks</a:t>
            </a:r>
          </a:p>
        </p:txBody>
      </p:sp>
      <p:sp>
        <p:nvSpPr>
          <p:cNvPr id="3" name="Content Placeholder 2">
            <a:extLst>
              <a:ext uri="{FF2B5EF4-FFF2-40B4-BE49-F238E27FC236}">
                <a16:creationId xmlns:a16="http://schemas.microsoft.com/office/drawing/2014/main" id="{EBEE19A1-C72F-296C-4DA0-9DC063BAF1F2}"/>
              </a:ext>
            </a:extLst>
          </p:cNvPr>
          <p:cNvSpPr>
            <a:spLocks noGrp="1"/>
          </p:cNvSpPr>
          <p:nvPr>
            <p:ph idx="1"/>
          </p:nvPr>
        </p:nvSpPr>
        <p:spPr/>
        <p:txBody>
          <a:bodyPr/>
          <a:lstStyle/>
          <a:p>
            <a:r>
              <a:rPr lang="en-US" noProof="0" dirty="0"/>
              <a:t>Directory traversal</a:t>
            </a:r>
          </a:p>
          <a:p>
            <a:pPr lvl="1"/>
            <a:r>
              <a:rPr lang="en-US" noProof="0" dirty="0"/>
              <a:t>Obtain access to files outside web site root directory</a:t>
            </a:r>
          </a:p>
          <a:p>
            <a:pPr lvl="1"/>
            <a:r>
              <a:rPr lang="en-US" noProof="0" dirty="0"/>
              <a:t>Canonicalization attack and percent encoding</a:t>
            </a:r>
          </a:p>
          <a:p>
            <a:r>
              <a:rPr lang="en-US" noProof="0" dirty="0"/>
              <a:t>Command injection</a:t>
            </a:r>
          </a:p>
          <a:p>
            <a:pPr lvl="1"/>
            <a:r>
              <a:rPr lang="en-US" noProof="0" dirty="0"/>
              <a:t>Cause server to run OS shell commands</a:t>
            </a:r>
          </a:p>
          <a:p>
            <a:endParaRPr lang="en-US" noProof="0" dirty="0"/>
          </a:p>
        </p:txBody>
      </p:sp>
      <p:sp>
        <p:nvSpPr>
          <p:cNvPr id="4" name="Slide Number Placeholder 3">
            <a:extLst>
              <a:ext uri="{FF2B5EF4-FFF2-40B4-BE49-F238E27FC236}">
                <a16:creationId xmlns:a16="http://schemas.microsoft.com/office/drawing/2014/main" id="{BB9E4B7D-86D7-D30B-6356-B3DBFBCFEFB3}"/>
              </a:ext>
            </a:extLst>
          </p:cNvPr>
          <p:cNvSpPr>
            <a:spLocks noGrp="1"/>
          </p:cNvSpPr>
          <p:nvPr>
            <p:ph type="sldNum" sz="quarter" idx="10"/>
          </p:nvPr>
        </p:nvSpPr>
        <p:spPr/>
        <p:txBody>
          <a:bodyPr/>
          <a:lstStyle/>
          <a:p>
            <a:fld id="{B7CF8A19-3A9E-4ABC-B336-2FDDE321C72D}" type="slidenum">
              <a:rPr lang="en-US" smtClean="0"/>
              <a:pPr/>
              <a:t>33</a:t>
            </a:fld>
            <a:endParaRPr lang="en-US"/>
          </a:p>
        </p:txBody>
      </p:sp>
      <p:sp>
        <p:nvSpPr>
          <p:cNvPr id="5" name="TextBox 4">
            <a:extLst>
              <a:ext uri="{FF2B5EF4-FFF2-40B4-BE49-F238E27FC236}">
                <a16:creationId xmlns:a16="http://schemas.microsoft.com/office/drawing/2014/main" id="{7162DE1F-3AA8-015F-9292-909F9A4EECC2}"/>
              </a:ext>
            </a:extLst>
          </p:cNvPr>
          <p:cNvSpPr txBox="1"/>
          <p:nvPr/>
        </p:nvSpPr>
        <p:spPr>
          <a:xfrm>
            <a:off x="261714" y="3459664"/>
            <a:ext cx="8455570" cy="1317123"/>
          </a:xfrm>
          <a:custGeom>
            <a:avLst/>
            <a:gdLst>
              <a:gd name="connsiteX0" fmla="*/ 0 w 8455570"/>
              <a:gd name="connsiteY0" fmla="*/ 0 h 1317123"/>
              <a:gd name="connsiteX1" fmla="*/ 479149 w 8455570"/>
              <a:gd name="connsiteY1" fmla="*/ 0 h 1317123"/>
              <a:gd name="connsiteX2" fmla="*/ 1042854 w 8455570"/>
              <a:gd name="connsiteY2" fmla="*/ 0 h 1317123"/>
              <a:gd name="connsiteX3" fmla="*/ 1352891 w 8455570"/>
              <a:gd name="connsiteY3" fmla="*/ 0 h 1317123"/>
              <a:gd name="connsiteX4" fmla="*/ 2001152 w 8455570"/>
              <a:gd name="connsiteY4" fmla="*/ 0 h 1317123"/>
              <a:gd name="connsiteX5" fmla="*/ 2311189 w 8455570"/>
              <a:gd name="connsiteY5" fmla="*/ 0 h 1317123"/>
              <a:gd name="connsiteX6" fmla="*/ 2959450 w 8455570"/>
              <a:gd name="connsiteY6" fmla="*/ 0 h 1317123"/>
              <a:gd name="connsiteX7" fmla="*/ 3523154 w 8455570"/>
              <a:gd name="connsiteY7" fmla="*/ 0 h 1317123"/>
              <a:gd name="connsiteX8" fmla="*/ 4171415 w 8455570"/>
              <a:gd name="connsiteY8" fmla="*/ 0 h 1317123"/>
              <a:gd name="connsiteX9" fmla="*/ 4566008 w 8455570"/>
              <a:gd name="connsiteY9" fmla="*/ 0 h 1317123"/>
              <a:gd name="connsiteX10" fmla="*/ 5214268 w 8455570"/>
              <a:gd name="connsiteY10" fmla="*/ 0 h 1317123"/>
              <a:gd name="connsiteX11" fmla="*/ 5608861 w 8455570"/>
              <a:gd name="connsiteY11" fmla="*/ 0 h 1317123"/>
              <a:gd name="connsiteX12" fmla="*/ 5918899 w 8455570"/>
              <a:gd name="connsiteY12" fmla="*/ 0 h 1317123"/>
              <a:gd name="connsiteX13" fmla="*/ 6482604 w 8455570"/>
              <a:gd name="connsiteY13" fmla="*/ 0 h 1317123"/>
              <a:gd name="connsiteX14" fmla="*/ 6792641 w 8455570"/>
              <a:gd name="connsiteY14" fmla="*/ 0 h 1317123"/>
              <a:gd name="connsiteX15" fmla="*/ 7271790 w 8455570"/>
              <a:gd name="connsiteY15" fmla="*/ 0 h 1317123"/>
              <a:gd name="connsiteX16" fmla="*/ 7581828 w 8455570"/>
              <a:gd name="connsiteY16" fmla="*/ 0 h 1317123"/>
              <a:gd name="connsiteX17" fmla="*/ 8455570 w 8455570"/>
              <a:gd name="connsiteY17" fmla="*/ 0 h 1317123"/>
              <a:gd name="connsiteX18" fmla="*/ 8455570 w 8455570"/>
              <a:gd name="connsiteY18" fmla="*/ 412699 h 1317123"/>
              <a:gd name="connsiteX19" fmla="*/ 8455570 w 8455570"/>
              <a:gd name="connsiteY19" fmla="*/ 812226 h 1317123"/>
              <a:gd name="connsiteX20" fmla="*/ 8455570 w 8455570"/>
              <a:gd name="connsiteY20" fmla="*/ 1317123 h 1317123"/>
              <a:gd name="connsiteX21" fmla="*/ 7976421 w 8455570"/>
              <a:gd name="connsiteY21" fmla="*/ 1317123 h 1317123"/>
              <a:gd name="connsiteX22" fmla="*/ 7243605 w 8455570"/>
              <a:gd name="connsiteY22" fmla="*/ 1317123 h 1317123"/>
              <a:gd name="connsiteX23" fmla="*/ 6510789 w 8455570"/>
              <a:gd name="connsiteY23" fmla="*/ 1317123 h 1317123"/>
              <a:gd name="connsiteX24" fmla="*/ 6031640 w 8455570"/>
              <a:gd name="connsiteY24" fmla="*/ 1317123 h 1317123"/>
              <a:gd name="connsiteX25" fmla="*/ 5721602 w 8455570"/>
              <a:gd name="connsiteY25" fmla="*/ 1317123 h 1317123"/>
              <a:gd name="connsiteX26" fmla="*/ 5327009 w 8455570"/>
              <a:gd name="connsiteY26" fmla="*/ 1317123 h 1317123"/>
              <a:gd name="connsiteX27" fmla="*/ 5016972 w 8455570"/>
              <a:gd name="connsiteY27" fmla="*/ 1317123 h 1317123"/>
              <a:gd name="connsiteX28" fmla="*/ 4537823 w 8455570"/>
              <a:gd name="connsiteY28" fmla="*/ 1317123 h 1317123"/>
              <a:gd name="connsiteX29" fmla="*/ 4143229 w 8455570"/>
              <a:gd name="connsiteY29" fmla="*/ 1317123 h 1317123"/>
              <a:gd name="connsiteX30" fmla="*/ 3579525 w 8455570"/>
              <a:gd name="connsiteY30" fmla="*/ 1317123 h 1317123"/>
              <a:gd name="connsiteX31" fmla="*/ 2846709 w 8455570"/>
              <a:gd name="connsiteY31" fmla="*/ 1317123 h 1317123"/>
              <a:gd name="connsiteX32" fmla="*/ 2452115 w 8455570"/>
              <a:gd name="connsiteY32" fmla="*/ 1317123 h 1317123"/>
              <a:gd name="connsiteX33" fmla="*/ 1719299 w 8455570"/>
              <a:gd name="connsiteY33" fmla="*/ 1317123 h 1317123"/>
              <a:gd name="connsiteX34" fmla="*/ 986483 w 8455570"/>
              <a:gd name="connsiteY34" fmla="*/ 1317123 h 1317123"/>
              <a:gd name="connsiteX35" fmla="*/ 591890 w 8455570"/>
              <a:gd name="connsiteY35" fmla="*/ 1317123 h 1317123"/>
              <a:gd name="connsiteX36" fmla="*/ 0 w 8455570"/>
              <a:gd name="connsiteY36" fmla="*/ 1317123 h 1317123"/>
              <a:gd name="connsiteX37" fmla="*/ 0 w 8455570"/>
              <a:gd name="connsiteY37" fmla="*/ 864911 h 1317123"/>
              <a:gd name="connsiteX38" fmla="*/ 0 w 8455570"/>
              <a:gd name="connsiteY38" fmla="*/ 452212 h 1317123"/>
              <a:gd name="connsiteX39" fmla="*/ 0 w 8455570"/>
              <a:gd name="connsiteY39" fmla="*/ 0 h 1317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8455570" h="1317123" fill="none" extrusionOk="0">
                <a:moveTo>
                  <a:pt x="0" y="0"/>
                </a:moveTo>
                <a:cubicBezTo>
                  <a:pt x="231015" y="-6957"/>
                  <a:pt x="336863" y="2618"/>
                  <a:pt x="479149" y="0"/>
                </a:cubicBezTo>
                <a:cubicBezTo>
                  <a:pt x="621435" y="-2618"/>
                  <a:pt x="879499" y="2706"/>
                  <a:pt x="1042854" y="0"/>
                </a:cubicBezTo>
                <a:cubicBezTo>
                  <a:pt x="1206210" y="-2706"/>
                  <a:pt x="1226620" y="23830"/>
                  <a:pt x="1352891" y="0"/>
                </a:cubicBezTo>
                <a:cubicBezTo>
                  <a:pt x="1479162" y="-23830"/>
                  <a:pt x="1736839" y="26243"/>
                  <a:pt x="2001152" y="0"/>
                </a:cubicBezTo>
                <a:cubicBezTo>
                  <a:pt x="2265465" y="-26243"/>
                  <a:pt x="2214058" y="15603"/>
                  <a:pt x="2311189" y="0"/>
                </a:cubicBezTo>
                <a:cubicBezTo>
                  <a:pt x="2408320" y="-15603"/>
                  <a:pt x="2661345" y="20340"/>
                  <a:pt x="2959450" y="0"/>
                </a:cubicBezTo>
                <a:cubicBezTo>
                  <a:pt x="3257555" y="-20340"/>
                  <a:pt x="3246671" y="45175"/>
                  <a:pt x="3523154" y="0"/>
                </a:cubicBezTo>
                <a:cubicBezTo>
                  <a:pt x="3799637" y="-45175"/>
                  <a:pt x="3912419" y="206"/>
                  <a:pt x="4171415" y="0"/>
                </a:cubicBezTo>
                <a:cubicBezTo>
                  <a:pt x="4430411" y="-206"/>
                  <a:pt x="4399819" y="11639"/>
                  <a:pt x="4566008" y="0"/>
                </a:cubicBezTo>
                <a:cubicBezTo>
                  <a:pt x="4732197" y="-11639"/>
                  <a:pt x="5055309" y="23437"/>
                  <a:pt x="5214268" y="0"/>
                </a:cubicBezTo>
                <a:cubicBezTo>
                  <a:pt x="5373227" y="-23437"/>
                  <a:pt x="5460407" y="40352"/>
                  <a:pt x="5608861" y="0"/>
                </a:cubicBezTo>
                <a:cubicBezTo>
                  <a:pt x="5757315" y="-40352"/>
                  <a:pt x="5846602" y="17243"/>
                  <a:pt x="5918899" y="0"/>
                </a:cubicBezTo>
                <a:cubicBezTo>
                  <a:pt x="5991196" y="-17243"/>
                  <a:pt x="6273293" y="18994"/>
                  <a:pt x="6482604" y="0"/>
                </a:cubicBezTo>
                <a:cubicBezTo>
                  <a:pt x="6691915" y="-18994"/>
                  <a:pt x="6704280" y="25375"/>
                  <a:pt x="6792641" y="0"/>
                </a:cubicBezTo>
                <a:cubicBezTo>
                  <a:pt x="6881002" y="-25375"/>
                  <a:pt x="7148113" y="9639"/>
                  <a:pt x="7271790" y="0"/>
                </a:cubicBezTo>
                <a:cubicBezTo>
                  <a:pt x="7395467" y="-9639"/>
                  <a:pt x="7437077" y="3583"/>
                  <a:pt x="7581828" y="0"/>
                </a:cubicBezTo>
                <a:cubicBezTo>
                  <a:pt x="7726579" y="-3583"/>
                  <a:pt x="8218459" y="100126"/>
                  <a:pt x="8455570" y="0"/>
                </a:cubicBezTo>
                <a:cubicBezTo>
                  <a:pt x="8484101" y="121543"/>
                  <a:pt x="8440743" y="299447"/>
                  <a:pt x="8455570" y="412699"/>
                </a:cubicBezTo>
                <a:cubicBezTo>
                  <a:pt x="8470397" y="525951"/>
                  <a:pt x="8428543" y="640842"/>
                  <a:pt x="8455570" y="812226"/>
                </a:cubicBezTo>
                <a:cubicBezTo>
                  <a:pt x="8482597" y="983610"/>
                  <a:pt x="8439915" y="1195091"/>
                  <a:pt x="8455570" y="1317123"/>
                </a:cubicBezTo>
                <a:cubicBezTo>
                  <a:pt x="8356312" y="1321714"/>
                  <a:pt x="8185136" y="1285385"/>
                  <a:pt x="7976421" y="1317123"/>
                </a:cubicBezTo>
                <a:cubicBezTo>
                  <a:pt x="7767706" y="1348861"/>
                  <a:pt x="7482999" y="1314779"/>
                  <a:pt x="7243605" y="1317123"/>
                </a:cubicBezTo>
                <a:cubicBezTo>
                  <a:pt x="7004211" y="1319467"/>
                  <a:pt x="6686869" y="1252423"/>
                  <a:pt x="6510789" y="1317123"/>
                </a:cubicBezTo>
                <a:cubicBezTo>
                  <a:pt x="6334709" y="1381823"/>
                  <a:pt x="6189128" y="1290040"/>
                  <a:pt x="6031640" y="1317123"/>
                </a:cubicBezTo>
                <a:cubicBezTo>
                  <a:pt x="5874152" y="1344206"/>
                  <a:pt x="5870966" y="1303275"/>
                  <a:pt x="5721602" y="1317123"/>
                </a:cubicBezTo>
                <a:cubicBezTo>
                  <a:pt x="5572238" y="1330971"/>
                  <a:pt x="5455476" y="1282900"/>
                  <a:pt x="5327009" y="1317123"/>
                </a:cubicBezTo>
                <a:cubicBezTo>
                  <a:pt x="5198542" y="1351346"/>
                  <a:pt x="5117557" y="1312847"/>
                  <a:pt x="5016972" y="1317123"/>
                </a:cubicBezTo>
                <a:cubicBezTo>
                  <a:pt x="4916387" y="1321399"/>
                  <a:pt x="4768378" y="1298987"/>
                  <a:pt x="4537823" y="1317123"/>
                </a:cubicBezTo>
                <a:cubicBezTo>
                  <a:pt x="4307268" y="1335259"/>
                  <a:pt x="4332402" y="1299112"/>
                  <a:pt x="4143229" y="1317123"/>
                </a:cubicBezTo>
                <a:cubicBezTo>
                  <a:pt x="3954056" y="1335134"/>
                  <a:pt x="3751106" y="1282396"/>
                  <a:pt x="3579525" y="1317123"/>
                </a:cubicBezTo>
                <a:cubicBezTo>
                  <a:pt x="3407944" y="1351850"/>
                  <a:pt x="3188102" y="1258561"/>
                  <a:pt x="2846709" y="1317123"/>
                </a:cubicBezTo>
                <a:cubicBezTo>
                  <a:pt x="2505316" y="1375685"/>
                  <a:pt x="2601068" y="1288586"/>
                  <a:pt x="2452115" y="1317123"/>
                </a:cubicBezTo>
                <a:cubicBezTo>
                  <a:pt x="2303162" y="1345660"/>
                  <a:pt x="1951361" y="1260681"/>
                  <a:pt x="1719299" y="1317123"/>
                </a:cubicBezTo>
                <a:cubicBezTo>
                  <a:pt x="1487237" y="1373565"/>
                  <a:pt x="1215699" y="1286949"/>
                  <a:pt x="986483" y="1317123"/>
                </a:cubicBezTo>
                <a:cubicBezTo>
                  <a:pt x="757267" y="1347297"/>
                  <a:pt x="712230" y="1282188"/>
                  <a:pt x="591890" y="1317123"/>
                </a:cubicBezTo>
                <a:cubicBezTo>
                  <a:pt x="471550" y="1352058"/>
                  <a:pt x="207391" y="1285312"/>
                  <a:pt x="0" y="1317123"/>
                </a:cubicBezTo>
                <a:cubicBezTo>
                  <a:pt x="-42823" y="1186272"/>
                  <a:pt x="17646" y="1005058"/>
                  <a:pt x="0" y="864911"/>
                </a:cubicBezTo>
                <a:cubicBezTo>
                  <a:pt x="-17646" y="724764"/>
                  <a:pt x="48378" y="607978"/>
                  <a:pt x="0" y="452212"/>
                </a:cubicBezTo>
                <a:cubicBezTo>
                  <a:pt x="-48378" y="296446"/>
                  <a:pt x="3096" y="151486"/>
                  <a:pt x="0" y="0"/>
                </a:cubicBezTo>
                <a:close/>
              </a:path>
              <a:path w="8455570" h="1317123" stroke="0" extrusionOk="0">
                <a:moveTo>
                  <a:pt x="0" y="0"/>
                </a:moveTo>
                <a:cubicBezTo>
                  <a:pt x="161397" y="-16526"/>
                  <a:pt x="513731" y="5153"/>
                  <a:pt x="732816" y="0"/>
                </a:cubicBezTo>
                <a:cubicBezTo>
                  <a:pt x="951901" y="-5153"/>
                  <a:pt x="1168374" y="51789"/>
                  <a:pt x="1296521" y="0"/>
                </a:cubicBezTo>
                <a:cubicBezTo>
                  <a:pt x="1424669" y="-51789"/>
                  <a:pt x="1579516" y="48032"/>
                  <a:pt x="1860225" y="0"/>
                </a:cubicBezTo>
                <a:cubicBezTo>
                  <a:pt x="2140934" y="-48032"/>
                  <a:pt x="2276437" y="58491"/>
                  <a:pt x="2593041" y="0"/>
                </a:cubicBezTo>
                <a:cubicBezTo>
                  <a:pt x="2909645" y="-58491"/>
                  <a:pt x="2959978" y="47552"/>
                  <a:pt x="3072190" y="0"/>
                </a:cubicBezTo>
                <a:cubicBezTo>
                  <a:pt x="3184402" y="-47552"/>
                  <a:pt x="3278610" y="13960"/>
                  <a:pt x="3466784" y="0"/>
                </a:cubicBezTo>
                <a:cubicBezTo>
                  <a:pt x="3654958" y="-13960"/>
                  <a:pt x="3703011" y="21167"/>
                  <a:pt x="3776821" y="0"/>
                </a:cubicBezTo>
                <a:cubicBezTo>
                  <a:pt x="3850631" y="-21167"/>
                  <a:pt x="4326578" y="28083"/>
                  <a:pt x="4509637" y="0"/>
                </a:cubicBezTo>
                <a:cubicBezTo>
                  <a:pt x="4692696" y="-28083"/>
                  <a:pt x="4950535" y="29345"/>
                  <a:pt x="5157898" y="0"/>
                </a:cubicBezTo>
                <a:cubicBezTo>
                  <a:pt x="5365261" y="-29345"/>
                  <a:pt x="5661364" y="62350"/>
                  <a:pt x="5890714" y="0"/>
                </a:cubicBezTo>
                <a:cubicBezTo>
                  <a:pt x="6120064" y="-62350"/>
                  <a:pt x="6269177" y="28535"/>
                  <a:pt x="6538974" y="0"/>
                </a:cubicBezTo>
                <a:cubicBezTo>
                  <a:pt x="6808771" y="-28535"/>
                  <a:pt x="6993139" y="43812"/>
                  <a:pt x="7187234" y="0"/>
                </a:cubicBezTo>
                <a:cubicBezTo>
                  <a:pt x="7381329" y="-43812"/>
                  <a:pt x="7424858" y="5471"/>
                  <a:pt x="7497272" y="0"/>
                </a:cubicBezTo>
                <a:cubicBezTo>
                  <a:pt x="7569686" y="-5471"/>
                  <a:pt x="8150331" y="19216"/>
                  <a:pt x="8455570" y="0"/>
                </a:cubicBezTo>
                <a:cubicBezTo>
                  <a:pt x="8462684" y="164985"/>
                  <a:pt x="8439618" y="210480"/>
                  <a:pt x="8455570" y="412699"/>
                </a:cubicBezTo>
                <a:cubicBezTo>
                  <a:pt x="8471522" y="614918"/>
                  <a:pt x="8448323" y="626639"/>
                  <a:pt x="8455570" y="812226"/>
                </a:cubicBezTo>
                <a:cubicBezTo>
                  <a:pt x="8462817" y="997813"/>
                  <a:pt x="8452240" y="1202359"/>
                  <a:pt x="8455570" y="1317123"/>
                </a:cubicBezTo>
                <a:cubicBezTo>
                  <a:pt x="8245321" y="1358622"/>
                  <a:pt x="7952899" y="1308055"/>
                  <a:pt x="7807310" y="1317123"/>
                </a:cubicBezTo>
                <a:cubicBezTo>
                  <a:pt x="7661721" y="1326191"/>
                  <a:pt x="7297495" y="1274077"/>
                  <a:pt x="7074494" y="1317123"/>
                </a:cubicBezTo>
                <a:cubicBezTo>
                  <a:pt x="6851493" y="1360169"/>
                  <a:pt x="6699216" y="1273546"/>
                  <a:pt x="6595345" y="1317123"/>
                </a:cubicBezTo>
                <a:cubicBezTo>
                  <a:pt x="6491474" y="1360700"/>
                  <a:pt x="6129123" y="1243772"/>
                  <a:pt x="5947084" y="1317123"/>
                </a:cubicBezTo>
                <a:cubicBezTo>
                  <a:pt x="5765045" y="1390474"/>
                  <a:pt x="5606878" y="1254398"/>
                  <a:pt x="5298824" y="1317123"/>
                </a:cubicBezTo>
                <a:cubicBezTo>
                  <a:pt x="4990770" y="1379848"/>
                  <a:pt x="5057657" y="1295899"/>
                  <a:pt x="4988786" y="1317123"/>
                </a:cubicBezTo>
                <a:cubicBezTo>
                  <a:pt x="4919915" y="1338347"/>
                  <a:pt x="4554252" y="1281281"/>
                  <a:pt x="4425082" y="1317123"/>
                </a:cubicBezTo>
                <a:cubicBezTo>
                  <a:pt x="4295912" y="1352965"/>
                  <a:pt x="4092245" y="1303879"/>
                  <a:pt x="3945933" y="1317123"/>
                </a:cubicBezTo>
                <a:cubicBezTo>
                  <a:pt x="3799621" y="1330367"/>
                  <a:pt x="3531536" y="1256999"/>
                  <a:pt x="3213117" y="1317123"/>
                </a:cubicBezTo>
                <a:cubicBezTo>
                  <a:pt x="2894698" y="1377247"/>
                  <a:pt x="2902489" y="1307061"/>
                  <a:pt x="2818523" y="1317123"/>
                </a:cubicBezTo>
                <a:cubicBezTo>
                  <a:pt x="2734557" y="1327185"/>
                  <a:pt x="2646765" y="1296439"/>
                  <a:pt x="2508486" y="1317123"/>
                </a:cubicBezTo>
                <a:cubicBezTo>
                  <a:pt x="2370207" y="1337807"/>
                  <a:pt x="2293121" y="1274426"/>
                  <a:pt x="2113893" y="1317123"/>
                </a:cubicBezTo>
                <a:cubicBezTo>
                  <a:pt x="1934665" y="1359820"/>
                  <a:pt x="1738090" y="1275156"/>
                  <a:pt x="1634744" y="1317123"/>
                </a:cubicBezTo>
                <a:cubicBezTo>
                  <a:pt x="1531398" y="1359090"/>
                  <a:pt x="1212153" y="1263734"/>
                  <a:pt x="901927" y="1317123"/>
                </a:cubicBezTo>
                <a:cubicBezTo>
                  <a:pt x="591701" y="1370512"/>
                  <a:pt x="368830" y="1271966"/>
                  <a:pt x="0" y="1317123"/>
                </a:cubicBezTo>
                <a:cubicBezTo>
                  <a:pt x="-39081" y="1169525"/>
                  <a:pt x="47674" y="1095789"/>
                  <a:pt x="0" y="917596"/>
                </a:cubicBezTo>
                <a:cubicBezTo>
                  <a:pt x="-47674" y="739403"/>
                  <a:pt x="29043" y="645890"/>
                  <a:pt x="0" y="478555"/>
                </a:cubicBezTo>
                <a:cubicBezTo>
                  <a:pt x="-29043" y="311220"/>
                  <a:pt x="46183" y="178751"/>
                  <a:pt x="0" y="0"/>
                </a:cubicBezTo>
                <a:close/>
              </a:path>
            </a:pathLst>
          </a:custGeom>
          <a:ln>
            <a:solidFill>
              <a:schemeClr val="accent1"/>
            </a:solidFill>
            <a:extLst>
              <a:ext uri="{C807C97D-BFC1-408E-A445-0C87EB9F89A2}">
                <ask:lineSketchStyleProps xmlns:ask="http://schemas.microsoft.com/office/drawing/2018/sketchyshapes" sd="1831341492">
                  <a:prstGeom prst="rect">
                    <a:avLst/>
                  </a:prstGeom>
                  <ask:type>
                    <ask:lineSketchScribble/>
                  </ask:type>
                </ask:lineSketchStyleProps>
              </a:ext>
            </a:extLst>
          </a:ln>
        </p:spPr>
        <p:txBody>
          <a:bodyPr vert="horz" lIns="91440" tIns="45720" rIns="91440" bIns="45720" rtlCol="0">
            <a:noAutofit/>
          </a:bodyPr>
          <a:lstStyle>
            <a:lvl1pPr indent="0" defTabSz="342900">
              <a:spcBef>
                <a:spcPct val="20000"/>
              </a:spcBef>
              <a:buClr>
                <a:schemeClr val="accent5"/>
              </a:buClr>
              <a:buFont typeface="Arial"/>
              <a:buNone/>
              <a:defRPr>
                <a:solidFill>
                  <a:schemeClr val="accent1"/>
                </a:solidFill>
                <a:latin typeface="Roboto Mono" pitchFamily="2" charset="0"/>
                <a:ea typeface="Roboto Mono" pitchFamily="2" charset="0"/>
              </a:defRPr>
            </a:lvl1pPr>
            <a:lvl2pPr marL="685800" indent="-342900" defTabSz="342900">
              <a:spcBef>
                <a:spcPct val="20000"/>
              </a:spcBef>
              <a:buClr>
                <a:srgbClr val="ED1C24"/>
              </a:buClr>
              <a:buFont typeface="Arial" panose="020B0604020202020204" pitchFamily="34" charset="0"/>
              <a:buChar char="•"/>
              <a:defRPr sz="1600">
                <a:solidFill>
                  <a:srgbClr val="45545F"/>
                </a:solidFill>
              </a:defRPr>
            </a:lvl2pPr>
            <a:lvl3pPr marL="857250" indent="-171450" defTabSz="342900">
              <a:spcBef>
                <a:spcPct val="20000"/>
              </a:spcBef>
              <a:buClr>
                <a:srgbClr val="ED1C24"/>
              </a:buClr>
              <a:buFont typeface="Arial"/>
              <a:buChar char="•"/>
              <a:defRPr sz="1400">
                <a:solidFill>
                  <a:srgbClr val="45545F"/>
                </a:solidFill>
              </a:defRPr>
            </a:lvl3pPr>
            <a:lvl4pPr marL="1200150" indent="-171450" defTabSz="342900">
              <a:spcBef>
                <a:spcPct val="20000"/>
              </a:spcBef>
              <a:buFont typeface="Arial"/>
              <a:buChar char="–"/>
              <a:defRPr sz="1350"/>
            </a:lvl4pPr>
            <a:lvl5pPr marL="1543050" indent="-171450" defTabSz="342900">
              <a:spcBef>
                <a:spcPct val="20000"/>
              </a:spcBef>
              <a:buFont typeface="Arial"/>
              <a:buChar char="»"/>
              <a:defRPr sz="1350"/>
            </a:lvl5pPr>
            <a:lvl6pPr marL="1885950" indent="-171450" defTabSz="342900">
              <a:spcBef>
                <a:spcPct val="20000"/>
              </a:spcBef>
              <a:buFont typeface="Arial"/>
              <a:buChar char="•"/>
              <a:defRPr sz="1350"/>
            </a:lvl6pPr>
            <a:lvl7pPr marL="2228850" indent="-171450" defTabSz="342900">
              <a:spcBef>
                <a:spcPct val="20000"/>
              </a:spcBef>
              <a:buFont typeface="Arial"/>
              <a:buChar char="•"/>
              <a:defRPr sz="1350"/>
            </a:lvl7pPr>
            <a:lvl8pPr marL="2571750" indent="-171450" defTabSz="342900">
              <a:spcBef>
                <a:spcPct val="20000"/>
              </a:spcBef>
              <a:buFont typeface="Arial"/>
              <a:buChar char="•"/>
              <a:defRPr sz="1350"/>
            </a:lvl8pPr>
            <a:lvl9pPr marL="2914650" indent="-171450" defTabSz="342900">
              <a:spcBef>
                <a:spcPct val="20000"/>
              </a:spcBef>
              <a:buFont typeface="Arial"/>
              <a:buChar char="•"/>
              <a:defRPr sz="1350"/>
            </a:lvl9pPr>
          </a:lstStyle>
          <a:p>
            <a:r>
              <a:rPr lang="en-GB" dirty="0"/>
              <a:t>http://victim.foo/?show=../../../../etc/config</a:t>
            </a:r>
          </a:p>
          <a:p>
            <a:endParaRPr lang="en-GB" dirty="0"/>
          </a:p>
          <a:p>
            <a:r>
              <a:rPr lang="en-GB" dirty="0"/>
              <a:t>http://victim.foo/?show=%2e%2e%2f%2e%2e%2f%2e%2e%2f%2e%2e%2fetc/config</a:t>
            </a:r>
            <a:endParaRPr lang="en-US" dirty="0"/>
          </a:p>
        </p:txBody>
      </p:sp>
    </p:spTree>
    <p:extLst>
      <p:ext uri="{BB962C8B-B14F-4D97-AF65-F5344CB8AC3E}">
        <p14:creationId xmlns:p14="http://schemas.microsoft.com/office/powerpoint/2010/main" val="34069517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4AC20-063B-7CE4-9D14-864966377440}"/>
              </a:ext>
            </a:extLst>
          </p:cNvPr>
          <p:cNvSpPr>
            <a:spLocks noGrp="1"/>
          </p:cNvSpPr>
          <p:nvPr>
            <p:ph type="title"/>
          </p:nvPr>
        </p:nvSpPr>
        <p:spPr/>
        <p:txBody>
          <a:bodyPr/>
          <a:lstStyle/>
          <a:p>
            <a:r>
              <a:rPr lang="en-US" noProof="0" dirty="0"/>
              <a:t>URL Analysis</a:t>
            </a:r>
          </a:p>
        </p:txBody>
      </p:sp>
      <p:sp>
        <p:nvSpPr>
          <p:cNvPr id="3" name="Content Placeholder 2">
            <a:extLst>
              <a:ext uri="{FF2B5EF4-FFF2-40B4-BE49-F238E27FC236}">
                <a16:creationId xmlns:a16="http://schemas.microsoft.com/office/drawing/2014/main" id="{E0C7CA34-88B3-7A05-5BD7-F04E26AF34A2}"/>
              </a:ext>
            </a:extLst>
          </p:cNvPr>
          <p:cNvSpPr>
            <a:spLocks noGrp="1"/>
          </p:cNvSpPr>
          <p:nvPr>
            <p:ph idx="1"/>
          </p:nvPr>
        </p:nvSpPr>
        <p:spPr/>
        <p:txBody>
          <a:bodyPr/>
          <a:lstStyle/>
          <a:p>
            <a:r>
              <a:rPr lang="en-US" noProof="0" dirty="0"/>
              <a:t>Uniform Resource Locator (URL) format</a:t>
            </a:r>
          </a:p>
          <a:p>
            <a:r>
              <a:rPr lang="en-US" noProof="0" dirty="0"/>
              <a:t>HTTP methods</a:t>
            </a:r>
          </a:p>
          <a:p>
            <a:pPr lvl="1"/>
            <a:r>
              <a:rPr lang="en-US" noProof="0" dirty="0"/>
              <a:t>TCP connections</a:t>
            </a:r>
          </a:p>
          <a:p>
            <a:pPr lvl="1"/>
            <a:r>
              <a:rPr lang="en-US" noProof="0" dirty="0"/>
              <a:t>GET, POST, PUT</a:t>
            </a:r>
          </a:p>
          <a:p>
            <a:pPr lvl="1"/>
            <a:r>
              <a:rPr lang="en-US" noProof="0" dirty="0"/>
              <a:t>URL (query parameters)</a:t>
            </a:r>
          </a:p>
          <a:p>
            <a:r>
              <a:rPr lang="en-US" noProof="0" dirty="0"/>
              <a:t>Percent encoding</a:t>
            </a:r>
          </a:p>
          <a:p>
            <a:endParaRPr lang="en-US" noProof="0" dirty="0"/>
          </a:p>
        </p:txBody>
      </p:sp>
      <p:pic>
        <p:nvPicPr>
          <p:cNvPr id="6" name="Content Placeholder 6" descr="An illustration represents URL analysis.">
            <a:extLst>
              <a:ext uri="{FF2B5EF4-FFF2-40B4-BE49-F238E27FC236}">
                <a16:creationId xmlns:a16="http://schemas.microsoft.com/office/drawing/2014/main" id="{8D860694-8C39-BC20-325F-FFEBAA1B57D4}"/>
              </a:ext>
            </a:extLst>
          </p:cNvPr>
          <p:cNvPicPr>
            <a:picLocks noGrp="1" noChangeAspect="1"/>
          </p:cNvPicPr>
          <p:nvPr>
            <p:ph idx="12"/>
          </p:nvPr>
        </p:nvPicPr>
        <p:blipFill>
          <a:blip r:embed="rId3" cstate="screen">
            <a:extLst>
              <a:ext uri="{28A0092B-C50C-407E-A947-70E740481C1C}">
                <a14:useLocalDpi xmlns:a14="http://schemas.microsoft.com/office/drawing/2010/main"/>
              </a:ext>
            </a:extLst>
          </a:blip>
          <a:stretch>
            <a:fillRect/>
          </a:stretch>
        </p:blipFill>
        <p:spPr>
          <a:xfrm>
            <a:off x="4052319" y="1502229"/>
            <a:ext cx="4850593" cy="2215175"/>
          </a:xfrm>
        </p:spPr>
      </p:pic>
      <p:sp>
        <p:nvSpPr>
          <p:cNvPr id="5" name="Slide Number Placeholder 4">
            <a:extLst>
              <a:ext uri="{FF2B5EF4-FFF2-40B4-BE49-F238E27FC236}">
                <a16:creationId xmlns:a16="http://schemas.microsoft.com/office/drawing/2014/main" id="{0461522E-C433-F86D-24D1-452874065095}"/>
              </a:ext>
            </a:extLst>
          </p:cNvPr>
          <p:cNvSpPr>
            <a:spLocks noGrp="1"/>
          </p:cNvSpPr>
          <p:nvPr>
            <p:ph type="sldNum" sz="quarter" idx="13"/>
          </p:nvPr>
        </p:nvSpPr>
        <p:spPr/>
        <p:txBody>
          <a:bodyPr/>
          <a:lstStyle/>
          <a:p>
            <a:fld id="{B7CF8A19-3A9E-4ABC-B336-2FDDE321C72D}" type="slidenum">
              <a:rPr lang="en-US" smtClean="0"/>
              <a:pPr/>
              <a:t>34</a:t>
            </a:fld>
            <a:endParaRPr lang="en-US"/>
          </a:p>
        </p:txBody>
      </p:sp>
    </p:spTree>
    <p:extLst>
      <p:ext uri="{BB962C8B-B14F-4D97-AF65-F5344CB8AC3E}">
        <p14:creationId xmlns:p14="http://schemas.microsoft.com/office/powerpoint/2010/main" val="34639187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4AC20-063B-7CE4-9D14-864966377440}"/>
              </a:ext>
            </a:extLst>
          </p:cNvPr>
          <p:cNvSpPr>
            <a:spLocks noGrp="1"/>
          </p:cNvSpPr>
          <p:nvPr>
            <p:ph type="title"/>
          </p:nvPr>
        </p:nvSpPr>
        <p:spPr/>
        <p:txBody>
          <a:bodyPr/>
          <a:lstStyle/>
          <a:p>
            <a:r>
              <a:rPr lang="en-US" noProof="0" dirty="0"/>
              <a:t>Web Server Logs</a:t>
            </a:r>
          </a:p>
        </p:txBody>
      </p:sp>
      <p:sp>
        <p:nvSpPr>
          <p:cNvPr id="5" name="Slide Number Placeholder 4">
            <a:extLst>
              <a:ext uri="{FF2B5EF4-FFF2-40B4-BE49-F238E27FC236}">
                <a16:creationId xmlns:a16="http://schemas.microsoft.com/office/drawing/2014/main" id="{0461522E-C433-F86D-24D1-452874065095}"/>
              </a:ext>
            </a:extLst>
          </p:cNvPr>
          <p:cNvSpPr>
            <a:spLocks noGrp="1"/>
          </p:cNvSpPr>
          <p:nvPr>
            <p:ph type="sldNum" sz="quarter" idx="10"/>
          </p:nvPr>
        </p:nvSpPr>
        <p:spPr/>
        <p:txBody>
          <a:bodyPr/>
          <a:lstStyle/>
          <a:p>
            <a:fld id="{B7CF8A19-3A9E-4ABC-B336-2FDDE321C72D}" type="slidenum">
              <a:rPr lang="en-US" smtClean="0"/>
              <a:pPr/>
              <a:t>35</a:t>
            </a:fld>
            <a:endParaRPr lang="en-US"/>
          </a:p>
        </p:txBody>
      </p:sp>
      <p:sp>
        <p:nvSpPr>
          <p:cNvPr id="3" name="Content Placeholder 2">
            <a:extLst>
              <a:ext uri="{FF2B5EF4-FFF2-40B4-BE49-F238E27FC236}">
                <a16:creationId xmlns:a16="http://schemas.microsoft.com/office/drawing/2014/main" id="{7C31BF9B-CDBB-0D0B-5DB3-E651FBF76878}"/>
              </a:ext>
            </a:extLst>
          </p:cNvPr>
          <p:cNvSpPr>
            <a:spLocks noGrp="1"/>
          </p:cNvSpPr>
          <p:nvPr>
            <p:ph idx="1"/>
          </p:nvPr>
        </p:nvSpPr>
        <p:spPr>
          <a:xfrm>
            <a:off x="146050" y="746760"/>
            <a:ext cx="8870950" cy="1932272"/>
          </a:xfrm>
        </p:spPr>
        <p:txBody>
          <a:bodyPr>
            <a:normAutofit fontScale="92500" lnSpcReduction="10000"/>
          </a:bodyPr>
          <a:lstStyle/>
          <a:p>
            <a:r>
              <a:rPr lang="en-US" noProof="0" dirty="0"/>
              <a:t>Error log</a:t>
            </a:r>
          </a:p>
          <a:p>
            <a:r>
              <a:rPr lang="en-US" noProof="0" dirty="0"/>
              <a:t>Traffic log</a:t>
            </a:r>
          </a:p>
          <a:p>
            <a:r>
              <a:rPr lang="en-US" noProof="0" dirty="0"/>
              <a:t>Status codes</a:t>
            </a:r>
          </a:p>
          <a:p>
            <a:r>
              <a:rPr lang="en-US" noProof="0" dirty="0"/>
              <a:t>HTTP headers</a:t>
            </a:r>
          </a:p>
        </p:txBody>
      </p:sp>
      <p:pic>
        <p:nvPicPr>
          <p:cNvPr id="37892" name="Picture 4">
            <a:extLst>
              <a:ext uri="{FF2B5EF4-FFF2-40B4-BE49-F238E27FC236}">
                <a16:creationId xmlns:a16="http://schemas.microsoft.com/office/drawing/2014/main" id="{69412D63-8DAF-3A8D-CB86-E9DB3C0000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9852" y="2769870"/>
            <a:ext cx="7414126" cy="23079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87205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EAFB6CA-3721-808B-4B6C-B7F5DB37545C}"/>
              </a:ext>
            </a:extLst>
          </p:cNvPr>
          <p:cNvSpPr>
            <a:spLocks noGrp="1"/>
          </p:cNvSpPr>
          <p:nvPr>
            <p:ph sz="quarter" idx="11"/>
          </p:nvPr>
        </p:nvSpPr>
        <p:spPr/>
        <p:txBody>
          <a:bodyPr>
            <a:normAutofit fontScale="85000" lnSpcReduction="20000"/>
          </a:bodyPr>
          <a:lstStyle/>
          <a:p>
            <a:r>
              <a:rPr lang="en-US" dirty="0"/>
              <a:t>Application attacks</a:t>
            </a:r>
          </a:p>
          <a:p>
            <a:pPr lvl="1"/>
            <a:r>
              <a:rPr lang="en-US" dirty="0"/>
              <a:t>Arbitrary/remote code execution, privilege escalation, buffer overflow</a:t>
            </a:r>
          </a:p>
          <a:p>
            <a:r>
              <a:rPr lang="en-US" dirty="0"/>
              <a:t>Replay attacks</a:t>
            </a:r>
          </a:p>
          <a:p>
            <a:r>
              <a:rPr lang="en-US" dirty="0"/>
              <a:t>Forgery attacks</a:t>
            </a:r>
          </a:p>
          <a:p>
            <a:pPr lvl="1"/>
            <a:r>
              <a:rPr lang="en-US" dirty="0"/>
              <a:t>Cross-site and server-side forgery</a:t>
            </a:r>
          </a:p>
          <a:p>
            <a:r>
              <a:rPr lang="en-US" dirty="0"/>
              <a:t>Injection attacks</a:t>
            </a:r>
          </a:p>
          <a:p>
            <a:pPr lvl="1"/>
            <a:r>
              <a:rPr lang="en-US" dirty="0"/>
              <a:t>SQL, XML, LDAP, directory traversal, </a:t>
            </a:r>
            <a:r>
              <a:rPr lang="en-US"/>
              <a:t>command injection</a:t>
            </a:r>
            <a:endParaRPr lang="en-US" dirty="0"/>
          </a:p>
          <a:p>
            <a:r>
              <a:rPr lang="en-US" dirty="0"/>
              <a:t>URL analysis</a:t>
            </a:r>
          </a:p>
          <a:p>
            <a:r>
              <a:rPr lang="en-US" dirty="0"/>
              <a:t>Web server logs</a:t>
            </a:r>
          </a:p>
          <a:p>
            <a:pPr marL="0" indent="0">
              <a:buNone/>
            </a:pPr>
            <a:endParaRPr lang="en-US" dirty="0"/>
          </a:p>
        </p:txBody>
      </p:sp>
      <p:sp>
        <p:nvSpPr>
          <p:cNvPr id="3" name="Title 2">
            <a:extLst>
              <a:ext uri="{FF2B5EF4-FFF2-40B4-BE49-F238E27FC236}">
                <a16:creationId xmlns:a16="http://schemas.microsoft.com/office/drawing/2014/main" id="{F17385E9-CEAB-A6BC-B2FE-EC180559EE09}"/>
              </a:ext>
            </a:extLst>
          </p:cNvPr>
          <p:cNvSpPr>
            <a:spLocks noGrp="1"/>
          </p:cNvSpPr>
          <p:nvPr>
            <p:ph type="title"/>
          </p:nvPr>
        </p:nvSpPr>
        <p:spPr/>
        <p:txBody>
          <a:bodyPr/>
          <a:lstStyle/>
          <a:p>
            <a:r>
              <a:rPr lang="en-US" dirty="0"/>
              <a:t>Application Attack Indicators</a:t>
            </a:r>
          </a:p>
        </p:txBody>
      </p:sp>
      <p:sp>
        <p:nvSpPr>
          <p:cNvPr id="4" name="Slide Number Placeholder 3">
            <a:extLst>
              <a:ext uri="{FF2B5EF4-FFF2-40B4-BE49-F238E27FC236}">
                <a16:creationId xmlns:a16="http://schemas.microsoft.com/office/drawing/2014/main" id="{2A114331-C360-BC29-0EF8-6CB4A29F1F66}"/>
              </a:ext>
            </a:extLst>
          </p:cNvPr>
          <p:cNvSpPr>
            <a:spLocks noGrp="1"/>
          </p:cNvSpPr>
          <p:nvPr>
            <p:ph type="sldNum" sz="quarter" idx="12"/>
          </p:nvPr>
        </p:nvSpPr>
        <p:spPr/>
        <p:txBody>
          <a:bodyPr/>
          <a:lstStyle/>
          <a:p>
            <a:fld id="{B7CF8A19-3A9E-4ABC-B336-2FDDE321C72D}" type="slidenum">
              <a:rPr lang="en-US" smtClean="0"/>
              <a:pPr/>
              <a:t>36</a:t>
            </a:fld>
            <a:endParaRPr lang="en-US"/>
          </a:p>
        </p:txBody>
      </p:sp>
    </p:spTree>
    <p:extLst>
      <p:ext uri="{BB962C8B-B14F-4D97-AF65-F5344CB8AC3E}">
        <p14:creationId xmlns:p14="http://schemas.microsoft.com/office/powerpoint/2010/main" val="39847109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195E7-CEB7-44B4-8D15-A6FE845CE6B2}"/>
              </a:ext>
            </a:extLst>
          </p:cNvPr>
          <p:cNvSpPr>
            <a:spLocks noGrp="1"/>
          </p:cNvSpPr>
          <p:nvPr>
            <p:ph type="ctrTitle"/>
          </p:nvPr>
        </p:nvSpPr>
        <p:spPr/>
        <p:txBody>
          <a:bodyPr/>
          <a:lstStyle/>
          <a:p>
            <a:r>
              <a:rPr lang="en-US" dirty="0">
                <a:latin typeface="Calibri"/>
                <a:cs typeface="Calibri"/>
              </a:rPr>
              <a:t>Summary</a:t>
            </a:r>
            <a:endParaRPr lang="en-US" dirty="0"/>
          </a:p>
        </p:txBody>
      </p:sp>
      <p:sp>
        <p:nvSpPr>
          <p:cNvPr id="3" name="Subtitle 2">
            <a:extLst>
              <a:ext uri="{FF2B5EF4-FFF2-40B4-BE49-F238E27FC236}">
                <a16:creationId xmlns:a16="http://schemas.microsoft.com/office/drawing/2014/main" id="{3CFC5BFA-DF53-4407-9187-19E2D701E00B}"/>
              </a:ext>
            </a:extLst>
          </p:cNvPr>
          <p:cNvSpPr>
            <a:spLocks noGrp="1"/>
          </p:cNvSpPr>
          <p:nvPr>
            <p:ph type="subTitle" idx="1"/>
          </p:nvPr>
        </p:nvSpPr>
        <p:spPr/>
        <p:txBody>
          <a:bodyPr/>
          <a:lstStyle/>
          <a:p>
            <a:r>
              <a:rPr lang="en-US"/>
              <a:t>Lesson 13</a:t>
            </a:r>
            <a:endParaRPr lang="en-US" dirty="0"/>
          </a:p>
        </p:txBody>
      </p:sp>
      <p:sp>
        <p:nvSpPr>
          <p:cNvPr id="4" name="Text Placeholder 3">
            <a:extLst>
              <a:ext uri="{FF2B5EF4-FFF2-40B4-BE49-F238E27FC236}">
                <a16:creationId xmlns:a16="http://schemas.microsoft.com/office/drawing/2014/main" id="{10E64DD8-93CF-45E0-BBB1-D21C74EEE754}"/>
              </a:ext>
            </a:extLst>
          </p:cNvPr>
          <p:cNvSpPr>
            <a:spLocks noGrp="1"/>
          </p:cNvSpPr>
          <p:nvPr>
            <p:ph type="body" sz="quarter" idx="12"/>
          </p:nvPr>
        </p:nvSpPr>
        <p:spPr/>
        <p:txBody>
          <a:bodyPr>
            <a:normAutofit fontScale="92500" lnSpcReduction="10000"/>
          </a:bodyPr>
          <a:lstStyle/>
          <a:p>
            <a:r>
              <a:rPr lang="en-US" noProof="0"/>
              <a:t>CompTIA Security+ Exam SY0-701</a:t>
            </a:r>
          </a:p>
          <a:p>
            <a:endParaRPr lang="en-US"/>
          </a:p>
        </p:txBody>
      </p:sp>
      <p:sp>
        <p:nvSpPr>
          <p:cNvPr id="5" name="Slide Number Placeholder 4">
            <a:extLst>
              <a:ext uri="{FF2B5EF4-FFF2-40B4-BE49-F238E27FC236}">
                <a16:creationId xmlns:a16="http://schemas.microsoft.com/office/drawing/2014/main" id="{62FE90A5-9E27-4EEC-9D36-E853C33CA9D6}"/>
              </a:ext>
            </a:extLst>
          </p:cNvPr>
          <p:cNvSpPr>
            <a:spLocks noGrp="1"/>
          </p:cNvSpPr>
          <p:nvPr>
            <p:ph type="sldNum" sz="quarter" idx="10"/>
          </p:nvPr>
        </p:nvSpPr>
        <p:spPr/>
        <p:txBody>
          <a:bodyPr/>
          <a:lstStyle/>
          <a:p>
            <a:fld id="{B7CF8A19-3A9E-4ABC-B336-2FDDE321C72D}" type="slidenum">
              <a:rPr lang="en-US" smtClean="0"/>
              <a:pPr/>
              <a:t>37</a:t>
            </a:fld>
            <a:endParaRPr lang="en-US"/>
          </a:p>
        </p:txBody>
      </p:sp>
    </p:spTree>
    <p:extLst>
      <p:ext uri="{BB962C8B-B14F-4D97-AF65-F5344CB8AC3E}">
        <p14:creationId xmlns:p14="http://schemas.microsoft.com/office/powerpoint/2010/main" val="1298247145"/>
      </p:ext>
    </p:extLst>
  </p:cSld>
  <p:clrMapOvr>
    <a:masterClrMapping/>
  </p:clrMapOvr>
</p:sld>
</file>

<file path=ppt/theme/theme1.xml><?xml version="1.0" encoding="utf-8"?>
<a:theme xmlns:a="http://schemas.openxmlformats.org/drawingml/2006/main" name="comptia_ov">
  <a:themeElements>
    <a:clrScheme name="comptia">
      <a:dk1>
        <a:srgbClr val="253644"/>
      </a:dk1>
      <a:lt1>
        <a:srgbClr val="FFFFFF"/>
      </a:lt1>
      <a:dk2>
        <a:srgbClr val="45545F"/>
      </a:dk2>
      <a:lt2>
        <a:srgbClr val="F4F4F4"/>
      </a:lt2>
      <a:accent1>
        <a:srgbClr val="00688E"/>
      </a:accent1>
      <a:accent2>
        <a:srgbClr val="0198A7"/>
      </a:accent2>
      <a:accent3>
        <a:srgbClr val="028EBD"/>
      </a:accent3>
      <a:accent4>
        <a:srgbClr val="778691"/>
      </a:accent4>
      <a:accent5>
        <a:srgbClr val="CF0B2B"/>
      </a:accent5>
      <a:accent6>
        <a:srgbClr val="ED6D00"/>
      </a:accent6>
      <a:hlink>
        <a:srgbClr val="B24FC3"/>
      </a:hlink>
      <a:folHlink>
        <a:srgbClr val="73228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omptia_ova" id="{478531A2-6CBB-47DF-8787-97F322309993}" vid="{27DBB225-2D25-419A-A575-CF909A3C9BB4}"/>
    </a:ext>
  </a:extLst>
</a:theme>
</file>

<file path=ppt/theme/theme2.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8AB8BE3257A504EB15FA3D006F5CE14" ma:contentTypeVersion="20" ma:contentTypeDescription="Create a new document." ma:contentTypeScope="" ma:versionID="ed86e5399dbebefe12b00acc00006398">
  <xsd:schema xmlns:xsd="http://www.w3.org/2001/XMLSchema" xmlns:xs="http://www.w3.org/2001/XMLSchema" xmlns:p="http://schemas.microsoft.com/office/2006/metadata/properties" xmlns:ns1="http://schemas.microsoft.com/sharepoint/v3" xmlns:ns2="95a46270-66ec-4bdf-aabc-d78887d51418" xmlns:ns3="315eb565-7267-4a95-9087-2f433ded3c8b" targetNamespace="http://schemas.microsoft.com/office/2006/metadata/properties" ma:root="true" ma:fieldsID="d58846d2f795cf77eba5ad3af37f17c8" ns1:_="" ns2:_="" ns3:_="">
    <xsd:import namespace="http://schemas.microsoft.com/sharepoint/v3"/>
    <xsd:import namespace="95a46270-66ec-4bdf-aabc-d78887d51418"/>
    <xsd:import namespace="315eb565-7267-4a95-9087-2f433ded3c8b"/>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a46270-66ec-4bdf-aabc-d78887d514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7b08e0c-9838-438a-a46d-e871ec00c0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15eb565-7267-4a95-9087-2f433ded3c8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32a667b-0d96-4d3d-ae00-1e23d06ed90f}" ma:internalName="TaxCatchAll" ma:showField="CatchAllData" ma:web="315eb565-7267-4a95-9087-2f433ded3c8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15eb565-7267-4a95-9087-2f433ded3c8b" xsi:nil="true"/>
    <_ip_UnifiedCompliancePolicyProperties xmlns="http://schemas.microsoft.com/sharepoint/v3" xsi:nil="true"/>
    <lcf76f155ced4ddcb4097134ff3c332f xmlns="95a46270-66ec-4bdf-aabc-d78887d5141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A2CFB8D-1019-43EC-BFD1-51DA40016399}">
  <ds:schemaRefs>
    <ds:schemaRef ds:uri="http://schemas.microsoft.com/sharepoint/v3/contenttype/forms"/>
  </ds:schemaRefs>
</ds:datastoreItem>
</file>

<file path=customXml/itemProps2.xml><?xml version="1.0" encoding="utf-8"?>
<ds:datastoreItem xmlns:ds="http://schemas.openxmlformats.org/officeDocument/2006/customXml" ds:itemID="{EC6AC144-B87D-452B-9F29-102FBEA13DC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5a46270-66ec-4bdf-aabc-d78887d51418"/>
    <ds:schemaRef ds:uri="315eb565-7267-4a95-9087-2f433ded3c8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9804A4A-BEBA-46F7-8D91-096B77966F98}">
  <ds:schemaRefs>
    <ds:schemaRef ds:uri="http://purl.org/dc/terms/"/>
    <ds:schemaRef ds:uri="http://purl.org/dc/dcmitype/"/>
    <ds:schemaRef ds:uri="http://purl.org/dc/elements/1.1/"/>
    <ds:schemaRef ds:uri="http://schemas.microsoft.com/office/2006/documentManagement/types"/>
    <ds:schemaRef ds:uri="95a46270-66ec-4bdf-aabc-d78887d51418"/>
    <ds:schemaRef ds:uri="http://schemas.microsoft.com/office/infopath/2007/PartnerControls"/>
    <ds:schemaRef ds:uri="http://schemas.microsoft.com/office/2006/metadata/properties"/>
    <ds:schemaRef ds:uri="http://schemas.openxmlformats.org/package/2006/metadata/core-properties"/>
    <ds:schemaRef ds:uri="315eb565-7267-4a95-9087-2f433ded3c8b"/>
    <ds:schemaRef ds:uri="http://schemas.microsoft.com/sharepoint/v3"/>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comptia_ova</Template>
  <TotalTime>105</TotalTime>
  <Words>2630</Words>
  <Application>Microsoft Office PowerPoint</Application>
  <PresentationFormat>On-screen Show (16:9)</PresentationFormat>
  <Paragraphs>393</Paragraphs>
  <Slides>37</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Roboto Mono</vt:lpstr>
      <vt:lpstr>Calibri</vt:lpstr>
      <vt:lpstr>Open Sans</vt:lpstr>
      <vt:lpstr>Arial</vt:lpstr>
      <vt:lpstr>comptia_ov</vt:lpstr>
      <vt:lpstr>Analyze Indicators of Malicious Activity</vt:lpstr>
      <vt:lpstr>Objectives</vt:lpstr>
      <vt:lpstr>Malware Attack Indicators</vt:lpstr>
      <vt:lpstr>Malware Classification​</vt:lpstr>
      <vt:lpstr>Computer Viruses​</vt:lpstr>
      <vt:lpstr>Computer Worms and Fileless Malware​</vt:lpstr>
      <vt:lpstr>Spyware, Adware, and Keyloggers​</vt:lpstr>
      <vt:lpstr>Backdoors and Remote Access Trojans​</vt:lpstr>
      <vt:lpstr>Rootkits</vt:lpstr>
      <vt:lpstr>Ransomware, Crypto-Malware, and Logic Bombs​</vt:lpstr>
      <vt:lpstr>TTPs and IoCs</vt:lpstr>
      <vt:lpstr>Malicious Activity Indicators​</vt:lpstr>
      <vt:lpstr>Malware Attack Indicators</vt:lpstr>
      <vt:lpstr>Physical and Network Attack Indicators</vt:lpstr>
      <vt:lpstr>Physical Attacks</vt:lpstr>
      <vt:lpstr>Network Attacks</vt:lpstr>
      <vt:lpstr>Distributed Denial of Service Attacks (1)</vt:lpstr>
      <vt:lpstr>Distributed Denial of Service Attacks (2)</vt:lpstr>
      <vt:lpstr>On-path Attacks</vt:lpstr>
      <vt:lpstr>Domain Name System Attacks</vt:lpstr>
      <vt:lpstr>Wireless Attacks</vt:lpstr>
      <vt:lpstr>Password Attacks​</vt:lpstr>
      <vt:lpstr>Credential Replay Attacks</vt:lpstr>
      <vt:lpstr>Cryptographic Attacks</vt:lpstr>
      <vt:lpstr>Malicious Code Indicators</vt:lpstr>
      <vt:lpstr>Physical and Network Attack Indicators</vt:lpstr>
      <vt:lpstr>Application Attack Indicators</vt:lpstr>
      <vt:lpstr>Application Attacks</vt:lpstr>
      <vt:lpstr>Replay Attacks</vt:lpstr>
      <vt:lpstr>Forgery Attacks (1)</vt:lpstr>
      <vt:lpstr>Forgery Attacks (2)</vt:lpstr>
      <vt:lpstr>Injection Attacks</vt:lpstr>
      <vt:lpstr>Directory Traversal and Command Injection Attacks</vt:lpstr>
      <vt:lpstr>URL Analysis</vt:lpstr>
      <vt:lpstr>Web Server Logs</vt:lpstr>
      <vt:lpstr>Application Attack Indicators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CompTIA Security+ SY0-701</dc:title>
  <dc:subject>Slide deck to accompany a CompTIA OCC study guide</dc:subject>
  <dc:creator>James Pengelly</dc:creator>
  <dc:description>Copyright © 2022 CompTIA, Inc. All Rights Reserved.  |  CompTIA.org</dc:description>
  <cp:lastModifiedBy>Danielle Andries</cp:lastModifiedBy>
  <cp:revision>10</cp:revision>
  <dcterms:created xsi:type="dcterms:W3CDTF">2023-04-03T11:18:01Z</dcterms:created>
  <dcterms:modified xsi:type="dcterms:W3CDTF">2023-09-13T17:27:39Z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0x010100F8AB8BE3257A504EB15FA3D006F5CE14</vt:lpwstr>
  </property>
</Properties>
</file>