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 id="2147483940" r:id="rId5"/>
  </p:sldMasterIdLst>
  <p:notesMasterIdLst>
    <p:notesMasterId r:id="rId29"/>
  </p:notesMasterIdLst>
  <p:handoutMasterIdLst>
    <p:handoutMasterId r:id="rId30"/>
  </p:handoutMasterIdLst>
  <p:sldIdLst>
    <p:sldId id="257" r:id="rId6"/>
    <p:sldId id="258" r:id="rId7"/>
    <p:sldId id="260" r:id="rId8"/>
    <p:sldId id="279" r:id="rId9"/>
    <p:sldId id="280" r:id="rId10"/>
    <p:sldId id="281" r:id="rId11"/>
    <p:sldId id="282" r:id="rId12"/>
    <p:sldId id="283" r:id="rId13"/>
    <p:sldId id="284" r:id="rId14"/>
    <p:sldId id="263" r:id="rId15"/>
    <p:sldId id="267" r:id="rId16"/>
    <p:sldId id="269" r:id="rId17"/>
    <p:sldId id="285" r:id="rId18"/>
    <p:sldId id="286" r:id="rId19"/>
    <p:sldId id="287" r:id="rId20"/>
    <p:sldId id="272" r:id="rId21"/>
    <p:sldId id="268" r:id="rId22"/>
    <p:sldId id="274" r:id="rId23"/>
    <p:sldId id="288" r:id="rId24"/>
    <p:sldId id="289" r:id="rId25"/>
    <p:sldId id="277" r:id="rId26"/>
    <p:sldId id="278" r:id="rId27"/>
    <p:sldId id="266" r:id="rId28"/>
  </p:sldIdLst>
  <p:sldSz cx="9144000" cy="5143500" type="screen16x9"/>
  <p:notesSz cx="6858000" cy="9144000"/>
  <p:embeddedFontLst>
    <p:embeddedFont>
      <p:font typeface="Calibri" panose="020F0502020204030204" pitchFamily="34" charset="0"/>
      <p:regular r:id="rId31"/>
      <p:bold r:id="rId32"/>
      <p:italic r:id="rId33"/>
      <p:boldItalic r:id="rId34"/>
    </p:embeddedFont>
    <p:embeddedFont>
      <p:font typeface="Open Sans" panose="020B0606030504020204" pitchFamily="34" charset="0"/>
      <p:regular r:id="rId35"/>
      <p:bold r:id="rId36"/>
      <p:italic r:id="rId37"/>
      <p:boldItalic r:id="rId3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7090" autoAdjust="0"/>
  </p:normalViewPr>
  <p:slideViewPr>
    <p:cSldViewPr snapToGrid="0">
      <p:cViewPr varScale="1">
        <p:scale>
          <a:sx n="131" d="100"/>
          <a:sy n="131" d="100"/>
        </p:scale>
        <p:origin x="1026" y="108"/>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commentAuthors" Target="commentAuthors.xml"/><Relationship Id="rId21" Type="http://schemas.openxmlformats.org/officeDocument/2006/relationships/slide" Target="slides/slide16.xml"/><Relationship Id="rId34" Type="http://schemas.openxmlformats.org/officeDocument/2006/relationships/font" Target="fonts/font4.fntdata"/><Relationship Id="rId42"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6.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1.fntdata"/><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35" Type="http://schemas.openxmlformats.org/officeDocument/2006/relationships/font" Target="fonts/font5.fntdata"/><Relationship Id="rId43"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3.fntdata"/><Relationship Id="rId38" Type="http://schemas.openxmlformats.org/officeDocument/2006/relationships/font" Target="fonts/font8.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3E3BE2CF-8130-442B-9D1D-02B0E6C65866}"/>
    <pc:docChg chg="undo custSel addSld delSld modSld sldOrd modMainMaster">
      <pc:chgData name="Danielle Andries" userId="93d179e4-3c18-40f7-920e-ae80b202540d" providerId="ADAL" clId="{3E3BE2CF-8130-442B-9D1D-02B0E6C65866}" dt="2023-08-15T15:18:04.311" v="64" actId="20577"/>
      <pc:docMkLst>
        <pc:docMk/>
      </pc:docMkLst>
      <pc:sldChg chg="modSp mod">
        <pc:chgData name="Danielle Andries" userId="93d179e4-3c18-40f7-920e-ae80b202540d" providerId="ADAL" clId="{3E3BE2CF-8130-442B-9D1D-02B0E6C65866}" dt="2023-08-15T15:16:32.321" v="34" actId="14100"/>
        <pc:sldMkLst>
          <pc:docMk/>
          <pc:sldMk cId="3995608643" sldId="257"/>
        </pc:sldMkLst>
        <pc:spChg chg="mod">
          <ac:chgData name="Danielle Andries" userId="93d179e4-3c18-40f7-920e-ae80b202540d" providerId="ADAL" clId="{3E3BE2CF-8130-442B-9D1D-02B0E6C65866}" dt="2023-08-15T15:16:32.321" v="34" actId="14100"/>
          <ac:spMkLst>
            <pc:docMk/>
            <pc:sldMk cId="3995608643" sldId="257"/>
            <ac:spMk id="2" creationId="{B8F195E7-CEB7-44B4-8D15-A6FE845CE6B2}"/>
          </ac:spMkLst>
        </pc:spChg>
        <pc:spChg chg="mod">
          <ac:chgData name="Danielle Andries" userId="93d179e4-3c18-40f7-920e-ae80b202540d" providerId="ADAL" clId="{3E3BE2CF-8130-442B-9D1D-02B0E6C65866}" dt="2023-08-15T15:10:26.064" v="9" actId="20577"/>
          <ac:spMkLst>
            <pc:docMk/>
            <pc:sldMk cId="3995608643" sldId="257"/>
            <ac:spMk id="3" creationId="{3CFC5BFA-DF53-4407-9187-19E2D701E00B}"/>
          </ac:spMkLst>
        </pc:spChg>
        <pc:spChg chg="mod">
          <ac:chgData name="Danielle Andries" userId="93d179e4-3c18-40f7-920e-ae80b202540d" providerId="ADAL" clId="{3E3BE2CF-8130-442B-9D1D-02B0E6C65866}" dt="2023-08-15T15:10:06.212" v="1" actId="27636"/>
          <ac:spMkLst>
            <pc:docMk/>
            <pc:sldMk cId="3995608643" sldId="257"/>
            <ac:spMk id="4" creationId="{10E64DD8-93CF-45E0-BBB1-D21C74EEE754}"/>
          </ac:spMkLst>
        </pc:spChg>
      </pc:sldChg>
      <pc:sldChg chg="modSp mod ord">
        <pc:chgData name="Danielle Andries" userId="93d179e4-3c18-40f7-920e-ae80b202540d" providerId="ADAL" clId="{3E3BE2CF-8130-442B-9D1D-02B0E6C65866}" dt="2023-08-15T15:16:39.617" v="35"/>
        <pc:sldMkLst>
          <pc:docMk/>
          <pc:sldMk cId="2170154808" sldId="258"/>
        </pc:sldMkLst>
        <pc:spChg chg="mod">
          <ac:chgData name="Danielle Andries" userId="93d179e4-3c18-40f7-920e-ae80b202540d" providerId="ADAL" clId="{3E3BE2CF-8130-442B-9D1D-02B0E6C65866}" dt="2023-08-15T15:16:39.617" v="35"/>
          <ac:spMkLst>
            <pc:docMk/>
            <pc:sldMk cId="2170154808" sldId="258"/>
            <ac:spMk id="2" creationId="{3B584BAD-EC4F-4728-93AF-D36C5D808653}"/>
          </ac:spMkLst>
        </pc:spChg>
        <pc:spChg chg="mod">
          <ac:chgData name="Danielle Andries" userId="93d179e4-3c18-40f7-920e-ae80b202540d" providerId="ADAL" clId="{3E3BE2CF-8130-442B-9D1D-02B0E6C65866}" dt="2023-08-15T15:11:31.192" v="27" actId="20577"/>
          <ac:spMkLst>
            <pc:docMk/>
            <pc:sldMk cId="2170154808" sldId="258"/>
            <ac:spMk id="3" creationId="{64FA1437-B024-4A30-A4F5-99BD676DEE0E}"/>
          </ac:spMkLst>
        </pc:spChg>
        <pc:spChg chg="mod">
          <ac:chgData name="Danielle Andries" userId="93d179e4-3c18-40f7-920e-ae80b202540d" providerId="ADAL" clId="{3E3BE2CF-8130-442B-9D1D-02B0E6C65866}" dt="2023-08-15T15:11:26.688" v="19" actId="20577"/>
          <ac:spMkLst>
            <pc:docMk/>
            <pc:sldMk cId="2170154808" sldId="258"/>
            <ac:spMk id="4" creationId="{EB4C854E-2009-4A48-BF5C-7AC043B72217}"/>
          </ac:spMkLst>
        </pc:spChg>
      </pc:sldChg>
      <pc:sldChg chg="del">
        <pc:chgData name="Danielle Andries" userId="93d179e4-3c18-40f7-920e-ae80b202540d" providerId="ADAL" clId="{3E3BE2CF-8130-442B-9D1D-02B0E6C65866}" dt="2023-08-15T15:11:44.388" v="28" actId="2696"/>
        <pc:sldMkLst>
          <pc:docMk/>
          <pc:sldMk cId="3549381897" sldId="259"/>
        </pc:sldMkLst>
      </pc:sldChg>
      <pc:sldChg chg="addSp delSp modSp mod">
        <pc:chgData name="Danielle Andries" userId="93d179e4-3c18-40f7-920e-ae80b202540d" providerId="ADAL" clId="{3E3BE2CF-8130-442B-9D1D-02B0E6C65866}" dt="2023-08-15T15:15:59.700" v="30" actId="478"/>
        <pc:sldMkLst>
          <pc:docMk/>
          <pc:sldMk cId="2298346470" sldId="262"/>
        </pc:sldMkLst>
        <pc:spChg chg="add mod">
          <ac:chgData name="Danielle Andries" userId="93d179e4-3c18-40f7-920e-ae80b202540d" providerId="ADAL" clId="{3E3BE2CF-8130-442B-9D1D-02B0E6C65866}" dt="2023-08-15T15:15:59.700" v="30" actId="478"/>
          <ac:spMkLst>
            <pc:docMk/>
            <pc:sldMk cId="2298346470" sldId="262"/>
            <ac:spMk id="7" creationId="{59CC715D-C4EE-14E0-5433-1C951F4038D9}"/>
          </ac:spMkLst>
        </pc:spChg>
        <pc:picChg chg="del">
          <ac:chgData name="Danielle Andries" userId="93d179e4-3c18-40f7-920e-ae80b202540d" providerId="ADAL" clId="{3E3BE2CF-8130-442B-9D1D-02B0E6C65866}" dt="2023-08-15T15:15:59.700" v="30" actId="478"/>
          <ac:picMkLst>
            <pc:docMk/>
            <pc:sldMk cId="2298346470" sldId="262"/>
            <ac:picMk id="5" creationId="{9940E4FA-497F-4350-827F-482C52E199A5}"/>
          </ac:picMkLst>
        </pc:picChg>
        <pc:picChg chg="del">
          <ac:chgData name="Danielle Andries" userId="93d179e4-3c18-40f7-920e-ae80b202540d" providerId="ADAL" clId="{3E3BE2CF-8130-442B-9D1D-02B0E6C65866}" dt="2023-08-15T15:15:58.927" v="29" actId="478"/>
          <ac:picMkLst>
            <pc:docMk/>
            <pc:sldMk cId="2298346470" sldId="262"/>
            <ac:picMk id="6" creationId="{7C4AADDE-9AD8-4263-9B5E-D5BADF4D69FD}"/>
          </ac:picMkLst>
        </pc:picChg>
      </pc:sldChg>
      <pc:sldChg chg="modSp mod">
        <pc:chgData name="Danielle Andries" userId="93d179e4-3c18-40f7-920e-ae80b202540d" providerId="ADAL" clId="{3E3BE2CF-8130-442B-9D1D-02B0E6C65866}" dt="2023-08-15T15:18:04.311" v="64" actId="20577"/>
        <pc:sldMkLst>
          <pc:docMk/>
          <pc:sldMk cId="997338478" sldId="266"/>
        </pc:sldMkLst>
        <pc:spChg chg="mod">
          <ac:chgData name="Danielle Andries" userId="93d179e4-3c18-40f7-920e-ae80b202540d" providerId="ADAL" clId="{3E3BE2CF-8130-442B-9D1D-02B0E6C65866}" dt="2023-08-15T15:18:04.311" v="64" actId="20577"/>
          <ac:spMkLst>
            <pc:docMk/>
            <pc:sldMk cId="997338478" sldId="266"/>
            <ac:spMk id="3" creationId="{3CFC5BFA-DF53-4407-9187-19E2D701E00B}"/>
          </ac:spMkLst>
        </pc:spChg>
        <pc:spChg chg="mod">
          <ac:chgData name="Danielle Andries" userId="93d179e4-3c18-40f7-920e-ae80b202540d" providerId="ADAL" clId="{3E3BE2CF-8130-442B-9D1D-02B0E6C65866}" dt="2023-08-15T15:18:00.789" v="56" actId="27636"/>
          <ac:spMkLst>
            <pc:docMk/>
            <pc:sldMk cId="997338478" sldId="266"/>
            <ac:spMk id="4" creationId="{10E64DD8-93CF-45E0-BBB1-D21C74EEE754}"/>
          </ac:spMkLst>
        </pc:spChg>
      </pc:sldChg>
      <pc:sldChg chg="modSp add mod ord">
        <pc:chgData name="Danielle Andries" userId="93d179e4-3c18-40f7-920e-ae80b202540d" providerId="ADAL" clId="{3E3BE2CF-8130-442B-9D1D-02B0E6C65866}" dt="2023-08-15T15:17:02.581" v="45"/>
        <pc:sldMkLst>
          <pc:docMk/>
          <pc:sldMk cId="674909909" sldId="267"/>
        </pc:sldMkLst>
        <pc:spChg chg="mod">
          <ac:chgData name="Danielle Andries" userId="93d179e4-3c18-40f7-920e-ae80b202540d" providerId="ADAL" clId="{3E3BE2CF-8130-442B-9D1D-02B0E6C65866}" dt="2023-08-15T15:17:02.581" v="45"/>
          <ac:spMkLst>
            <pc:docMk/>
            <pc:sldMk cId="674909909" sldId="267"/>
            <ac:spMk id="2" creationId="{3B584BAD-EC4F-4728-93AF-D36C5D808653}"/>
          </ac:spMkLst>
        </pc:spChg>
        <pc:spChg chg="mod">
          <ac:chgData name="Danielle Andries" userId="93d179e4-3c18-40f7-920e-ae80b202540d" providerId="ADAL" clId="{3E3BE2CF-8130-442B-9D1D-02B0E6C65866}" dt="2023-08-15T15:16:54.313" v="42" actId="20577"/>
          <ac:spMkLst>
            <pc:docMk/>
            <pc:sldMk cId="674909909" sldId="267"/>
            <ac:spMk id="3" creationId="{64FA1437-B024-4A30-A4F5-99BD676DEE0E}"/>
          </ac:spMkLst>
        </pc:spChg>
      </pc:sldChg>
      <pc:sldChg chg="modSp add mod">
        <pc:chgData name="Danielle Andries" userId="93d179e4-3c18-40f7-920e-ae80b202540d" providerId="ADAL" clId="{3E3BE2CF-8130-442B-9D1D-02B0E6C65866}" dt="2023-08-15T15:17:50.240" v="54"/>
        <pc:sldMkLst>
          <pc:docMk/>
          <pc:sldMk cId="925647113" sldId="268"/>
        </pc:sldMkLst>
        <pc:spChg chg="mod">
          <ac:chgData name="Danielle Andries" userId="93d179e4-3c18-40f7-920e-ae80b202540d" providerId="ADAL" clId="{3E3BE2CF-8130-442B-9D1D-02B0E6C65866}" dt="2023-08-15T15:17:50.240" v="54"/>
          <ac:spMkLst>
            <pc:docMk/>
            <pc:sldMk cId="925647113" sldId="268"/>
            <ac:spMk id="2" creationId="{3B584BAD-EC4F-4728-93AF-D36C5D808653}"/>
          </ac:spMkLst>
        </pc:spChg>
        <pc:spChg chg="mod">
          <ac:chgData name="Danielle Andries" userId="93d179e4-3c18-40f7-920e-ae80b202540d" providerId="ADAL" clId="{3E3BE2CF-8130-442B-9D1D-02B0E6C65866}" dt="2023-08-15T15:17:46.482" v="53" actId="20577"/>
          <ac:spMkLst>
            <pc:docMk/>
            <pc:sldMk cId="925647113" sldId="268"/>
            <ac:spMk id="3" creationId="{64FA1437-B024-4A30-A4F5-99BD676DEE0E}"/>
          </ac:spMkLst>
        </pc:spChg>
      </pc:sldChg>
      <pc:sldMasterChg chg="modSldLayout">
        <pc:chgData name="Danielle Andries" userId="93d179e4-3c18-40f7-920e-ae80b202540d" providerId="ADAL" clId="{3E3BE2CF-8130-442B-9D1D-02B0E6C65866}" dt="2023-08-15T15:17:31.403" v="49" actId="20577"/>
        <pc:sldMasterMkLst>
          <pc:docMk/>
          <pc:sldMasterMk cId="58932730" sldId="2147483910"/>
        </pc:sldMasterMkLst>
        <pc:sldLayoutChg chg="modSp mod">
          <pc:chgData name="Danielle Andries" userId="93d179e4-3c18-40f7-920e-ae80b202540d" providerId="ADAL" clId="{3E3BE2CF-8130-442B-9D1D-02B0E6C65866}" dt="2023-08-15T15:17:27.736" v="48" actId="20577"/>
          <pc:sldLayoutMkLst>
            <pc:docMk/>
            <pc:sldMasterMk cId="58932730" sldId="2147483910"/>
            <pc:sldLayoutMk cId="4084809213" sldId="2147483911"/>
          </pc:sldLayoutMkLst>
          <pc:spChg chg="mod">
            <ac:chgData name="Danielle Andries" userId="93d179e4-3c18-40f7-920e-ae80b202540d" providerId="ADAL" clId="{3E3BE2CF-8130-442B-9D1D-02B0E6C65866}" dt="2023-08-15T15:17:27.736" v="48" actId="20577"/>
            <ac:spMkLst>
              <pc:docMk/>
              <pc:sldMasterMk cId="58932730" sldId="2147483910"/>
              <pc:sldLayoutMk cId="4084809213" sldId="2147483911"/>
              <ac:spMk id="8" creationId="{85CB60B9-005C-47AF-9FB6-D41274CD49DC}"/>
            </ac:spMkLst>
          </pc:spChg>
        </pc:sldLayoutChg>
        <pc:sldLayoutChg chg="modSp mod">
          <pc:chgData name="Danielle Andries" userId="93d179e4-3c18-40f7-920e-ae80b202540d" providerId="ADAL" clId="{3E3BE2CF-8130-442B-9D1D-02B0E6C65866}" dt="2023-08-15T15:17:23.888" v="47" actId="20577"/>
          <pc:sldLayoutMkLst>
            <pc:docMk/>
            <pc:sldMasterMk cId="58932730" sldId="2147483910"/>
            <pc:sldLayoutMk cId="1974321300" sldId="2147483912"/>
          </pc:sldLayoutMkLst>
          <pc:spChg chg="mod">
            <ac:chgData name="Danielle Andries" userId="93d179e4-3c18-40f7-920e-ae80b202540d" providerId="ADAL" clId="{3E3BE2CF-8130-442B-9D1D-02B0E6C65866}" dt="2023-08-15T15:17:23.888" v="47"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3E3BE2CF-8130-442B-9D1D-02B0E6C65866}" dt="2023-08-15T15:17:31.403" v="49" actId="20577"/>
          <pc:sldLayoutMkLst>
            <pc:docMk/>
            <pc:sldMasterMk cId="58932730" sldId="2147483910"/>
            <pc:sldLayoutMk cId="4111725238" sldId="2147483926"/>
          </pc:sldLayoutMkLst>
          <pc:spChg chg="mod">
            <ac:chgData name="Danielle Andries" userId="93d179e4-3c18-40f7-920e-ae80b202540d" providerId="ADAL" clId="{3E3BE2CF-8130-442B-9D1D-02B0E6C65866}" dt="2023-08-15T15:17:31.403" v="49"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3E3BE2CF-8130-442B-9D1D-02B0E6C65866}" dt="2023-08-15T15:17:20.368" v="46" actId="20577"/>
          <pc:sldLayoutMkLst>
            <pc:docMk/>
            <pc:sldMasterMk cId="58932730" sldId="2147483910"/>
            <pc:sldLayoutMk cId="2001968655" sldId="2147483932"/>
          </pc:sldLayoutMkLst>
          <pc:spChg chg="mod">
            <ac:chgData name="Danielle Andries" userId="93d179e4-3c18-40f7-920e-ae80b202540d" providerId="ADAL" clId="{3E3BE2CF-8130-442B-9D1D-02B0E6C65866}" dt="2023-08-15T15:17:20.368" v="46" actId="20577"/>
            <ac:spMkLst>
              <pc:docMk/>
              <pc:sldMasterMk cId="58932730" sldId="2147483910"/>
              <pc:sldLayoutMk cId="2001968655" sldId="2147483932"/>
              <ac:spMk id="14" creationId="{DC95779D-C23F-4838-A4E9-42CBBB5D9F56}"/>
            </ac:spMkLst>
          </pc:spChg>
        </pc:sldLayoutChg>
      </pc:sldMasterChg>
    </pc:docChg>
  </pc:docChgLst>
  <pc:docChgLst>
    <pc:chgData name="James Pengelly" userId="d269fecd-a8a2-4e5a-93ae-88bdaab21f51" providerId="ADAL" clId="{C5A3DD5E-3CBB-4873-A664-5E64A6ECE615}"/>
    <pc:docChg chg="custSel modSld">
      <pc:chgData name="James Pengelly" userId="d269fecd-a8a2-4e5a-93ae-88bdaab21f51" providerId="ADAL" clId="{C5A3DD5E-3CBB-4873-A664-5E64A6ECE615}" dt="2023-09-19T11:06:37.596" v="261" actId="27636"/>
      <pc:docMkLst>
        <pc:docMk/>
      </pc:docMkLst>
      <pc:sldChg chg="addSp delSp modSp mod chgLayout">
        <pc:chgData name="James Pengelly" userId="d269fecd-a8a2-4e5a-93ae-88bdaab21f51" providerId="ADAL" clId="{C5A3DD5E-3CBB-4873-A664-5E64A6ECE615}" dt="2023-09-19T11:02:19.388" v="19" actId="20577"/>
        <pc:sldMkLst>
          <pc:docMk/>
          <pc:sldMk cId="1702716025" sldId="260"/>
        </pc:sldMkLst>
        <pc:spChg chg="mod ord">
          <ac:chgData name="James Pengelly" userId="d269fecd-a8a2-4e5a-93ae-88bdaab21f51" providerId="ADAL" clId="{C5A3DD5E-3CBB-4873-A664-5E64A6ECE615}" dt="2023-09-19T11:02:02.473" v="2" actId="6264"/>
          <ac:spMkLst>
            <pc:docMk/>
            <pc:sldMk cId="1702716025" sldId="260"/>
            <ac:spMk id="2" creationId="{5A78B9D2-75C6-4E31-8D20-2472152AE3E2}"/>
          </ac:spMkLst>
        </pc:spChg>
        <pc:spChg chg="add del mod">
          <ac:chgData name="James Pengelly" userId="d269fecd-a8a2-4e5a-93ae-88bdaab21f51" providerId="ADAL" clId="{C5A3DD5E-3CBB-4873-A664-5E64A6ECE615}" dt="2023-09-19T11:02:02.473" v="2" actId="6264"/>
          <ac:spMkLst>
            <pc:docMk/>
            <pc:sldMk cId="1702716025" sldId="260"/>
            <ac:spMk id="3" creationId="{B2E7C9D4-D612-A5A5-CC50-94ED6FA38678}"/>
          </ac:spMkLst>
        </pc:spChg>
        <pc:spChg chg="mod ord">
          <ac:chgData name="James Pengelly" userId="d269fecd-a8a2-4e5a-93ae-88bdaab21f51" providerId="ADAL" clId="{C5A3DD5E-3CBB-4873-A664-5E64A6ECE615}" dt="2023-09-19T11:02:02.473" v="2" actId="6264"/>
          <ac:spMkLst>
            <pc:docMk/>
            <pc:sldMk cId="1702716025" sldId="260"/>
            <ac:spMk id="4" creationId="{81D661B8-EEC6-4B47-84B5-8687AB7DEF59}"/>
          </ac:spMkLst>
        </pc:spChg>
        <pc:spChg chg="del mod">
          <ac:chgData name="James Pengelly" userId="d269fecd-a8a2-4e5a-93ae-88bdaab21f51" providerId="ADAL" clId="{C5A3DD5E-3CBB-4873-A664-5E64A6ECE615}" dt="2023-09-19T11:02:01.262" v="1" actId="478"/>
          <ac:spMkLst>
            <pc:docMk/>
            <pc:sldMk cId="1702716025" sldId="260"/>
            <ac:spMk id="5" creationId="{137E005E-A66D-4D0E-9B1A-24F6766E1709}"/>
          </ac:spMkLst>
        </pc:spChg>
        <pc:spChg chg="add del mod">
          <ac:chgData name="James Pengelly" userId="d269fecd-a8a2-4e5a-93ae-88bdaab21f51" providerId="ADAL" clId="{C5A3DD5E-3CBB-4873-A664-5E64A6ECE615}" dt="2023-09-19T11:02:02.473" v="2" actId="6264"/>
          <ac:spMkLst>
            <pc:docMk/>
            <pc:sldMk cId="1702716025" sldId="260"/>
            <ac:spMk id="6" creationId="{015F3590-B95A-477B-57DE-FBAB6AA9B5BA}"/>
          </ac:spMkLst>
        </pc:spChg>
        <pc:spChg chg="add mod ord">
          <ac:chgData name="James Pengelly" userId="d269fecd-a8a2-4e5a-93ae-88bdaab21f51" providerId="ADAL" clId="{C5A3DD5E-3CBB-4873-A664-5E64A6ECE615}" dt="2023-09-19T11:02:19.388" v="19" actId="20577"/>
          <ac:spMkLst>
            <pc:docMk/>
            <pc:sldMk cId="1702716025" sldId="260"/>
            <ac:spMk id="7" creationId="{865FC550-E224-A6F4-539E-8B96AC96DF43}"/>
          </ac:spMkLst>
        </pc:spChg>
      </pc:sldChg>
      <pc:sldChg chg="addSp delSp modSp mod chgLayout">
        <pc:chgData name="James Pengelly" userId="d269fecd-a8a2-4e5a-93ae-88bdaab21f51" providerId="ADAL" clId="{C5A3DD5E-3CBB-4873-A664-5E64A6ECE615}" dt="2023-09-19T11:05:23.142" v="198" actId="20577"/>
        <pc:sldMkLst>
          <pc:docMk/>
          <pc:sldMk cId="1940053616" sldId="269"/>
        </pc:sldMkLst>
        <pc:spChg chg="mod ord">
          <ac:chgData name="James Pengelly" userId="d269fecd-a8a2-4e5a-93ae-88bdaab21f51" providerId="ADAL" clId="{C5A3DD5E-3CBB-4873-A664-5E64A6ECE615}" dt="2023-09-19T11:05:19.662" v="195" actId="6264"/>
          <ac:spMkLst>
            <pc:docMk/>
            <pc:sldMk cId="1940053616" sldId="269"/>
            <ac:spMk id="2" creationId="{5A78B9D2-75C6-4E31-8D20-2472152AE3E2}"/>
          </ac:spMkLst>
        </pc:spChg>
        <pc:spChg chg="add del mod">
          <ac:chgData name="James Pengelly" userId="d269fecd-a8a2-4e5a-93ae-88bdaab21f51" providerId="ADAL" clId="{C5A3DD5E-3CBB-4873-A664-5E64A6ECE615}" dt="2023-09-19T11:05:19.662" v="195" actId="6264"/>
          <ac:spMkLst>
            <pc:docMk/>
            <pc:sldMk cId="1940053616" sldId="269"/>
            <ac:spMk id="3" creationId="{D2B4E538-2C3B-14D6-FADD-296A5138D4B4}"/>
          </ac:spMkLst>
        </pc:spChg>
        <pc:spChg chg="mod ord">
          <ac:chgData name="James Pengelly" userId="d269fecd-a8a2-4e5a-93ae-88bdaab21f51" providerId="ADAL" clId="{C5A3DD5E-3CBB-4873-A664-5E64A6ECE615}" dt="2023-09-19T11:05:19.662" v="195" actId="6264"/>
          <ac:spMkLst>
            <pc:docMk/>
            <pc:sldMk cId="1940053616" sldId="269"/>
            <ac:spMk id="4" creationId="{81D661B8-EEC6-4B47-84B5-8687AB7DEF59}"/>
          </ac:spMkLst>
        </pc:spChg>
        <pc:spChg chg="del mod">
          <ac:chgData name="James Pengelly" userId="d269fecd-a8a2-4e5a-93ae-88bdaab21f51" providerId="ADAL" clId="{C5A3DD5E-3CBB-4873-A664-5E64A6ECE615}" dt="2023-09-19T11:05:18.513" v="194" actId="478"/>
          <ac:spMkLst>
            <pc:docMk/>
            <pc:sldMk cId="1940053616" sldId="269"/>
            <ac:spMk id="5" creationId="{137E005E-A66D-4D0E-9B1A-24F6766E1709}"/>
          </ac:spMkLst>
        </pc:spChg>
        <pc:spChg chg="add del mod">
          <ac:chgData name="James Pengelly" userId="d269fecd-a8a2-4e5a-93ae-88bdaab21f51" providerId="ADAL" clId="{C5A3DD5E-3CBB-4873-A664-5E64A6ECE615}" dt="2023-09-19T11:05:19.662" v="195" actId="6264"/>
          <ac:spMkLst>
            <pc:docMk/>
            <pc:sldMk cId="1940053616" sldId="269"/>
            <ac:spMk id="6" creationId="{8C5AA118-B24D-8956-A1C5-0CF26D2FAD95}"/>
          </ac:spMkLst>
        </pc:spChg>
        <pc:spChg chg="add mod ord">
          <ac:chgData name="James Pengelly" userId="d269fecd-a8a2-4e5a-93ae-88bdaab21f51" providerId="ADAL" clId="{C5A3DD5E-3CBB-4873-A664-5E64A6ECE615}" dt="2023-09-19T11:05:23.142" v="198" actId="20577"/>
          <ac:spMkLst>
            <pc:docMk/>
            <pc:sldMk cId="1940053616" sldId="269"/>
            <ac:spMk id="7" creationId="{120E1F90-8D70-3E6C-69BB-84C45EE1EC49}"/>
          </ac:spMkLst>
        </pc:spChg>
      </pc:sldChg>
      <pc:sldChg chg="addSp delSp modSp mod chgLayout">
        <pc:chgData name="James Pengelly" userId="d269fecd-a8a2-4e5a-93ae-88bdaab21f51" providerId="ADAL" clId="{C5A3DD5E-3CBB-4873-A664-5E64A6ECE615}" dt="2023-09-19T11:06:17.170" v="239" actId="20577"/>
        <pc:sldMkLst>
          <pc:docMk/>
          <pc:sldMk cId="2067328409" sldId="274"/>
        </pc:sldMkLst>
        <pc:spChg chg="mod ord">
          <ac:chgData name="James Pengelly" userId="d269fecd-a8a2-4e5a-93ae-88bdaab21f51" providerId="ADAL" clId="{C5A3DD5E-3CBB-4873-A664-5E64A6ECE615}" dt="2023-09-19T11:06:13.917" v="235" actId="6264"/>
          <ac:spMkLst>
            <pc:docMk/>
            <pc:sldMk cId="2067328409" sldId="274"/>
            <ac:spMk id="2" creationId="{5A78B9D2-75C6-4E31-8D20-2472152AE3E2}"/>
          </ac:spMkLst>
        </pc:spChg>
        <pc:spChg chg="add del mod">
          <ac:chgData name="James Pengelly" userId="d269fecd-a8a2-4e5a-93ae-88bdaab21f51" providerId="ADAL" clId="{C5A3DD5E-3CBB-4873-A664-5E64A6ECE615}" dt="2023-09-19T11:06:13.917" v="235" actId="6264"/>
          <ac:spMkLst>
            <pc:docMk/>
            <pc:sldMk cId="2067328409" sldId="274"/>
            <ac:spMk id="3" creationId="{14410D8D-59D5-6395-65FE-FBEB9C45D32C}"/>
          </ac:spMkLst>
        </pc:spChg>
        <pc:spChg chg="mod ord">
          <ac:chgData name="James Pengelly" userId="d269fecd-a8a2-4e5a-93ae-88bdaab21f51" providerId="ADAL" clId="{C5A3DD5E-3CBB-4873-A664-5E64A6ECE615}" dt="2023-09-19T11:06:13.917" v="235" actId="6264"/>
          <ac:spMkLst>
            <pc:docMk/>
            <pc:sldMk cId="2067328409" sldId="274"/>
            <ac:spMk id="4" creationId="{81D661B8-EEC6-4B47-84B5-8687AB7DEF59}"/>
          </ac:spMkLst>
        </pc:spChg>
        <pc:spChg chg="del mod">
          <ac:chgData name="James Pengelly" userId="d269fecd-a8a2-4e5a-93ae-88bdaab21f51" providerId="ADAL" clId="{C5A3DD5E-3CBB-4873-A664-5E64A6ECE615}" dt="2023-09-19T11:06:11.787" v="234"/>
          <ac:spMkLst>
            <pc:docMk/>
            <pc:sldMk cId="2067328409" sldId="274"/>
            <ac:spMk id="5" creationId="{137E005E-A66D-4D0E-9B1A-24F6766E1709}"/>
          </ac:spMkLst>
        </pc:spChg>
        <pc:spChg chg="add del mod">
          <ac:chgData name="James Pengelly" userId="d269fecd-a8a2-4e5a-93ae-88bdaab21f51" providerId="ADAL" clId="{C5A3DD5E-3CBB-4873-A664-5E64A6ECE615}" dt="2023-09-19T11:06:13.917" v="235" actId="6264"/>
          <ac:spMkLst>
            <pc:docMk/>
            <pc:sldMk cId="2067328409" sldId="274"/>
            <ac:spMk id="6" creationId="{B23FBFD9-2390-31AB-7708-B92486A91E62}"/>
          </ac:spMkLst>
        </pc:spChg>
        <pc:spChg chg="add mod ord">
          <ac:chgData name="James Pengelly" userId="d269fecd-a8a2-4e5a-93ae-88bdaab21f51" providerId="ADAL" clId="{C5A3DD5E-3CBB-4873-A664-5E64A6ECE615}" dt="2023-09-19T11:06:17.170" v="239" actId="20577"/>
          <ac:spMkLst>
            <pc:docMk/>
            <pc:sldMk cId="2067328409" sldId="274"/>
            <ac:spMk id="7" creationId="{507906D9-E616-1439-4C51-498C68D51D40}"/>
          </ac:spMkLst>
        </pc:spChg>
      </pc:sldChg>
      <pc:sldChg chg="addSp delSp modSp mod chgLayout">
        <pc:chgData name="James Pengelly" userId="d269fecd-a8a2-4e5a-93ae-88bdaab21f51" providerId="ADAL" clId="{C5A3DD5E-3CBB-4873-A664-5E64A6ECE615}" dt="2023-09-19T11:02:27.203" v="24" actId="20577"/>
        <pc:sldMkLst>
          <pc:docMk/>
          <pc:sldMk cId="879412849" sldId="279"/>
        </pc:sldMkLst>
        <pc:spChg chg="mod ord">
          <ac:chgData name="James Pengelly" userId="d269fecd-a8a2-4e5a-93ae-88bdaab21f51" providerId="ADAL" clId="{C5A3DD5E-3CBB-4873-A664-5E64A6ECE615}" dt="2023-09-19T11:02:24.853" v="22" actId="6264"/>
          <ac:spMkLst>
            <pc:docMk/>
            <pc:sldMk cId="879412849" sldId="279"/>
            <ac:spMk id="2" creationId="{5A78B9D2-75C6-4E31-8D20-2472152AE3E2}"/>
          </ac:spMkLst>
        </pc:spChg>
        <pc:spChg chg="add del mod">
          <ac:chgData name="James Pengelly" userId="d269fecd-a8a2-4e5a-93ae-88bdaab21f51" providerId="ADAL" clId="{C5A3DD5E-3CBB-4873-A664-5E64A6ECE615}" dt="2023-09-19T11:02:24.853" v="22" actId="6264"/>
          <ac:spMkLst>
            <pc:docMk/>
            <pc:sldMk cId="879412849" sldId="279"/>
            <ac:spMk id="3" creationId="{9A5AC209-F3B6-C316-99F8-EC2271EBB75D}"/>
          </ac:spMkLst>
        </pc:spChg>
        <pc:spChg chg="mod ord">
          <ac:chgData name="James Pengelly" userId="d269fecd-a8a2-4e5a-93ae-88bdaab21f51" providerId="ADAL" clId="{C5A3DD5E-3CBB-4873-A664-5E64A6ECE615}" dt="2023-09-19T11:02:24.853" v="22" actId="6264"/>
          <ac:spMkLst>
            <pc:docMk/>
            <pc:sldMk cId="879412849" sldId="279"/>
            <ac:spMk id="4" creationId="{81D661B8-EEC6-4B47-84B5-8687AB7DEF59}"/>
          </ac:spMkLst>
        </pc:spChg>
        <pc:spChg chg="del mod">
          <ac:chgData name="James Pengelly" userId="d269fecd-a8a2-4e5a-93ae-88bdaab21f51" providerId="ADAL" clId="{C5A3DD5E-3CBB-4873-A664-5E64A6ECE615}" dt="2023-09-19T11:02:23.906" v="21" actId="478"/>
          <ac:spMkLst>
            <pc:docMk/>
            <pc:sldMk cId="879412849" sldId="279"/>
            <ac:spMk id="5" creationId="{137E005E-A66D-4D0E-9B1A-24F6766E1709}"/>
          </ac:spMkLst>
        </pc:spChg>
        <pc:spChg chg="add del mod">
          <ac:chgData name="James Pengelly" userId="d269fecd-a8a2-4e5a-93ae-88bdaab21f51" providerId="ADAL" clId="{C5A3DD5E-3CBB-4873-A664-5E64A6ECE615}" dt="2023-09-19T11:02:24.853" v="22" actId="6264"/>
          <ac:spMkLst>
            <pc:docMk/>
            <pc:sldMk cId="879412849" sldId="279"/>
            <ac:spMk id="6" creationId="{659448DB-D899-B448-2B97-124F6EDA7B19}"/>
          </ac:spMkLst>
        </pc:spChg>
        <pc:spChg chg="add mod ord">
          <ac:chgData name="James Pengelly" userId="d269fecd-a8a2-4e5a-93ae-88bdaab21f51" providerId="ADAL" clId="{C5A3DD5E-3CBB-4873-A664-5E64A6ECE615}" dt="2023-09-19T11:02:27.203" v="24" actId="20577"/>
          <ac:spMkLst>
            <pc:docMk/>
            <pc:sldMk cId="879412849" sldId="279"/>
            <ac:spMk id="7" creationId="{7985E94A-1573-F586-9152-9C7FB38E901A}"/>
          </ac:spMkLst>
        </pc:spChg>
      </pc:sldChg>
      <pc:sldChg chg="addSp delSp modSp mod chgLayout">
        <pc:chgData name="James Pengelly" userId="d269fecd-a8a2-4e5a-93ae-88bdaab21f51" providerId="ADAL" clId="{C5A3DD5E-3CBB-4873-A664-5E64A6ECE615}" dt="2023-09-19T11:02:56.341" v="47" actId="27636"/>
        <pc:sldMkLst>
          <pc:docMk/>
          <pc:sldMk cId="3203677637" sldId="280"/>
        </pc:sldMkLst>
        <pc:spChg chg="mod ord">
          <ac:chgData name="James Pengelly" userId="d269fecd-a8a2-4e5a-93ae-88bdaab21f51" providerId="ADAL" clId="{C5A3DD5E-3CBB-4873-A664-5E64A6ECE615}" dt="2023-09-19T11:02:33.284" v="27" actId="6264"/>
          <ac:spMkLst>
            <pc:docMk/>
            <pc:sldMk cId="3203677637" sldId="280"/>
            <ac:spMk id="2" creationId="{5A78B9D2-75C6-4E31-8D20-2472152AE3E2}"/>
          </ac:spMkLst>
        </pc:spChg>
        <pc:spChg chg="add del mod">
          <ac:chgData name="James Pengelly" userId="d269fecd-a8a2-4e5a-93ae-88bdaab21f51" providerId="ADAL" clId="{C5A3DD5E-3CBB-4873-A664-5E64A6ECE615}" dt="2023-09-19T11:02:33.284" v="27" actId="6264"/>
          <ac:spMkLst>
            <pc:docMk/>
            <pc:sldMk cId="3203677637" sldId="280"/>
            <ac:spMk id="3" creationId="{F63C9CEB-A5BB-B4D3-5F3F-D0E69FFB7B8A}"/>
          </ac:spMkLst>
        </pc:spChg>
        <pc:spChg chg="mod ord">
          <ac:chgData name="James Pengelly" userId="d269fecd-a8a2-4e5a-93ae-88bdaab21f51" providerId="ADAL" clId="{C5A3DD5E-3CBB-4873-A664-5E64A6ECE615}" dt="2023-09-19T11:02:33.284" v="27" actId="6264"/>
          <ac:spMkLst>
            <pc:docMk/>
            <pc:sldMk cId="3203677637" sldId="280"/>
            <ac:spMk id="4" creationId="{81D661B8-EEC6-4B47-84B5-8687AB7DEF59}"/>
          </ac:spMkLst>
        </pc:spChg>
        <pc:spChg chg="del mod">
          <ac:chgData name="James Pengelly" userId="d269fecd-a8a2-4e5a-93ae-88bdaab21f51" providerId="ADAL" clId="{C5A3DD5E-3CBB-4873-A664-5E64A6ECE615}" dt="2023-09-19T11:02:31.785" v="26" actId="478"/>
          <ac:spMkLst>
            <pc:docMk/>
            <pc:sldMk cId="3203677637" sldId="280"/>
            <ac:spMk id="5" creationId="{137E005E-A66D-4D0E-9B1A-24F6766E1709}"/>
          </ac:spMkLst>
        </pc:spChg>
        <pc:spChg chg="add del mod">
          <ac:chgData name="James Pengelly" userId="d269fecd-a8a2-4e5a-93ae-88bdaab21f51" providerId="ADAL" clId="{C5A3DD5E-3CBB-4873-A664-5E64A6ECE615}" dt="2023-09-19T11:02:33.284" v="27" actId="6264"/>
          <ac:spMkLst>
            <pc:docMk/>
            <pc:sldMk cId="3203677637" sldId="280"/>
            <ac:spMk id="6" creationId="{914D006A-3514-F4DC-22FA-45A19A764F19}"/>
          </ac:spMkLst>
        </pc:spChg>
        <pc:spChg chg="add mod ord">
          <ac:chgData name="James Pengelly" userId="d269fecd-a8a2-4e5a-93ae-88bdaab21f51" providerId="ADAL" clId="{C5A3DD5E-3CBB-4873-A664-5E64A6ECE615}" dt="2023-09-19T11:02:56.341" v="47" actId="27636"/>
          <ac:spMkLst>
            <pc:docMk/>
            <pc:sldMk cId="3203677637" sldId="280"/>
            <ac:spMk id="7" creationId="{0C7E4848-92BC-97AA-FDDC-574BBCC370C5}"/>
          </ac:spMkLst>
        </pc:spChg>
      </pc:sldChg>
      <pc:sldChg chg="addSp delSp modSp mod chgLayout">
        <pc:chgData name="James Pengelly" userId="d269fecd-a8a2-4e5a-93ae-88bdaab21f51" providerId="ADAL" clId="{C5A3DD5E-3CBB-4873-A664-5E64A6ECE615}" dt="2023-09-19T11:03:51.019" v="127" actId="5793"/>
        <pc:sldMkLst>
          <pc:docMk/>
          <pc:sldMk cId="2577315882" sldId="281"/>
        </pc:sldMkLst>
        <pc:spChg chg="mod ord">
          <ac:chgData name="James Pengelly" userId="d269fecd-a8a2-4e5a-93ae-88bdaab21f51" providerId="ADAL" clId="{C5A3DD5E-3CBB-4873-A664-5E64A6ECE615}" dt="2023-09-19T11:03:02.419" v="50" actId="6264"/>
          <ac:spMkLst>
            <pc:docMk/>
            <pc:sldMk cId="2577315882" sldId="281"/>
            <ac:spMk id="2" creationId="{5A78B9D2-75C6-4E31-8D20-2472152AE3E2}"/>
          </ac:spMkLst>
        </pc:spChg>
        <pc:spChg chg="add del mod">
          <ac:chgData name="James Pengelly" userId="d269fecd-a8a2-4e5a-93ae-88bdaab21f51" providerId="ADAL" clId="{C5A3DD5E-3CBB-4873-A664-5E64A6ECE615}" dt="2023-09-19T11:03:02.419" v="50" actId="6264"/>
          <ac:spMkLst>
            <pc:docMk/>
            <pc:sldMk cId="2577315882" sldId="281"/>
            <ac:spMk id="3" creationId="{B8CD7BAE-3F14-D70C-CA90-E943F5022A69}"/>
          </ac:spMkLst>
        </pc:spChg>
        <pc:spChg chg="mod ord">
          <ac:chgData name="James Pengelly" userId="d269fecd-a8a2-4e5a-93ae-88bdaab21f51" providerId="ADAL" clId="{C5A3DD5E-3CBB-4873-A664-5E64A6ECE615}" dt="2023-09-19T11:03:02.419" v="50" actId="6264"/>
          <ac:spMkLst>
            <pc:docMk/>
            <pc:sldMk cId="2577315882" sldId="281"/>
            <ac:spMk id="4" creationId="{81D661B8-EEC6-4B47-84B5-8687AB7DEF59}"/>
          </ac:spMkLst>
        </pc:spChg>
        <pc:spChg chg="del mod">
          <ac:chgData name="James Pengelly" userId="d269fecd-a8a2-4e5a-93ae-88bdaab21f51" providerId="ADAL" clId="{C5A3DD5E-3CBB-4873-A664-5E64A6ECE615}" dt="2023-09-19T11:03:01.094" v="49" actId="478"/>
          <ac:spMkLst>
            <pc:docMk/>
            <pc:sldMk cId="2577315882" sldId="281"/>
            <ac:spMk id="5" creationId="{137E005E-A66D-4D0E-9B1A-24F6766E1709}"/>
          </ac:spMkLst>
        </pc:spChg>
        <pc:spChg chg="add del mod">
          <ac:chgData name="James Pengelly" userId="d269fecd-a8a2-4e5a-93ae-88bdaab21f51" providerId="ADAL" clId="{C5A3DD5E-3CBB-4873-A664-5E64A6ECE615}" dt="2023-09-19T11:03:02.419" v="50" actId="6264"/>
          <ac:spMkLst>
            <pc:docMk/>
            <pc:sldMk cId="2577315882" sldId="281"/>
            <ac:spMk id="6" creationId="{4FA1D4C3-66EF-7A9A-6416-D75822CD38F1}"/>
          </ac:spMkLst>
        </pc:spChg>
        <pc:spChg chg="add mod ord">
          <ac:chgData name="James Pengelly" userId="d269fecd-a8a2-4e5a-93ae-88bdaab21f51" providerId="ADAL" clId="{C5A3DD5E-3CBB-4873-A664-5E64A6ECE615}" dt="2023-09-19T11:03:51.019" v="127" actId="5793"/>
          <ac:spMkLst>
            <pc:docMk/>
            <pc:sldMk cId="2577315882" sldId="281"/>
            <ac:spMk id="7" creationId="{644A1768-6B83-6717-D966-7B94F2235337}"/>
          </ac:spMkLst>
        </pc:spChg>
      </pc:sldChg>
      <pc:sldChg chg="addSp delSp modSp mod chgLayout">
        <pc:chgData name="James Pengelly" userId="d269fecd-a8a2-4e5a-93ae-88bdaab21f51" providerId="ADAL" clId="{C5A3DD5E-3CBB-4873-A664-5E64A6ECE615}" dt="2023-09-19T11:04:01.769" v="136" actId="27636"/>
        <pc:sldMkLst>
          <pc:docMk/>
          <pc:sldMk cId="356704031" sldId="282"/>
        </pc:sldMkLst>
        <pc:spChg chg="mod ord">
          <ac:chgData name="James Pengelly" userId="d269fecd-a8a2-4e5a-93ae-88bdaab21f51" providerId="ADAL" clId="{C5A3DD5E-3CBB-4873-A664-5E64A6ECE615}" dt="2023-09-19T11:03:57.768" v="130" actId="6264"/>
          <ac:spMkLst>
            <pc:docMk/>
            <pc:sldMk cId="356704031" sldId="282"/>
            <ac:spMk id="2" creationId="{5A78B9D2-75C6-4E31-8D20-2472152AE3E2}"/>
          </ac:spMkLst>
        </pc:spChg>
        <pc:spChg chg="add del mod">
          <ac:chgData name="James Pengelly" userId="d269fecd-a8a2-4e5a-93ae-88bdaab21f51" providerId="ADAL" clId="{C5A3DD5E-3CBB-4873-A664-5E64A6ECE615}" dt="2023-09-19T11:03:57.768" v="130" actId="6264"/>
          <ac:spMkLst>
            <pc:docMk/>
            <pc:sldMk cId="356704031" sldId="282"/>
            <ac:spMk id="3" creationId="{C597A8DC-BF8C-5365-9F56-C15D403325B6}"/>
          </ac:spMkLst>
        </pc:spChg>
        <pc:spChg chg="mod ord">
          <ac:chgData name="James Pengelly" userId="d269fecd-a8a2-4e5a-93ae-88bdaab21f51" providerId="ADAL" clId="{C5A3DD5E-3CBB-4873-A664-5E64A6ECE615}" dt="2023-09-19T11:03:57.768" v="130" actId="6264"/>
          <ac:spMkLst>
            <pc:docMk/>
            <pc:sldMk cId="356704031" sldId="282"/>
            <ac:spMk id="4" creationId="{81D661B8-EEC6-4B47-84B5-8687AB7DEF59}"/>
          </ac:spMkLst>
        </pc:spChg>
        <pc:spChg chg="del mod">
          <ac:chgData name="James Pengelly" userId="d269fecd-a8a2-4e5a-93ae-88bdaab21f51" providerId="ADAL" clId="{C5A3DD5E-3CBB-4873-A664-5E64A6ECE615}" dt="2023-09-19T11:03:56.624" v="129" actId="478"/>
          <ac:spMkLst>
            <pc:docMk/>
            <pc:sldMk cId="356704031" sldId="282"/>
            <ac:spMk id="5" creationId="{137E005E-A66D-4D0E-9B1A-24F6766E1709}"/>
          </ac:spMkLst>
        </pc:spChg>
        <pc:spChg chg="add del mod">
          <ac:chgData name="James Pengelly" userId="d269fecd-a8a2-4e5a-93ae-88bdaab21f51" providerId="ADAL" clId="{C5A3DD5E-3CBB-4873-A664-5E64A6ECE615}" dt="2023-09-19T11:03:57.768" v="130" actId="6264"/>
          <ac:spMkLst>
            <pc:docMk/>
            <pc:sldMk cId="356704031" sldId="282"/>
            <ac:spMk id="6" creationId="{4851475D-5B5E-36A3-CA1F-7AD7211EA620}"/>
          </ac:spMkLst>
        </pc:spChg>
        <pc:spChg chg="add mod ord">
          <ac:chgData name="James Pengelly" userId="d269fecd-a8a2-4e5a-93ae-88bdaab21f51" providerId="ADAL" clId="{C5A3DD5E-3CBB-4873-A664-5E64A6ECE615}" dt="2023-09-19T11:04:01.769" v="136" actId="27636"/>
          <ac:spMkLst>
            <pc:docMk/>
            <pc:sldMk cId="356704031" sldId="282"/>
            <ac:spMk id="7" creationId="{5FBC3E21-2655-D77B-0C17-0E42700C3532}"/>
          </ac:spMkLst>
        </pc:spChg>
      </pc:sldChg>
      <pc:sldChg chg="addSp delSp modSp mod modClrScheme chgLayout">
        <pc:chgData name="James Pengelly" userId="d269fecd-a8a2-4e5a-93ae-88bdaab21f51" providerId="ADAL" clId="{C5A3DD5E-3CBB-4873-A664-5E64A6ECE615}" dt="2023-09-19T11:04:57.045" v="180"/>
        <pc:sldMkLst>
          <pc:docMk/>
          <pc:sldMk cId="1591744571" sldId="283"/>
        </pc:sldMkLst>
        <pc:spChg chg="mod ord">
          <ac:chgData name="James Pengelly" userId="d269fecd-a8a2-4e5a-93ae-88bdaab21f51" providerId="ADAL" clId="{C5A3DD5E-3CBB-4873-A664-5E64A6ECE615}" dt="2023-09-19T11:04:16.114" v="138" actId="700"/>
          <ac:spMkLst>
            <pc:docMk/>
            <pc:sldMk cId="1591744571" sldId="283"/>
            <ac:spMk id="2" creationId="{5A78B9D2-75C6-4E31-8D20-2472152AE3E2}"/>
          </ac:spMkLst>
        </pc:spChg>
        <pc:spChg chg="del mod">
          <ac:chgData name="James Pengelly" userId="d269fecd-a8a2-4e5a-93ae-88bdaab21f51" providerId="ADAL" clId="{C5A3DD5E-3CBB-4873-A664-5E64A6ECE615}" dt="2023-09-19T11:04:57.045" v="180"/>
          <ac:spMkLst>
            <pc:docMk/>
            <pc:sldMk cId="1591744571" sldId="283"/>
            <ac:spMk id="3" creationId="{890EB911-CC50-2C27-AEB3-85A3C7AE765C}"/>
          </ac:spMkLst>
        </pc:spChg>
        <pc:spChg chg="mod ord">
          <ac:chgData name="James Pengelly" userId="d269fecd-a8a2-4e5a-93ae-88bdaab21f51" providerId="ADAL" clId="{C5A3DD5E-3CBB-4873-A664-5E64A6ECE615}" dt="2023-09-19T11:04:16.114" v="138" actId="700"/>
          <ac:spMkLst>
            <pc:docMk/>
            <pc:sldMk cId="1591744571" sldId="283"/>
            <ac:spMk id="4" creationId="{81D661B8-EEC6-4B47-84B5-8687AB7DEF59}"/>
          </ac:spMkLst>
        </pc:spChg>
        <pc:spChg chg="del mod">
          <ac:chgData name="James Pengelly" userId="d269fecd-a8a2-4e5a-93ae-88bdaab21f51" providerId="ADAL" clId="{C5A3DD5E-3CBB-4873-A664-5E64A6ECE615}" dt="2023-09-19T11:04:57.045" v="178"/>
          <ac:spMkLst>
            <pc:docMk/>
            <pc:sldMk cId="1591744571" sldId="283"/>
            <ac:spMk id="5" creationId="{137E005E-A66D-4D0E-9B1A-24F6766E1709}"/>
          </ac:spMkLst>
        </pc:spChg>
        <pc:spChg chg="add del mod">
          <ac:chgData name="James Pengelly" userId="d269fecd-a8a2-4e5a-93ae-88bdaab21f51" providerId="ADAL" clId="{C5A3DD5E-3CBB-4873-A664-5E64A6ECE615}" dt="2023-09-19T11:04:12.285" v="137" actId="6264"/>
          <ac:spMkLst>
            <pc:docMk/>
            <pc:sldMk cId="1591744571" sldId="283"/>
            <ac:spMk id="6" creationId="{3AF94421-FDE6-9690-92F7-912693C06360}"/>
          </ac:spMkLst>
        </pc:spChg>
        <pc:spChg chg="add del mod">
          <ac:chgData name="James Pengelly" userId="d269fecd-a8a2-4e5a-93ae-88bdaab21f51" providerId="ADAL" clId="{C5A3DD5E-3CBB-4873-A664-5E64A6ECE615}" dt="2023-09-19T11:04:12.285" v="137" actId="6264"/>
          <ac:spMkLst>
            <pc:docMk/>
            <pc:sldMk cId="1591744571" sldId="283"/>
            <ac:spMk id="7" creationId="{0CB02522-AC41-E4CD-8830-EBA2DE6FB3AB}"/>
          </ac:spMkLst>
        </pc:spChg>
        <pc:spChg chg="add del mod ord">
          <ac:chgData name="James Pengelly" userId="d269fecd-a8a2-4e5a-93ae-88bdaab21f51" providerId="ADAL" clId="{C5A3DD5E-3CBB-4873-A664-5E64A6ECE615}" dt="2023-09-19T11:04:16.114" v="138" actId="700"/>
          <ac:spMkLst>
            <pc:docMk/>
            <pc:sldMk cId="1591744571" sldId="283"/>
            <ac:spMk id="8" creationId="{34604954-BE8B-C6CA-16DF-CADBD66669D7}"/>
          </ac:spMkLst>
        </pc:spChg>
        <pc:spChg chg="add mod ord">
          <ac:chgData name="James Pengelly" userId="d269fecd-a8a2-4e5a-93ae-88bdaab21f51" providerId="ADAL" clId="{C5A3DD5E-3CBB-4873-A664-5E64A6ECE615}" dt="2023-09-19T11:04:55.576" v="176" actId="27636"/>
          <ac:spMkLst>
            <pc:docMk/>
            <pc:sldMk cId="1591744571" sldId="283"/>
            <ac:spMk id="9" creationId="{6012A2F9-8B73-9B8E-89F5-94241DB97BE5}"/>
          </ac:spMkLst>
        </pc:spChg>
        <pc:spChg chg="add mod ord">
          <ac:chgData name="James Pengelly" userId="d269fecd-a8a2-4e5a-93ae-88bdaab21f51" providerId="ADAL" clId="{C5A3DD5E-3CBB-4873-A664-5E64A6ECE615}" dt="2023-09-19T11:04:51.106" v="174" actId="27636"/>
          <ac:spMkLst>
            <pc:docMk/>
            <pc:sldMk cId="1591744571" sldId="283"/>
            <ac:spMk id="10" creationId="{A35E0A97-F362-786E-1F5E-8ED7E6D08A78}"/>
          </ac:spMkLst>
        </pc:spChg>
      </pc:sldChg>
      <pc:sldChg chg="addSp delSp modSp mod chgLayout">
        <pc:chgData name="James Pengelly" userId="d269fecd-a8a2-4e5a-93ae-88bdaab21f51" providerId="ADAL" clId="{C5A3DD5E-3CBB-4873-A664-5E64A6ECE615}" dt="2023-09-19T11:05:12.938" v="192" actId="6549"/>
        <pc:sldMkLst>
          <pc:docMk/>
          <pc:sldMk cId="1351888237" sldId="284"/>
        </pc:sldMkLst>
        <pc:spChg chg="mod ord">
          <ac:chgData name="James Pengelly" userId="d269fecd-a8a2-4e5a-93ae-88bdaab21f51" providerId="ADAL" clId="{C5A3DD5E-3CBB-4873-A664-5E64A6ECE615}" dt="2023-09-19T11:05:03.709" v="183" actId="6264"/>
          <ac:spMkLst>
            <pc:docMk/>
            <pc:sldMk cId="1351888237" sldId="284"/>
            <ac:spMk id="2" creationId="{5A78B9D2-75C6-4E31-8D20-2472152AE3E2}"/>
          </ac:spMkLst>
        </pc:spChg>
        <pc:spChg chg="add del mod">
          <ac:chgData name="James Pengelly" userId="d269fecd-a8a2-4e5a-93ae-88bdaab21f51" providerId="ADAL" clId="{C5A3DD5E-3CBB-4873-A664-5E64A6ECE615}" dt="2023-09-19T11:05:03.709" v="183" actId="6264"/>
          <ac:spMkLst>
            <pc:docMk/>
            <pc:sldMk cId="1351888237" sldId="284"/>
            <ac:spMk id="3" creationId="{C43DEE4F-269A-129B-8FAC-023F352E4714}"/>
          </ac:spMkLst>
        </pc:spChg>
        <pc:spChg chg="mod ord">
          <ac:chgData name="James Pengelly" userId="d269fecd-a8a2-4e5a-93ae-88bdaab21f51" providerId="ADAL" clId="{C5A3DD5E-3CBB-4873-A664-5E64A6ECE615}" dt="2023-09-19T11:05:03.709" v="183" actId="6264"/>
          <ac:spMkLst>
            <pc:docMk/>
            <pc:sldMk cId="1351888237" sldId="284"/>
            <ac:spMk id="4" creationId="{81D661B8-EEC6-4B47-84B5-8687AB7DEF59}"/>
          </ac:spMkLst>
        </pc:spChg>
        <pc:spChg chg="del mod">
          <ac:chgData name="James Pengelly" userId="d269fecd-a8a2-4e5a-93ae-88bdaab21f51" providerId="ADAL" clId="{C5A3DD5E-3CBB-4873-A664-5E64A6ECE615}" dt="2023-09-19T11:05:02.072" v="182" actId="478"/>
          <ac:spMkLst>
            <pc:docMk/>
            <pc:sldMk cId="1351888237" sldId="284"/>
            <ac:spMk id="5" creationId="{137E005E-A66D-4D0E-9B1A-24F6766E1709}"/>
          </ac:spMkLst>
        </pc:spChg>
        <pc:spChg chg="add del mod">
          <ac:chgData name="James Pengelly" userId="d269fecd-a8a2-4e5a-93ae-88bdaab21f51" providerId="ADAL" clId="{C5A3DD5E-3CBB-4873-A664-5E64A6ECE615}" dt="2023-09-19T11:05:03.709" v="183" actId="6264"/>
          <ac:spMkLst>
            <pc:docMk/>
            <pc:sldMk cId="1351888237" sldId="284"/>
            <ac:spMk id="6" creationId="{4D9821F0-CE72-4AC4-0D73-2D416E0D8277}"/>
          </ac:spMkLst>
        </pc:spChg>
        <pc:spChg chg="add mod ord">
          <ac:chgData name="James Pengelly" userId="d269fecd-a8a2-4e5a-93ae-88bdaab21f51" providerId="ADAL" clId="{C5A3DD5E-3CBB-4873-A664-5E64A6ECE615}" dt="2023-09-19T11:05:12.938" v="192" actId="6549"/>
          <ac:spMkLst>
            <pc:docMk/>
            <pc:sldMk cId="1351888237" sldId="284"/>
            <ac:spMk id="7" creationId="{E2FC5334-DDD9-3570-7159-1C5164F39B4B}"/>
          </ac:spMkLst>
        </pc:spChg>
      </pc:sldChg>
      <pc:sldChg chg="addSp delSp modSp mod chgLayout">
        <pc:chgData name="James Pengelly" userId="d269fecd-a8a2-4e5a-93ae-88bdaab21f51" providerId="ADAL" clId="{C5A3DD5E-3CBB-4873-A664-5E64A6ECE615}" dt="2023-09-19T11:05:33.751" v="205" actId="27636"/>
        <pc:sldMkLst>
          <pc:docMk/>
          <pc:sldMk cId="1279421488" sldId="285"/>
        </pc:sldMkLst>
        <pc:spChg chg="mod ord">
          <ac:chgData name="James Pengelly" userId="d269fecd-a8a2-4e5a-93ae-88bdaab21f51" providerId="ADAL" clId="{C5A3DD5E-3CBB-4873-A664-5E64A6ECE615}" dt="2023-09-19T11:05:28.540" v="201" actId="6264"/>
          <ac:spMkLst>
            <pc:docMk/>
            <pc:sldMk cId="1279421488" sldId="285"/>
            <ac:spMk id="2" creationId="{5A78B9D2-75C6-4E31-8D20-2472152AE3E2}"/>
          </ac:spMkLst>
        </pc:spChg>
        <pc:spChg chg="add del mod">
          <ac:chgData name="James Pengelly" userId="d269fecd-a8a2-4e5a-93ae-88bdaab21f51" providerId="ADAL" clId="{C5A3DD5E-3CBB-4873-A664-5E64A6ECE615}" dt="2023-09-19T11:05:28.540" v="201" actId="6264"/>
          <ac:spMkLst>
            <pc:docMk/>
            <pc:sldMk cId="1279421488" sldId="285"/>
            <ac:spMk id="3" creationId="{AB92FB6F-9EED-E817-72B5-660CF8353371}"/>
          </ac:spMkLst>
        </pc:spChg>
        <pc:spChg chg="mod ord">
          <ac:chgData name="James Pengelly" userId="d269fecd-a8a2-4e5a-93ae-88bdaab21f51" providerId="ADAL" clId="{C5A3DD5E-3CBB-4873-A664-5E64A6ECE615}" dt="2023-09-19T11:05:28.540" v="201" actId="6264"/>
          <ac:spMkLst>
            <pc:docMk/>
            <pc:sldMk cId="1279421488" sldId="285"/>
            <ac:spMk id="4" creationId="{81D661B8-EEC6-4B47-84B5-8687AB7DEF59}"/>
          </ac:spMkLst>
        </pc:spChg>
        <pc:spChg chg="del mod">
          <ac:chgData name="James Pengelly" userId="d269fecd-a8a2-4e5a-93ae-88bdaab21f51" providerId="ADAL" clId="{C5A3DD5E-3CBB-4873-A664-5E64A6ECE615}" dt="2023-09-19T11:05:27.541" v="200" actId="478"/>
          <ac:spMkLst>
            <pc:docMk/>
            <pc:sldMk cId="1279421488" sldId="285"/>
            <ac:spMk id="5" creationId="{137E005E-A66D-4D0E-9B1A-24F6766E1709}"/>
          </ac:spMkLst>
        </pc:spChg>
        <pc:spChg chg="add del mod">
          <ac:chgData name="James Pengelly" userId="d269fecd-a8a2-4e5a-93ae-88bdaab21f51" providerId="ADAL" clId="{C5A3DD5E-3CBB-4873-A664-5E64A6ECE615}" dt="2023-09-19T11:05:28.540" v="201" actId="6264"/>
          <ac:spMkLst>
            <pc:docMk/>
            <pc:sldMk cId="1279421488" sldId="285"/>
            <ac:spMk id="6" creationId="{B6BA5933-A172-9220-54AF-3D152080F9C1}"/>
          </ac:spMkLst>
        </pc:spChg>
        <pc:spChg chg="add mod ord">
          <ac:chgData name="James Pengelly" userId="d269fecd-a8a2-4e5a-93ae-88bdaab21f51" providerId="ADAL" clId="{C5A3DD5E-3CBB-4873-A664-5E64A6ECE615}" dt="2023-09-19T11:05:33.751" v="205" actId="27636"/>
          <ac:spMkLst>
            <pc:docMk/>
            <pc:sldMk cId="1279421488" sldId="285"/>
            <ac:spMk id="7" creationId="{E63DE20A-78DF-26A2-22CA-D9F7CD64825E}"/>
          </ac:spMkLst>
        </pc:spChg>
      </pc:sldChg>
      <pc:sldChg chg="addSp delSp modSp mod chgLayout">
        <pc:chgData name="James Pengelly" userId="d269fecd-a8a2-4e5a-93ae-88bdaab21f51" providerId="ADAL" clId="{C5A3DD5E-3CBB-4873-A664-5E64A6ECE615}" dt="2023-09-19T11:05:46.203" v="217" actId="27636"/>
        <pc:sldMkLst>
          <pc:docMk/>
          <pc:sldMk cId="582905737" sldId="286"/>
        </pc:sldMkLst>
        <pc:spChg chg="mod ord">
          <ac:chgData name="James Pengelly" userId="d269fecd-a8a2-4e5a-93ae-88bdaab21f51" providerId="ADAL" clId="{C5A3DD5E-3CBB-4873-A664-5E64A6ECE615}" dt="2023-09-19T11:05:40.189" v="208" actId="6264"/>
          <ac:spMkLst>
            <pc:docMk/>
            <pc:sldMk cId="582905737" sldId="286"/>
            <ac:spMk id="2" creationId="{5A78B9D2-75C6-4E31-8D20-2472152AE3E2}"/>
          </ac:spMkLst>
        </pc:spChg>
        <pc:spChg chg="add del mod">
          <ac:chgData name="James Pengelly" userId="d269fecd-a8a2-4e5a-93ae-88bdaab21f51" providerId="ADAL" clId="{C5A3DD5E-3CBB-4873-A664-5E64A6ECE615}" dt="2023-09-19T11:05:40.189" v="208" actId="6264"/>
          <ac:spMkLst>
            <pc:docMk/>
            <pc:sldMk cId="582905737" sldId="286"/>
            <ac:spMk id="3" creationId="{05A8B7B7-5235-FC85-E21F-111509D7B226}"/>
          </ac:spMkLst>
        </pc:spChg>
        <pc:spChg chg="mod ord">
          <ac:chgData name="James Pengelly" userId="d269fecd-a8a2-4e5a-93ae-88bdaab21f51" providerId="ADAL" clId="{C5A3DD5E-3CBB-4873-A664-5E64A6ECE615}" dt="2023-09-19T11:05:40.189" v="208" actId="6264"/>
          <ac:spMkLst>
            <pc:docMk/>
            <pc:sldMk cId="582905737" sldId="286"/>
            <ac:spMk id="4" creationId="{81D661B8-EEC6-4B47-84B5-8687AB7DEF59}"/>
          </ac:spMkLst>
        </pc:spChg>
        <pc:spChg chg="del mod">
          <ac:chgData name="James Pengelly" userId="d269fecd-a8a2-4e5a-93ae-88bdaab21f51" providerId="ADAL" clId="{C5A3DD5E-3CBB-4873-A664-5E64A6ECE615}" dt="2023-09-19T11:05:39.038" v="207" actId="478"/>
          <ac:spMkLst>
            <pc:docMk/>
            <pc:sldMk cId="582905737" sldId="286"/>
            <ac:spMk id="5" creationId="{137E005E-A66D-4D0E-9B1A-24F6766E1709}"/>
          </ac:spMkLst>
        </pc:spChg>
        <pc:spChg chg="add del mod">
          <ac:chgData name="James Pengelly" userId="d269fecd-a8a2-4e5a-93ae-88bdaab21f51" providerId="ADAL" clId="{C5A3DD5E-3CBB-4873-A664-5E64A6ECE615}" dt="2023-09-19T11:05:40.189" v="208" actId="6264"/>
          <ac:spMkLst>
            <pc:docMk/>
            <pc:sldMk cId="582905737" sldId="286"/>
            <ac:spMk id="6" creationId="{A8B212BE-4256-2A85-17FF-FA51B7CB954D}"/>
          </ac:spMkLst>
        </pc:spChg>
        <pc:spChg chg="add mod ord">
          <ac:chgData name="James Pengelly" userId="d269fecd-a8a2-4e5a-93ae-88bdaab21f51" providerId="ADAL" clId="{C5A3DD5E-3CBB-4873-A664-5E64A6ECE615}" dt="2023-09-19T11:05:46.203" v="217" actId="27636"/>
          <ac:spMkLst>
            <pc:docMk/>
            <pc:sldMk cId="582905737" sldId="286"/>
            <ac:spMk id="7" creationId="{53B0F8A6-3E8F-7B4A-8C0F-D00D7330B26D}"/>
          </ac:spMkLst>
        </pc:spChg>
      </pc:sldChg>
      <pc:sldChg chg="addSp delSp modSp mod chgLayout">
        <pc:chgData name="James Pengelly" userId="d269fecd-a8a2-4e5a-93ae-88bdaab21f51" providerId="ADAL" clId="{C5A3DD5E-3CBB-4873-A664-5E64A6ECE615}" dt="2023-09-19T11:06:05.746" v="231" actId="20577"/>
        <pc:sldMkLst>
          <pc:docMk/>
          <pc:sldMk cId="3903450814" sldId="287"/>
        </pc:sldMkLst>
        <pc:spChg chg="mod ord">
          <ac:chgData name="James Pengelly" userId="d269fecd-a8a2-4e5a-93ae-88bdaab21f51" providerId="ADAL" clId="{C5A3DD5E-3CBB-4873-A664-5E64A6ECE615}" dt="2023-09-19T11:05:53.158" v="220" actId="6264"/>
          <ac:spMkLst>
            <pc:docMk/>
            <pc:sldMk cId="3903450814" sldId="287"/>
            <ac:spMk id="2" creationId="{5A78B9D2-75C6-4E31-8D20-2472152AE3E2}"/>
          </ac:spMkLst>
        </pc:spChg>
        <pc:spChg chg="add del mod">
          <ac:chgData name="James Pengelly" userId="d269fecd-a8a2-4e5a-93ae-88bdaab21f51" providerId="ADAL" clId="{C5A3DD5E-3CBB-4873-A664-5E64A6ECE615}" dt="2023-09-19T11:05:53.158" v="220" actId="6264"/>
          <ac:spMkLst>
            <pc:docMk/>
            <pc:sldMk cId="3903450814" sldId="287"/>
            <ac:spMk id="3" creationId="{BFA7376A-8FCD-78B9-2928-B685D6953F55}"/>
          </ac:spMkLst>
        </pc:spChg>
        <pc:spChg chg="mod ord">
          <ac:chgData name="James Pengelly" userId="d269fecd-a8a2-4e5a-93ae-88bdaab21f51" providerId="ADAL" clId="{C5A3DD5E-3CBB-4873-A664-5E64A6ECE615}" dt="2023-09-19T11:05:53.158" v="220" actId="6264"/>
          <ac:spMkLst>
            <pc:docMk/>
            <pc:sldMk cId="3903450814" sldId="287"/>
            <ac:spMk id="4" creationId="{81D661B8-EEC6-4B47-84B5-8687AB7DEF59}"/>
          </ac:spMkLst>
        </pc:spChg>
        <pc:spChg chg="del mod">
          <ac:chgData name="James Pengelly" userId="d269fecd-a8a2-4e5a-93ae-88bdaab21f51" providerId="ADAL" clId="{C5A3DD5E-3CBB-4873-A664-5E64A6ECE615}" dt="2023-09-19T11:05:52.370" v="219" actId="478"/>
          <ac:spMkLst>
            <pc:docMk/>
            <pc:sldMk cId="3903450814" sldId="287"/>
            <ac:spMk id="5" creationId="{137E005E-A66D-4D0E-9B1A-24F6766E1709}"/>
          </ac:spMkLst>
        </pc:spChg>
        <pc:spChg chg="add del mod">
          <ac:chgData name="James Pengelly" userId="d269fecd-a8a2-4e5a-93ae-88bdaab21f51" providerId="ADAL" clId="{C5A3DD5E-3CBB-4873-A664-5E64A6ECE615}" dt="2023-09-19T11:05:53.158" v="220" actId="6264"/>
          <ac:spMkLst>
            <pc:docMk/>
            <pc:sldMk cId="3903450814" sldId="287"/>
            <ac:spMk id="6" creationId="{32C73F7F-8869-2E2E-F86F-9000CA078D37}"/>
          </ac:spMkLst>
        </pc:spChg>
        <pc:spChg chg="add mod ord">
          <ac:chgData name="James Pengelly" userId="d269fecd-a8a2-4e5a-93ae-88bdaab21f51" providerId="ADAL" clId="{C5A3DD5E-3CBB-4873-A664-5E64A6ECE615}" dt="2023-09-19T11:06:05.746" v="231" actId="20577"/>
          <ac:spMkLst>
            <pc:docMk/>
            <pc:sldMk cId="3903450814" sldId="287"/>
            <ac:spMk id="7" creationId="{6C72B367-33F5-A115-5325-E8FB0585B08E}"/>
          </ac:spMkLst>
        </pc:spChg>
      </pc:sldChg>
      <pc:sldChg chg="addSp delSp modSp mod chgLayout">
        <pc:chgData name="James Pengelly" userId="d269fecd-a8a2-4e5a-93ae-88bdaab21f51" providerId="ADAL" clId="{C5A3DD5E-3CBB-4873-A664-5E64A6ECE615}" dt="2023-09-19T11:06:25.536" v="247" actId="20577"/>
        <pc:sldMkLst>
          <pc:docMk/>
          <pc:sldMk cId="1194892978" sldId="288"/>
        </pc:sldMkLst>
        <pc:spChg chg="mod ord">
          <ac:chgData name="James Pengelly" userId="d269fecd-a8a2-4e5a-93ae-88bdaab21f51" providerId="ADAL" clId="{C5A3DD5E-3CBB-4873-A664-5E64A6ECE615}" dt="2023-09-19T11:06:22.258" v="242" actId="6264"/>
          <ac:spMkLst>
            <pc:docMk/>
            <pc:sldMk cId="1194892978" sldId="288"/>
            <ac:spMk id="2" creationId="{5A78B9D2-75C6-4E31-8D20-2472152AE3E2}"/>
          </ac:spMkLst>
        </pc:spChg>
        <pc:spChg chg="add del mod">
          <ac:chgData name="James Pengelly" userId="d269fecd-a8a2-4e5a-93ae-88bdaab21f51" providerId="ADAL" clId="{C5A3DD5E-3CBB-4873-A664-5E64A6ECE615}" dt="2023-09-19T11:06:22.258" v="242" actId="6264"/>
          <ac:spMkLst>
            <pc:docMk/>
            <pc:sldMk cId="1194892978" sldId="288"/>
            <ac:spMk id="3" creationId="{89EA78BA-ED39-DF1D-7D17-95664039D007}"/>
          </ac:spMkLst>
        </pc:spChg>
        <pc:spChg chg="mod ord">
          <ac:chgData name="James Pengelly" userId="d269fecd-a8a2-4e5a-93ae-88bdaab21f51" providerId="ADAL" clId="{C5A3DD5E-3CBB-4873-A664-5E64A6ECE615}" dt="2023-09-19T11:06:22.258" v="242" actId="6264"/>
          <ac:spMkLst>
            <pc:docMk/>
            <pc:sldMk cId="1194892978" sldId="288"/>
            <ac:spMk id="4" creationId="{81D661B8-EEC6-4B47-84B5-8687AB7DEF59}"/>
          </ac:spMkLst>
        </pc:spChg>
        <pc:spChg chg="del mod">
          <ac:chgData name="James Pengelly" userId="d269fecd-a8a2-4e5a-93ae-88bdaab21f51" providerId="ADAL" clId="{C5A3DD5E-3CBB-4873-A664-5E64A6ECE615}" dt="2023-09-19T11:06:20.990" v="241" actId="478"/>
          <ac:spMkLst>
            <pc:docMk/>
            <pc:sldMk cId="1194892978" sldId="288"/>
            <ac:spMk id="5" creationId="{137E005E-A66D-4D0E-9B1A-24F6766E1709}"/>
          </ac:spMkLst>
        </pc:spChg>
        <pc:spChg chg="add del mod">
          <ac:chgData name="James Pengelly" userId="d269fecd-a8a2-4e5a-93ae-88bdaab21f51" providerId="ADAL" clId="{C5A3DD5E-3CBB-4873-A664-5E64A6ECE615}" dt="2023-09-19T11:06:22.258" v="242" actId="6264"/>
          <ac:spMkLst>
            <pc:docMk/>
            <pc:sldMk cId="1194892978" sldId="288"/>
            <ac:spMk id="6" creationId="{26AA9EBC-6389-FCDA-BA4C-F2EB4B122094}"/>
          </ac:spMkLst>
        </pc:spChg>
        <pc:spChg chg="add mod ord">
          <ac:chgData name="James Pengelly" userId="d269fecd-a8a2-4e5a-93ae-88bdaab21f51" providerId="ADAL" clId="{C5A3DD5E-3CBB-4873-A664-5E64A6ECE615}" dt="2023-09-19T11:06:25.536" v="247" actId="20577"/>
          <ac:spMkLst>
            <pc:docMk/>
            <pc:sldMk cId="1194892978" sldId="288"/>
            <ac:spMk id="7" creationId="{2EA0D4C3-6936-1E2D-2626-0A9F728A29A7}"/>
          </ac:spMkLst>
        </pc:spChg>
      </pc:sldChg>
      <pc:sldChg chg="addSp delSp modSp mod chgLayout">
        <pc:chgData name="James Pengelly" userId="d269fecd-a8a2-4e5a-93ae-88bdaab21f51" providerId="ADAL" clId="{C5A3DD5E-3CBB-4873-A664-5E64A6ECE615}" dt="2023-09-19T11:06:37.596" v="261" actId="27636"/>
        <pc:sldMkLst>
          <pc:docMk/>
          <pc:sldMk cId="73344392" sldId="289"/>
        </pc:sldMkLst>
        <pc:spChg chg="mod ord">
          <ac:chgData name="James Pengelly" userId="d269fecd-a8a2-4e5a-93ae-88bdaab21f51" providerId="ADAL" clId="{C5A3DD5E-3CBB-4873-A664-5E64A6ECE615}" dt="2023-09-19T11:06:31.394" v="250" actId="6264"/>
          <ac:spMkLst>
            <pc:docMk/>
            <pc:sldMk cId="73344392" sldId="289"/>
            <ac:spMk id="2" creationId="{5A78B9D2-75C6-4E31-8D20-2472152AE3E2}"/>
          </ac:spMkLst>
        </pc:spChg>
        <pc:spChg chg="add del mod">
          <ac:chgData name="James Pengelly" userId="d269fecd-a8a2-4e5a-93ae-88bdaab21f51" providerId="ADAL" clId="{C5A3DD5E-3CBB-4873-A664-5E64A6ECE615}" dt="2023-09-19T11:06:31.394" v="250" actId="6264"/>
          <ac:spMkLst>
            <pc:docMk/>
            <pc:sldMk cId="73344392" sldId="289"/>
            <ac:spMk id="3" creationId="{E20C3FF4-FB21-EB2A-00A6-07539C703D80}"/>
          </ac:spMkLst>
        </pc:spChg>
        <pc:spChg chg="mod ord">
          <ac:chgData name="James Pengelly" userId="d269fecd-a8a2-4e5a-93ae-88bdaab21f51" providerId="ADAL" clId="{C5A3DD5E-3CBB-4873-A664-5E64A6ECE615}" dt="2023-09-19T11:06:31.394" v="250" actId="6264"/>
          <ac:spMkLst>
            <pc:docMk/>
            <pc:sldMk cId="73344392" sldId="289"/>
            <ac:spMk id="4" creationId="{81D661B8-EEC6-4B47-84B5-8687AB7DEF59}"/>
          </ac:spMkLst>
        </pc:spChg>
        <pc:spChg chg="del mod">
          <ac:chgData name="James Pengelly" userId="d269fecd-a8a2-4e5a-93ae-88bdaab21f51" providerId="ADAL" clId="{C5A3DD5E-3CBB-4873-A664-5E64A6ECE615}" dt="2023-09-19T11:06:30.245" v="249" actId="478"/>
          <ac:spMkLst>
            <pc:docMk/>
            <pc:sldMk cId="73344392" sldId="289"/>
            <ac:spMk id="5" creationId="{137E005E-A66D-4D0E-9B1A-24F6766E1709}"/>
          </ac:spMkLst>
        </pc:spChg>
        <pc:spChg chg="add del mod">
          <ac:chgData name="James Pengelly" userId="d269fecd-a8a2-4e5a-93ae-88bdaab21f51" providerId="ADAL" clId="{C5A3DD5E-3CBB-4873-A664-5E64A6ECE615}" dt="2023-09-19T11:06:31.394" v="250" actId="6264"/>
          <ac:spMkLst>
            <pc:docMk/>
            <pc:sldMk cId="73344392" sldId="289"/>
            <ac:spMk id="6" creationId="{1D96FE14-046D-3877-DB00-F60F9F843881}"/>
          </ac:spMkLst>
        </pc:spChg>
        <pc:spChg chg="add mod ord">
          <ac:chgData name="James Pengelly" userId="d269fecd-a8a2-4e5a-93ae-88bdaab21f51" providerId="ADAL" clId="{C5A3DD5E-3CBB-4873-A664-5E64A6ECE615}" dt="2023-09-19T11:06:37.596" v="261" actId="27636"/>
          <ac:spMkLst>
            <pc:docMk/>
            <pc:sldMk cId="73344392" sldId="289"/>
            <ac:spMk id="7" creationId="{84361D0E-6429-A301-D4B2-A31F55031356}"/>
          </ac:spMkLst>
        </pc:spChg>
      </pc:sldChg>
    </pc:docChg>
  </pc:docChgLst>
  <pc:docChgLst>
    <pc:chgData name="Danielle Andries" userId="93d179e4-3c18-40f7-920e-ae80b202540d" providerId="ADAL" clId="{BFF610F0-CD2D-41EF-9441-12A421008AA5}"/>
    <pc:docChg chg="undo custSel delSld modSld">
      <pc:chgData name="Danielle Andries" userId="93d179e4-3c18-40f7-920e-ae80b202540d" providerId="ADAL" clId="{BFF610F0-CD2D-41EF-9441-12A421008AA5}" dt="2023-09-14T02:09:53.991" v="421" actId="5793"/>
      <pc:docMkLst>
        <pc:docMk/>
      </pc:docMkLst>
      <pc:sldChg chg="modSp mod">
        <pc:chgData name="Danielle Andries" userId="93d179e4-3c18-40f7-920e-ae80b202540d" providerId="ADAL" clId="{BFF610F0-CD2D-41EF-9441-12A421008AA5}" dt="2023-08-15T15:42:29.773" v="2"/>
        <pc:sldMkLst>
          <pc:docMk/>
          <pc:sldMk cId="3995608643" sldId="257"/>
        </pc:sldMkLst>
        <pc:spChg chg="mod">
          <ac:chgData name="Danielle Andries" userId="93d179e4-3c18-40f7-920e-ae80b202540d" providerId="ADAL" clId="{BFF610F0-CD2D-41EF-9441-12A421008AA5}" dt="2023-08-15T15:42:29.773" v="2"/>
          <ac:spMkLst>
            <pc:docMk/>
            <pc:sldMk cId="3995608643" sldId="257"/>
            <ac:spMk id="2" creationId="{B8F195E7-CEB7-44B4-8D15-A6FE845CE6B2}"/>
          </ac:spMkLst>
        </pc:spChg>
        <pc:spChg chg="mod">
          <ac:chgData name="Danielle Andries" userId="93d179e4-3c18-40f7-920e-ae80b202540d" providerId="ADAL" clId="{BFF610F0-CD2D-41EF-9441-12A421008AA5}" dt="2023-08-15T15:42:23.363" v="1" actId="20577"/>
          <ac:spMkLst>
            <pc:docMk/>
            <pc:sldMk cId="3995608643" sldId="257"/>
            <ac:spMk id="3" creationId="{3CFC5BFA-DF53-4407-9187-19E2D701E00B}"/>
          </ac:spMkLst>
        </pc:spChg>
      </pc:sldChg>
      <pc:sldChg chg="modSp mod">
        <pc:chgData name="Danielle Andries" userId="93d179e4-3c18-40f7-920e-ae80b202540d" providerId="ADAL" clId="{BFF610F0-CD2D-41EF-9441-12A421008AA5}" dt="2023-08-15T15:43:01.082" v="11"/>
        <pc:sldMkLst>
          <pc:docMk/>
          <pc:sldMk cId="2170154808" sldId="258"/>
        </pc:sldMkLst>
        <pc:spChg chg="mod">
          <ac:chgData name="Danielle Andries" userId="93d179e4-3c18-40f7-920e-ae80b202540d" providerId="ADAL" clId="{BFF610F0-CD2D-41EF-9441-12A421008AA5}" dt="2023-08-15T15:43:01.082" v="11"/>
          <ac:spMkLst>
            <pc:docMk/>
            <pc:sldMk cId="2170154808" sldId="258"/>
            <ac:spMk id="2" creationId="{3B584BAD-EC4F-4728-93AF-D36C5D808653}"/>
          </ac:spMkLst>
        </pc:spChg>
        <pc:spChg chg="mod">
          <ac:chgData name="Danielle Andries" userId="93d179e4-3c18-40f7-920e-ae80b202540d" providerId="ADAL" clId="{BFF610F0-CD2D-41EF-9441-12A421008AA5}" dt="2023-08-15T15:42:36.137" v="7" actId="20577"/>
          <ac:spMkLst>
            <pc:docMk/>
            <pc:sldMk cId="2170154808" sldId="258"/>
            <ac:spMk id="3" creationId="{64FA1437-B024-4A30-A4F5-99BD676DEE0E}"/>
          </ac:spMkLst>
        </pc:spChg>
        <pc:spChg chg="mod">
          <ac:chgData name="Danielle Andries" userId="93d179e4-3c18-40f7-920e-ae80b202540d" providerId="ADAL" clId="{BFF610F0-CD2D-41EF-9441-12A421008AA5}" dt="2023-08-15T15:42:40.177" v="9" actId="20577"/>
          <ac:spMkLst>
            <pc:docMk/>
            <pc:sldMk cId="2170154808" sldId="258"/>
            <ac:spMk id="4" creationId="{EB4C854E-2009-4A48-BF5C-7AC043B72217}"/>
          </ac:spMkLst>
        </pc:spChg>
      </pc:sldChg>
      <pc:sldChg chg="modSp mod">
        <pc:chgData name="Danielle Andries" userId="93d179e4-3c18-40f7-920e-ae80b202540d" providerId="ADAL" clId="{BFF610F0-CD2D-41EF-9441-12A421008AA5}" dt="2023-09-14T02:08:38.895" v="174" actId="20577"/>
        <pc:sldMkLst>
          <pc:docMk/>
          <pc:sldMk cId="2631819795" sldId="263"/>
        </pc:sldMkLst>
        <pc:spChg chg="mod">
          <ac:chgData name="Danielle Andries" userId="93d179e4-3c18-40f7-920e-ae80b202540d" providerId="ADAL" clId="{BFF610F0-CD2D-41EF-9441-12A421008AA5}" dt="2023-09-14T02:07:37.359" v="109" actId="313"/>
          <ac:spMkLst>
            <pc:docMk/>
            <pc:sldMk cId="2631819795" sldId="263"/>
            <ac:spMk id="2" creationId="{8CCA571E-DEB7-46F2-8F35-C75EA28B441B}"/>
          </ac:spMkLst>
        </pc:spChg>
        <pc:spChg chg="mod">
          <ac:chgData name="Danielle Andries" userId="93d179e4-3c18-40f7-920e-ae80b202540d" providerId="ADAL" clId="{BFF610F0-CD2D-41EF-9441-12A421008AA5}" dt="2023-09-14T02:08:38.895" v="174" actId="20577"/>
          <ac:spMkLst>
            <pc:docMk/>
            <pc:sldMk cId="2631819795" sldId="263"/>
            <ac:spMk id="3" creationId="{FC69CAD3-34EC-4D3B-A788-E05EF101E8B6}"/>
          </ac:spMkLst>
        </pc:spChg>
      </pc:sldChg>
      <pc:sldChg chg="del">
        <pc:chgData name="Danielle Andries" userId="93d179e4-3c18-40f7-920e-ae80b202540d" providerId="ADAL" clId="{BFF610F0-CD2D-41EF-9441-12A421008AA5}" dt="2023-09-14T02:07:46.039" v="110" actId="2696"/>
        <pc:sldMkLst>
          <pc:docMk/>
          <pc:sldMk cId="3051765853" sldId="264"/>
        </pc:sldMkLst>
      </pc:sldChg>
      <pc:sldChg chg="modSp mod">
        <pc:chgData name="Danielle Andries" userId="93d179e4-3c18-40f7-920e-ae80b202540d" providerId="ADAL" clId="{BFF610F0-CD2D-41EF-9441-12A421008AA5}" dt="2023-08-15T15:45:26.968" v="25" actId="20577"/>
        <pc:sldMkLst>
          <pc:docMk/>
          <pc:sldMk cId="997338478" sldId="266"/>
        </pc:sldMkLst>
        <pc:spChg chg="mod">
          <ac:chgData name="Danielle Andries" userId="93d179e4-3c18-40f7-920e-ae80b202540d" providerId="ADAL" clId="{BFF610F0-CD2D-41EF-9441-12A421008AA5}" dt="2023-08-15T15:45:26.968" v="25" actId="20577"/>
          <ac:spMkLst>
            <pc:docMk/>
            <pc:sldMk cId="997338478" sldId="266"/>
            <ac:spMk id="3" creationId="{3CFC5BFA-DF53-4407-9187-19E2D701E00B}"/>
          </ac:spMkLst>
        </pc:spChg>
      </pc:sldChg>
      <pc:sldChg chg="modSp mod">
        <pc:chgData name="Danielle Andries" userId="93d179e4-3c18-40f7-920e-ae80b202540d" providerId="ADAL" clId="{BFF610F0-CD2D-41EF-9441-12A421008AA5}" dt="2023-08-15T15:45:07.557" v="16"/>
        <pc:sldMkLst>
          <pc:docMk/>
          <pc:sldMk cId="674909909" sldId="267"/>
        </pc:sldMkLst>
        <pc:spChg chg="mod">
          <ac:chgData name="Danielle Andries" userId="93d179e4-3c18-40f7-920e-ae80b202540d" providerId="ADAL" clId="{BFF610F0-CD2D-41EF-9441-12A421008AA5}" dt="2023-08-15T15:45:07.557" v="16"/>
          <ac:spMkLst>
            <pc:docMk/>
            <pc:sldMk cId="674909909" sldId="267"/>
            <ac:spMk id="2" creationId="{3B584BAD-EC4F-4728-93AF-D36C5D808653}"/>
          </ac:spMkLst>
        </pc:spChg>
        <pc:spChg chg="mod">
          <ac:chgData name="Danielle Andries" userId="93d179e4-3c18-40f7-920e-ae80b202540d" providerId="ADAL" clId="{BFF610F0-CD2D-41EF-9441-12A421008AA5}" dt="2023-08-15T15:45:00.624" v="15" actId="20577"/>
          <ac:spMkLst>
            <pc:docMk/>
            <pc:sldMk cId="674909909" sldId="267"/>
            <ac:spMk id="3" creationId="{64FA1437-B024-4A30-A4F5-99BD676DEE0E}"/>
          </ac:spMkLst>
        </pc:spChg>
        <pc:spChg chg="mod">
          <ac:chgData name="Danielle Andries" userId="93d179e4-3c18-40f7-920e-ae80b202540d" providerId="ADAL" clId="{BFF610F0-CD2D-41EF-9441-12A421008AA5}" dt="2023-08-15T15:44:58.048" v="13" actId="20577"/>
          <ac:spMkLst>
            <pc:docMk/>
            <pc:sldMk cId="674909909" sldId="267"/>
            <ac:spMk id="4" creationId="{EB4C854E-2009-4A48-BF5C-7AC043B72217}"/>
          </ac:spMkLst>
        </pc:spChg>
      </pc:sldChg>
      <pc:sldChg chg="modSp mod">
        <pc:chgData name="Danielle Andries" userId="93d179e4-3c18-40f7-920e-ae80b202540d" providerId="ADAL" clId="{BFF610F0-CD2D-41EF-9441-12A421008AA5}" dt="2023-08-15T15:45:22.616" v="23"/>
        <pc:sldMkLst>
          <pc:docMk/>
          <pc:sldMk cId="925647113" sldId="268"/>
        </pc:sldMkLst>
        <pc:spChg chg="mod">
          <ac:chgData name="Danielle Andries" userId="93d179e4-3c18-40f7-920e-ae80b202540d" providerId="ADAL" clId="{BFF610F0-CD2D-41EF-9441-12A421008AA5}" dt="2023-08-15T15:45:22.616" v="23"/>
          <ac:spMkLst>
            <pc:docMk/>
            <pc:sldMk cId="925647113" sldId="268"/>
            <ac:spMk id="2" creationId="{3B584BAD-EC4F-4728-93AF-D36C5D808653}"/>
          </ac:spMkLst>
        </pc:spChg>
        <pc:spChg chg="mod">
          <ac:chgData name="Danielle Andries" userId="93d179e4-3c18-40f7-920e-ae80b202540d" providerId="ADAL" clId="{BFF610F0-CD2D-41EF-9441-12A421008AA5}" dt="2023-08-15T15:45:14.200" v="20" actId="20577"/>
          <ac:spMkLst>
            <pc:docMk/>
            <pc:sldMk cId="925647113" sldId="268"/>
            <ac:spMk id="3" creationId="{64FA1437-B024-4A30-A4F5-99BD676DEE0E}"/>
          </ac:spMkLst>
        </pc:spChg>
        <pc:spChg chg="mod">
          <ac:chgData name="Danielle Andries" userId="93d179e4-3c18-40f7-920e-ae80b202540d" providerId="ADAL" clId="{BFF610F0-CD2D-41EF-9441-12A421008AA5}" dt="2023-08-15T15:45:11.768" v="18" actId="20577"/>
          <ac:spMkLst>
            <pc:docMk/>
            <pc:sldMk cId="925647113" sldId="268"/>
            <ac:spMk id="4" creationId="{EB4C854E-2009-4A48-BF5C-7AC043B72217}"/>
          </ac:spMkLst>
        </pc:spChg>
      </pc:sldChg>
      <pc:sldChg chg="modSp mod">
        <pc:chgData name="Danielle Andries" userId="93d179e4-3c18-40f7-920e-ae80b202540d" providerId="ADAL" clId="{BFF610F0-CD2D-41EF-9441-12A421008AA5}" dt="2023-09-14T02:09:19.687" v="322" actId="5793"/>
        <pc:sldMkLst>
          <pc:docMk/>
          <pc:sldMk cId="2146379092" sldId="272"/>
        </pc:sldMkLst>
        <pc:spChg chg="mod">
          <ac:chgData name="Danielle Andries" userId="93d179e4-3c18-40f7-920e-ae80b202540d" providerId="ADAL" clId="{BFF610F0-CD2D-41EF-9441-12A421008AA5}" dt="2023-09-14T02:09:19.687" v="322" actId="5793"/>
          <ac:spMkLst>
            <pc:docMk/>
            <pc:sldMk cId="2146379092" sldId="272"/>
            <ac:spMk id="2" creationId="{8CCA571E-DEB7-46F2-8F35-C75EA28B441B}"/>
          </ac:spMkLst>
        </pc:spChg>
        <pc:spChg chg="mod">
          <ac:chgData name="Danielle Andries" userId="93d179e4-3c18-40f7-920e-ae80b202540d" providerId="ADAL" clId="{BFF610F0-CD2D-41EF-9441-12A421008AA5}" dt="2023-09-14T02:08:47.016" v="191" actId="20577"/>
          <ac:spMkLst>
            <pc:docMk/>
            <pc:sldMk cId="2146379092" sldId="272"/>
            <ac:spMk id="3" creationId="{FC69CAD3-34EC-4D3B-A788-E05EF101E8B6}"/>
          </ac:spMkLst>
        </pc:spChg>
      </pc:sldChg>
      <pc:sldChg chg="del">
        <pc:chgData name="Danielle Andries" userId="93d179e4-3c18-40f7-920e-ae80b202540d" providerId="ADAL" clId="{BFF610F0-CD2D-41EF-9441-12A421008AA5}" dt="2023-09-14T02:09:26.003" v="323" actId="2696"/>
        <pc:sldMkLst>
          <pc:docMk/>
          <pc:sldMk cId="1331650423" sldId="273"/>
        </pc:sldMkLst>
      </pc:sldChg>
      <pc:sldChg chg="modSp mod">
        <pc:chgData name="Danielle Andries" userId="93d179e4-3c18-40f7-920e-ae80b202540d" providerId="ADAL" clId="{BFF610F0-CD2D-41EF-9441-12A421008AA5}" dt="2023-09-14T02:09:53.991" v="421" actId="5793"/>
        <pc:sldMkLst>
          <pc:docMk/>
          <pc:sldMk cId="777509699" sldId="277"/>
        </pc:sldMkLst>
        <pc:spChg chg="mod">
          <ac:chgData name="Danielle Andries" userId="93d179e4-3c18-40f7-920e-ae80b202540d" providerId="ADAL" clId="{BFF610F0-CD2D-41EF-9441-12A421008AA5}" dt="2023-09-14T02:09:53.991" v="421" actId="5793"/>
          <ac:spMkLst>
            <pc:docMk/>
            <pc:sldMk cId="777509699" sldId="277"/>
            <ac:spMk id="2" creationId="{8CCA571E-DEB7-46F2-8F35-C75EA28B441B}"/>
          </ac:spMkLst>
        </pc:spChg>
        <pc:spChg chg="mod">
          <ac:chgData name="Danielle Andries" userId="93d179e4-3c18-40f7-920e-ae80b202540d" providerId="ADAL" clId="{BFF610F0-CD2D-41EF-9441-12A421008AA5}" dt="2023-09-14T02:09:42.595" v="375" actId="20577"/>
          <ac:spMkLst>
            <pc:docMk/>
            <pc:sldMk cId="777509699" sldId="277"/>
            <ac:spMk id="3" creationId="{FC69CAD3-34EC-4D3B-A788-E05EF101E8B6}"/>
          </ac:spMkLst>
        </pc:spChg>
      </pc:sldChg>
      <pc:sldChg chg="modSp mod">
        <pc:chgData name="Danielle Andries" userId="93d179e4-3c18-40f7-920e-ae80b202540d" providerId="ADAL" clId="{BFF610F0-CD2D-41EF-9441-12A421008AA5}" dt="2023-09-14T02:08:10.263" v="127"/>
        <pc:sldMkLst>
          <pc:docMk/>
          <pc:sldMk cId="3333083458" sldId="278"/>
        </pc:sldMkLst>
        <pc:spChg chg="mod">
          <ac:chgData name="Danielle Andries" userId="93d179e4-3c18-40f7-920e-ae80b202540d" providerId="ADAL" clId="{BFF610F0-CD2D-41EF-9441-12A421008AA5}" dt="2023-09-14T02:08:10.263" v="127"/>
          <ac:spMkLst>
            <pc:docMk/>
            <pc:sldMk cId="3333083458" sldId="278"/>
            <ac:spMk id="3" creationId="{89316A7B-EF56-4540-A124-0ACC23724F87}"/>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Policies are essential, they define the rules that the organization must follow. Nothing is enforceable if it does not exist in a formal, approved document!</a:t>
            </a:r>
          </a:p>
        </p:txBody>
      </p:sp>
      <p:sp>
        <p:nvSpPr>
          <p:cNvPr id="4" name="Slide Number Placeholder 3"/>
          <p:cNvSpPr>
            <a:spLocks noGrp="1"/>
          </p:cNvSpPr>
          <p:nvPr>
            <p:ph type="sldNum" sz="quarter" idx="5"/>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1986488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209884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3630239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Standards and regulations work hand-in-hand. Regulations mandate that the details in a standard must be used. Detaching these documents allows for standards to be updated without requiring legislative approval.</a:t>
            </a:r>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101915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Highlight that details for any law or regulation can be easily located using search engine queries, but that specific knowledge of the tenets for each are not needed for the exam.</a:t>
            </a:r>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4195422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3048864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1695219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670287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26542317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Scripts are a "double-edged sword" the same power they wield to perform tasks quickly and efficiently can also result in widespread damage if not implemented with care!</a:t>
            </a:r>
          </a:p>
        </p:txBody>
      </p:sp>
      <p:sp>
        <p:nvSpPr>
          <p:cNvPr id="4" name="Slide Number Placeholder 3"/>
          <p:cNvSpPr>
            <a:spLocks noGrp="1"/>
          </p:cNvSpPr>
          <p:nvPr>
            <p:ph type="sldNum" sz="quarter" idx="5"/>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3922949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3136306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13.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38294"/>
            <a:ext cx="8870950" cy="405468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1316358"/>
            <a:ext cx="8870950" cy="361886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7" name="Text Placeholder 2">
            <a:extLst>
              <a:ext uri="{FF2B5EF4-FFF2-40B4-BE49-F238E27FC236}">
                <a16:creationId xmlns:a16="http://schemas.microsoft.com/office/drawing/2014/main" id="{66E5E767-ABBB-28F4-B396-B3E810584A84}"/>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2717468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content sh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3386667" y="1367538"/>
            <a:ext cx="5630333"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587869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ntent 1 sma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562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593216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3011614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w/Captio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Text Placeholder 3">
            <a:extLst>
              <a:ext uri="{FF2B5EF4-FFF2-40B4-BE49-F238E27FC236}">
                <a16:creationId xmlns:a16="http://schemas.microsoft.com/office/drawing/2014/main" id="{71AD28C1-FD19-F774-9521-7A20689A464F}"/>
              </a:ext>
            </a:extLst>
          </p:cNvPr>
          <p:cNvSpPr>
            <a:spLocks noGrp="1"/>
          </p:cNvSpPr>
          <p:nvPr>
            <p:ph type="body" sz="quarter" idx="14" hasCustomPrompt="1"/>
          </p:nvPr>
        </p:nvSpPr>
        <p:spPr>
          <a:xfrm>
            <a:off x="141286" y="4395892"/>
            <a:ext cx="8861426" cy="392855"/>
          </a:xfrm>
        </p:spPr>
        <p:txBody>
          <a:bodyPr anchor="ctr">
            <a:normAutofit/>
          </a:bodyPr>
          <a:lstStyle>
            <a:lvl1pPr marL="0" indent="0" algn="ctr">
              <a:buNone/>
              <a:defRPr sz="1800" i="1">
                <a:solidFill>
                  <a:schemeClr val="tx2"/>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Insert Caption</a:t>
            </a:r>
          </a:p>
        </p:txBody>
      </p:sp>
      <p:sp>
        <p:nvSpPr>
          <p:cNvPr id="6" name="Content Placeholder 5">
            <a:extLst>
              <a:ext uri="{FF2B5EF4-FFF2-40B4-BE49-F238E27FC236}">
                <a16:creationId xmlns:a16="http://schemas.microsoft.com/office/drawing/2014/main" id="{9F574EA0-61D0-7FF7-8B79-5F96C7D02A17}"/>
              </a:ext>
            </a:extLst>
          </p:cNvPr>
          <p:cNvSpPr>
            <a:spLocks noGrp="1"/>
          </p:cNvSpPr>
          <p:nvPr>
            <p:ph sz="quarter" idx="15"/>
          </p:nvPr>
        </p:nvSpPr>
        <p:spPr>
          <a:xfrm>
            <a:off x="141286" y="700192"/>
            <a:ext cx="8861427" cy="3695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2843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ntent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67536"/>
            <a:ext cx="4371507" cy="342544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5545092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hasCustomPrompt="1"/>
          </p:nvPr>
        </p:nvSpPr>
        <p:spPr>
          <a:xfrm>
            <a:off x="146050" y="748623"/>
            <a:ext cx="8870950" cy="4044357"/>
          </a:xfrm>
          <a:prstGeom prst="rect">
            <a:avLst/>
          </a:prstGeom>
        </p:spPr>
        <p:txBody>
          <a:bodyPr/>
          <a:lstStyle>
            <a:lvl1pPr marL="457200" indent="-457200">
              <a:buFont typeface="+mj-lt"/>
              <a:buAutoNum type="arabicPeriod"/>
              <a:defRPr b="1"/>
            </a:lvl1pPr>
          </a:lstStyle>
          <a:p>
            <a:pPr lvl="0"/>
            <a:r>
              <a:rPr lang="en-US" dirty="0"/>
              <a:t>List the questions from the review activity page.</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a:t>Activity 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5828A-A7EC-0777-DCF2-03FADF7CE572}"/>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2B2E5881-DB2B-B483-494C-F59C40B2594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703C07-D880-A741-5039-396A7A6FD1B1}"/>
              </a:ext>
            </a:extLst>
          </p:cNvPr>
          <p:cNvSpPr>
            <a:spLocks noGrp="1"/>
          </p:cNvSpPr>
          <p:nvPr>
            <p:ph type="dt" sz="half" idx="10"/>
          </p:nvPr>
        </p:nvSpPr>
        <p:spPr/>
        <p:txBody>
          <a:bodyPr/>
          <a:lstStyle/>
          <a:p>
            <a:fld id="{0EE6F095-4831-4AF3-B815-7404BBBCB6E0}" type="datetimeFigureOut">
              <a:rPr lang="en-US" smtClean="0"/>
              <a:t>9/19/2023</a:t>
            </a:fld>
            <a:endParaRPr lang="en-US"/>
          </a:p>
        </p:txBody>
      </p:sp>
      <p:sp>
        <p:nvSpPr>
          <p:cNvPr id="5" name="Footer Placeholder 4">
            <a:extLst>
              <a:ext uri="{FF2B5EF4-FFF2-40B4-BE49-F238E27FC236}">
                <a16:creationId xmlns:a16="http://schemas.microsoft.com/office/drawing/2014/main" id="{3C986265-5616-ED16-B53E-F9CB2D08C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AC5A67-179A-9C97-7025-D5D1473BDDED}"/>
              </a:ext>
            </a:extLst>
          </p:cNvPr>
          <p:cNvSpPr>
            <a:spLocks noGrp="1"/>
          </p:cNvSpPr>
          <p:nvPr>
            <p:ph type="sldNum" sz="quarter" idx="12"/>
          </p:nvPr>
        </p:nvSpPr>
        <p:spPr/>
        <p:txBody>
          <a:bodyPr/>
          <a:lstStyle/>
          <a:p>
            <a:fld id="{32F2B094-62D1-42B6-97B2-CE0CACB8FCA4}" type="slidenum">
              <a:rPr lang="en-US" smtClean="0"/>
              <a:t>‹#›</a:t>
            </a:fld>
            <a:endParaRPr lang="en-US"/>
          </a:p>
        </p:txBody>
      </p:sp>
    </p:spTree>
    <p:extLst>
      <p:ext uri="{BB962C8B-B14F-4D97-AF65-F5344CB8AC3E}">
        <p14:creationId xmlns:p14="http://schemas.microsoft.com/office/powerpoint/2010/main" val="3879206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dirty="0"/>
              <a:t>Click to enter Slide Show(s) name From </a:t>
            </a:r>
            <a:r>
              <a:rPr lang="en-US" noProof="0" dirty="0" err="1"/>
              <a:t>MeF</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41" r:id="rId1"/>
    <p:sldLayoutId id="2147483937" r:id="rId2"/>
    <p:sldLayoutId id="2147483938" r:id="rId3"/>
    <p:sldLayoutId id="2147483939" r:id="rId4"/>
    <p:sldLayoutId id="2147483934" r:id="rId5"/>
    <p:sldLayoutId id="2147483942" r:id="rId6"/>
    <p:sldLayoutId id="2147483943" r:id="rId7"/>
    <p:sldLayoutId id="2147483936" r:id="rId8"/>
    <p:sldLayoutId id="2147483944" r:id="rId9"/>
    <p:sldLayoutId id="2147483945" r:id="rId10"/>
    <p:sldLayoutId id="2147483946" r:id="rId11"/>
    <p:sldLayoutId id="2147483947" r:id="rId12"/>
    <p:sldLayoutId id="2147483948" r:id="rId13"/>
    <p:sldLayoutId id="2147483949" r:id="rId14"/>
    <p:sldLayoutId id="2147483935" r:id="rId1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a:xfrm>
            <a:off x="650366" y="2166824"/>
            <a:ext cx="8366634" cy="1080000"/>
          </a:xfrm>
        </p:spPr>
        <p:txBody>
          <a:bodyPr/>
          <a:lstStyle/>
          <a:p>
            <a:r>
              <a:rPr lang="en-US" dirty="0"/>
              <a:t>Summarize Security Governance Concepts</a:t>
            </a:r>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14</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3995608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Policies, Standards, and Procedures</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14A</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14</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2170154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Policies</a:t>
            </a:r>
          </a:p>
        </p:txBody>
      </p:sp>
      <p:sp>
        <p:nvSpPr>
          <p:cNvPr id="7" name="Content Placeholder 6">
            <a:extLst>
              <a:ext uri="{FF2B5EF4-FFF2-40B4-BE49-F238E27FC236}">
                <a16:creationId xmlns:a16="http://schemas.microsoft.com/office/drawing/2014/main" id="{865FC550-E224-A6F4-539E-8B96AC96DF43}"/>
              </a:ext>
            </a:extLst>
          </p:cNvPr>
          <p:cNvSpPr>
            <a:spLocks noGrp="1"/>
          </p:cNvSpPr>
          <p:nvPr>
            <p:ph idx="1"/>
          </p:nvPr>
        </p:nvSpPr>
        <p:spPr/>
        <p:txBody>
          <a:bodyPr>
            <a:normAutofit fontScale="55000" lnSpcReduction="20000"/>
          </a:bodyPr>
          <a:lstStyle/>
          <a:p>
            <a:pPr marL="285750" indent="-285750">
              <a:buFont typeface="Arial" panose="020B0604020202020204" pitchFamily="34" charset="0"/>
              <a:buChar char="•"/>
            </a:pPr>
            <a:r>
              <a:rPr lang="en-US" dirty="0"/>
              <a:t>Vital in establishing effective governance and ensuring organizational compliance</a:t>
            </a:r>
          </a:p>
          <a:p>
            <a:pPr marL="285750" indent="-285750">
              <a:buFont typeface="Arial" panose="020B0604020202020204" pitchFamily="34" charset="0"/>
              <a:buChar char="•"/>
            </a:pPr>
            <a:r>
              <a:rPr lang="en-US" dirty="0"/>
              <a:t>Form the framework for operations, decision-making, and behaviors, and rules for a compliant and ethical corporate culture</a:t>
            </a:r>
          </a:p>
          <a:p>
            <a:pPr marL="285750" indent="-285750">
              <a:buFont typeface="Arial" panose="020B0604020202020204" pitchFamily="34" charset="0"/>
              <a:buChar char="•"/>
            </a:pPr>
            <a:r>
              <a:rPr lang="en-US" dirty="0"/>
              <a:t>Align the organization around common goals, prevent misconduct, and remove inefficiencies</a:t>
            </a:r>
          </a:p>
          <a:p>
            <a:r>
              <a:rPr lang="en-US" dirty="0"/>
              <a:t>Common Policies</a:t>
            </a:r>
          </a:p>
          <a:p>
            <a:pPr marL="714375" lvl="1" indent="-285750"/>
            <a:r>
              <a:rPr lang="en-US" dirty="0"/>
              <a:t>Acceptable Use Policy (AUP)</a:t>
            </a:r>
          </a:p>
          <a:p>
            <a:pPr marL="714375" lvl="1" indent="-285750"/>
            <a:r>
              <a:rPr lang="en-US" dirty="0"/>
              <a:t>Information Security Policies</a:t>
            </a:r>
          </a:p>
          <a:p>
            <a:pPr marL="714375" lvl="1" indent="-285750"/>
            <a:r>
              <a:rPr lang="en-US" dirty="0"/>
              <a:t>Business Continuity &amp; Continuity of Operations Plans (COOP) </a:t>
            </a:r>
          </a:p>
          <a:p>
            <a:pPr marL="714375" lvl="1" indent="-285750"/>
            <a:r>
              <a:rPr lang="en-US" dirty="0"/>
              <a:t>Disaster Recovery</a:t>
            </a:r>
          </a:p>
          <a:p>
            <a:pPr marL="714375" lvl="1" indent="-285750"/>
            <a:r>
              <a:rPr lang="en-US" dirty="0"/>
              <a:t>Incident Response</a:t>
            </a:r>
          </a:p>
          <a:p>
            <a:pPr marL="714375" lvl="1" indent="-285750"/>
            <a:r>
              <a:rPr lang="en-US" dirty="0"/>
              <a:t>Software Development Life Cycle (SDLC) Policy</a:t>
            </a:r>
          </a:p>
          <a:p>
            <a:pPr marL="714375" lvl="1" indent="-285750"/>
            <a:r>
              <a:rPr lang="en-US" dirty="0"/>
              <a:t>Change Management</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1702716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Guidelines</a:t>
            </a:r>
          </a:p>
        </p:txBody>
      </p:sp>
      <p:sp>
        <p:nvSpPr>
          <p:cNvPr id="7" name="Content Placeholder 6">
            <a:extLst>
              <a:ext uri="{FF2B5EF4-FFF2-40B4-BE49-F238E27FC236}">
                <a16:creationId xmlns:a16="http://schemas.microsoft.com/office/drawing/2014/main" id="{7985E94A-1573-F586-9152-9C7FB38E901A}"/>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Recommendations that steer actions in a particular job role or department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They are more flexible than policies and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Allow flexibility for their implementation</a:t>
            </a:r>
            <a:endParaRPr lang="en-US" sz="2000" dirty="0">
              <a:latin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879412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Procedures</a:t>
            </a:r>
          </a:p>
        </p:txBody>
      </p:sp>
      <p:sp>
        <p:nvSpPr>
          <p:cNvPr id="7" name="Content Placeholder 6">
            <a:extLst>
              <a:ext uri="{FF2B5EF4-FFF2-40B4-BE49-F238E27FC236}">
                <a16:creationId xmlns:a16="http://schemas.microsoft.com/office/drawing/2014/main" id="{0C7E4848-92BC-97AA-FDDC-574BBCC370C5}"/>
              </a:ext>
            </a:extLst>
          </p:cNvPr>
          <p:cNvSpPr>
            <a:spLocks noGrp="1"/>
          </p:cNvSpPr>
          <p:nvPr>
            <p:ph idx="1"/>
          </p:nvPr>
        </p:nvSpPr>
        <p:spPr>
          <a:xfrm>
            <a:off x="146050" y="746760"/>
            <a:ext cx="8870950" cy="4278782"/>
          </a:xfrm>
        </p:spPr>
        <p:txBody>
          <a:bodyPr>
            <a:normAutofit fontScale="47500" lnSpcReduction="20000"/>
          </a:bodyPr>
          <a:lstStyle/>
          <a:p>
            <a:pPr marL="285750" indent="-285750">
              <a:buFont typeface="Arial" panose="020B0604020202020204" pitchFamily="34" charset="0"/>
              <a:buChar char="•"/>
            </a:pPr>
            <a:r>
              <a:rPr lang="en-US" dirty="0"/>
              <a:t>Define step-by-step instructions and checklists</a:t>
            </a:r>
          </a:p>
          <a:p>
            <a:pPr marL="285750" indent="-285750">
              <a:buFont typeface="Arial" panose="020B0604020202020204" pitchFamily="34" charset="0"/>
              <a:buChar char="•"/>
            </a:pPr>
            <a:r>
              <a:rPr lang="en-US" dirty="0"/>
              <a:t>Ensure a task is completed in a compliant and repeatable way</a:t>
            </a:r>
          </a:p>
          <a:p>
            <a:r>
              <a:rPr lang="en-US" dirty="0"/>
              <a:t>Playbooks</a:t>
            </a:r>
          </a:p>
          <a:p>
            <a:pPr marL="714375" lvl="1" indent="-285750"/>
            <a:r>
              <a:rPr lang="en-US" dirty="0"/>
              <a:t>Collection of critical actions generally associated with Security Operations (SOC)</a:t>
            </a:r>
          </a:p>
          <a:p>
            <a:r>
              <a:rPr lang="en-US" dirty="0"/>
              <a:t>Examples</a:t>
            </a:r>
          </a:p>
          <a:p>
            <a:pPr marL="714375" lvl="1" indent="-285750"/>
            <a:r>
              <a:rPr lang="en-US" dirty="0"/>
              <a:t>Onboarding/Offboarding</a:t>
            </a:r>
          </a:p>
          <a:p>
            <a:pPr marL="714375" lvl="1" indent="-285750"/>
            <a:r>
              <a:rPr lang="en-US" dirty="0"/>
              <a:t>Background Checks</a:t>
            </a:r>
          </a:p>
          <a:p>
            <a:pPr marL="714375" lvl="1" indent="-285750"/>
            <a:r>
              <a:rPr lang="en-US" dirty="0"/>
              <a:t>Service/Software Provisioning</a:t>
            </a:r>
          </a:p>
          <a:p>
            <a:pPr marL="714375" lvl="1" indent="-285750"/>
            <a:r>
              <a:rPr lang="en-US" dirty="0"/>
              <a:t>Desktop Deployment</a:t>
            </a:r>
          </a:p>
          <a:p>
            <a:pPr marL="714375" lvl="1" indent="-285750"/>
            <a:r>
              <a:rPr lang="en-US" dirty="0"/>
              <a:t>Patching and updating</a:t>
            </a:r>
          </a:p>
          <a:p>
            <a:pPr marL="714375" lvl="1" indent="-285750"/>
            <a:r>
              <a:rPr lang="en-US" dirty="0"/>
              <a:t>“Go-Live” actions</a:t>
            </a:r>
          </a:p>
          <a:p>
            <a:pPr marL="714375" lvl="1" indent="-285750"/>
            <a:r>
              <a:rPr lang="en-US" dirty="0"/>
              <a:t>After hours support</a:t>
            </a:r>
          </a:p>
          <a:p>
            <a:pPr marL="714375" lvl="1" indent="-285750"/>
            <a:r>
              <a:rPr lang="en-US" dirty="0"/>
              <a:t>Ticket management</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3203677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Standards</a:t>
            </a:r>
          </a:p>
        </p:txBody>
      </p:sp>
      <p:sp>
        <p:nvSpPr>
          <p:cNvPr id="7" name="Content Placeholder 6">
            <a:extLst>
              <a:ext uri="{FF2B5EF4-FFF2-40B4-BE49-F238E27FC236}">
                <a16:creationId xmlns:a16="http://schemas.microsoft.com/office/drawing/2014/main" id="{644A1768-6B83-6717-D966-7B94F2235337}"/>
              </a:ext>
            </a:extLst>
          </p:cNvPr>
          <p:cNvSpPr>
            <a:spLocks noGrp="1"/>
          </p:cNvSpPr>
          <p:nvPr>
            <p:ph idx="1"/>
          </p:nvPr>
        </p:nvSpPr>
        <p:spPr/>
        <p:txBody>
          <a:bodyPr>
            <a:normAutofit fontScale="92500" lnSpcReduction="20000"/>
          </a:bodyPr>
          <a:lstStyle/>
          <a:p>
            <a:r>
              <a:rPr lang="en-US" dirty="0"/>
              <a:t>Define a set of best practices and include specific details</a:t>
            </a:r>
          </a:p>
          <a:p>
            <a:pPr marL="714375" lvl="1" indent="-285750"/>
            <a:r>
              <a:rPr lang="en-US" dirty="0"/>
              <a:t>Often associated with regulations and polices</a:t>
            </a:r>
          </a:p>
          <a:p>
            <a:pPr marL="714375" lvl="1" indent="-285750"/>
            <a:r>
              <a:rPr lang="en-US" dirty="0"/>
              <a:t>Regulations and policies use standards to offload details</a:t>
            </a:r>
          </a:p>
          <a:p>
            <a:pPr marL="714375" lvl="1" indent="-285750"/>
            <a:r>
              <a:rPr lang="en-US" dirty="0"/>
              <a:t>Standard can change often while policy remains the same</a:t>
            </a:r>
          </a:p>
          <a:p>
            <a:pPr marL="714375" lvl="1" indent="-285750"/>
            <a:r>
              <a:rPr lang="en-US" dirty="0"/>
              <a:t>Standard can be managed by subject matter experts</a:t>
            </a:r>
          </a:p>
          <a:p>
            <a:r>
              <a:rPr lang="en-US" dirty="0"/>
              <a:t>Industry Standards</a:t>
            </a:r>
          </a:p>
          <a:p>
            <a:pPr marL="714375" lvl="1" indent="-285750"/>
            <a:r>
              <a:rPr lang="en-US" dirty="0"/>
              <a:t>ISO 27k series, NIST 800 series Special Publications, PCI-DSS, FIPS, many others…</a:t>
            </a:r>
          </a:p>
          <a:p>
            <a:r>
              <a:rPr lang="en-US" dirty="0"/>
              <a:t>Internal Standards</a:t>
            </a:r>
          </a:p>
          <a:p>
            <a:pPr marL="714375" lvl="1" indent="-285750"/>
            <a:r>
              <a:rPr lang="en-US" dirty="0"/>
              <a:t>Encryption, coding Practices, audit, many others…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2577315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Legal Environment</a:t>
            </a:r>
          </a:p>
        </p:txBody>
      </p:sp>
      <p:sp>
        <p:nvSpPr>
          <p:cNvPr id="7" name="Content Placeholder 6">
            <a:extLst>
              <a:ext uri="{FF2B5EF4-FFF2-40B4-BE49-F238E27FC236}">
                <a16:creationId xmlns:a16="http://schemas.microsoft.com/office/drawing/2014/main" id="{5FBC3E21-2655-D77B-0C17-0E42700C3532}"/>
              </a:ext>
            </a:extLst>
          </p:cNvPr>
          <p:cNvSpPr>
            <a:spLocks noGrp="1"/>
          </p:cNvSpPr>
          <p:nvPr>
            <p:ph idx="1"/>
          </p:nvPr>
        </p:nvSpPr>
        <p:spPr/>
        <p:txBody>
          <a:bodyPr>
            <a:normAutofit fontScale="92500" lnSpcReduction="20000"/>
          </a:bodyPr>
          <a:lstStyle/>
          <a:p>
            <a:r>
              <a:rPr lang="en-US" dirty="0">
                <a:latin typeface="Calibri" panose="020F0502020204030204" pitchFamily="34" charset="0"/>
                <a:cs typeface="Calibri" panose="020F0502020204030204" pitchFamily="34" charset="0"/>
              </a:rPr>
              <a:t>Governance committees ensure their organizations abide by all applicable cybersecurity laws and regulations to protect them from legal liability</a:t>
            </a:r>
          </a:p>
          <a:p>
            <a:r>
              <a:rPr lang="en-US" dirty="0">
                <a:latin typeface="Calibri" panose="020F0502020204030204" pitchFamily="34" charset="0"/>
                <a:cs typeface="Calibri" panose="020F0502020204030204" pitchFamily="34" charset="0"/>
              </a:rPr>
              <a:t>Frameworks, benchmarks, and configuration guides may be used to demonstrate compliance with legal/regulatory requirements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Global Law</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National Law</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State/Local Law</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Industry Regulations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Privacy Legislation</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356704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p:txBody>
          <a:bodyPr/>
          <a:lstStyle/>
          <a:p>
            <a:r>
              <a:rPr lang="en-US" dirty="0"/>
              <a:t>Legal Environment</a:t>
            </a:r>
          </a:p>
        </p:txBody>
      </p:sp>
      <p:sp>
        <p:nvSpPr>
          <p:cNvPr id="9" name="Content Placeholder 8">
            <a:extLst>
              <a:ext uri="{FF2B5EF4-FFF2-40B4-BE49-F238E27FC236}">
                <a16:creationId xmlns:a16="http://schemas.microsoft.com/office/drawing/2014/main" id="{6012A2F9-8B73-9B8E-89F5-94241DB97BE5}"/>
              </a:ext>
            </a:extLst>
          </p:cNvPr>
          <p:cNvSpPr>
            <a:spLocks noGrp="1"/>
          </p:cNvSpPr>
          <p:nvPr>
            <p:ph idx="1"/>
          </p:nvPr>
        </p:nvSpPr>
        <p:spPr>
          <a:xfrm>
            <a:off x="146049" y="746760"/>
            <a:ext cx="4353949" cy="4286098"/>
          </a:xfrm>
        </p:spPr>
        <p:txBody>
          <a:bodyPr>
            <a:normAutofit fontScale="62500" lnSpcReduction="20000"/>
          </a:bodyPr>
          <a:lstStyle/>
          <a:p>
            <a:r>
              <a:rPr lang="en-US" dirty="0"/>
              <a:t>Privacy</a:t>
            </a:r>
          </a:p>
          <a:p>
            <a:pPr marL="714375" lvl="1" indent="-285750"/>
            <a:r>
              <a:rPr lang="en-US" dirty="0"/>
              <a:t>GDPR</a:t>
            </a:r>
          </a:p>
          <a:p>
            <a:pPr marL="714375" lvl="1" indent="-285750"/>
            <a:r>
              <a:rPr lang="en-US" dirty="0"/>
              <a:t>CCPA</a:t>
            </a:r>
          </a:p>
          <a:p>
            <a:pPr marL="714375" lvl="1" indent="-285750"/>
            <a:r>
              <a:rPr lang="en-US" dirty="0"/>
              <a:t>Many others</a:t>
            </a:r>
          </a:p>
          <a:p>
            <a:r>
              <a:rPr lang="en-US" dirty="0"/>
              <a:t>Energy</a:t>
            </a:r>
          </a:p>
          <a:p>
            <a:pPr marL="714375" lvl="1" indent="-285750"/>
            <a:r>
              <a:rPr lang="en-US" dirty="0"/>
              <a:t>North American Electric Reliability Corporation (NERC) (United States and Canada)</a:t>
            </a:r>
          </a:p>
          <a:p>
            <a:r>
              <a:rPr lang="en-US" dirty="0"/>
              <a:t>Education &amp; Children</a:t>
            </a:r>
          </a:p>
          <a:p>
            <a:pPr marL="714375" lvl="1" indent="-285750"/>
            <a:r>
              <a:rPr lang="en-US" dirty="0"/>
              <a:t>Family Educational Rights and Privacy Act (FERPA) (United States)</a:t>
            </a:r>
          </a:p>
          <a:p>
            <a:pPr marL="714375" lvl="1" indent="-285750"/>
            <a:r>
              <a:rPr lang="en-US" dirty="0"/>
              <a:t>Children's Internet Protection Act (CIPA) (United States)</a:t>
            </a:r>
          </a:p>
          <a:p>
            <a:pPr marL="714375" lvl="1" indent="-285750"/>
            <a:r>
              <a:rPr lang="en-US" dirty="0"/>
              <a:t>Children's Online Privacy Protection Act (COPPA) (United States)</a:t>
            </a:r>
          </a:p>
        </p:txBody>
      </p:sp>
      <p:sp>
        <p:nvSpPr>
          <p:cNvPr id="10" name="Content Placeholder 9">
            <a:extLst>
              <a:ext uri="{FF2B5EF4-FFF2-40B4-BE49-F238E27FC236}">
                <a16:creationId xmlns:a16="http://schemas.microsoft.com/office/drawing/2014/main" id="{A35E0A97-F362-786E-1F5E-8ED7E6D08A78}"/>
              </a:ext>
            </a:extLst>
          </p:cNvPr>
          <p:cNvSpPr>
            <a:spLocks noGrp="1"/>
          </p:cNvSpPr>
          <p:nvPr>
            <p:ph idx="12"/>
          </p:nvPr>
        </p:nvSpPr>
        <p:spPr/>
        <p:txBody>
          <a:bodyPr>
            <a:normAutofit fontScale="62500" lnSpcReduction="20000"/>
          </a:bodyPr>
          <a:lstStyle/>
          <a:p>
            <a:r>
              <a:rPr lang="en-US" dirty="0"/>
              <a:t>Healthcare</a:t>
            </a:r>
          </a:p>
          <a:p>
            <a:pPr marL="714375" lvl="1" indent="-285750"/>
            <a:r>
              <a:rPr lang="en-US" dirty="0"/>
              <a:t>Health Insurance Portability and Accountability Act (HIPAA) (United States)</a:t>
            </a:r>
          </a:p>
          <a:p>
            <a:r>
              <a:rPr lang="en-US" dirty="0"/>
              <a:t>Financial Services</a:t>
            </a:r>
          </a:p>
          <a:p>
            <a:pPr marL="714375" lvl="1" indent="-285750"/>
            <a:r>
              <a:rPr lang="en-US" dirty="0"/>
              <a:t>Gramm-Leach-Bliley Act (GLBA) (United States)</a:t>
            </a:r>
          </a:p>
          <a:p>
            <a:pPr marL="714375" lvl="1" indent="-285750"/>
            <a:r>
              <a:rPr lang="en-US" dirty="0"/>
              <a:t>Payment Card Industry Data Security Standard (PCI DSS) (Contractual obligation)</a:t>
            </a:r>
          </a:p>
          <a:p>
            <a:r>
              <a:rPr lang="en-US" dirty="0"/>
              <a:t>Government</a:t>
            </a:r>
          </a:p>
          <a:p>
            <a:pPr marL="714375" lvl="1" indent="-285750"/>
            <a:r>
              <a:rPr lang="en-US" dirty="0"/>
              <a:t>Federal Information Security Modernization Act (FISMA) (United States)</a:t>
            </a:r>
          </a:p>
          <a:p>
            <a:pPr marL="714375" lvl="1" indent="-285750"/>
            <a:r>
              <a:rPr lang="en-US" dirty="0"/>
              <a:t>Criminal Justice Information Services Security Policy (CJIS) (United States)</a:t>
            </a:r>
          </a:p>
          <a:p>
            <a:pPr marL="714375" lvl="1" indent="-285750"/>
            <a:r>
              <a:rPr lang="en-US" dirty="0"/>
              <a:t>The Government Security Classifications (GSC) (United Kingdom)</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3"/>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1591744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Governance and Accountability</a:t>
            </a:r>
          </a:p>
        </p:txBody>
      </p:sp>
      <p:sp>
        <p:nvSpPr>
          <p:cNvPr id="7" name="Content Placeholder 6">
            <a:extLst>
              <a:ext uri="{FF2B5EF4-FFF2-40B4-BE49-F238E27FC236}">
                <a16:creationId xmlns:a16="http://schemas.microsoft.com/office/drawing/2014/main" id="{E2FC5334-DDD9-3570-7159-1C5164F39B4B}"/>
              </a:ext>
            </a:extLst>
          </p:cNvPr>
          <p:cNvSpPr>
            <a:spLocks noGrp="1"/>
          </p:cNvSpPr>
          <p:nvPr>
            <p:ph idx="1"/>
          </p:nvPr>
        </p:nvSpPr>
        <p:spPr/>
        <p:txBody>
          <a:bodyPr>
            <a:normAutofit fontScale="55000" lnSpcReduction="20000"/>
          </a:bodyPr>
          <a:lstStyle/>
          <a:p>
            <a:r>
              <a:rPr lang="en-US" dirty="0"/>
              <a:t>Governance practices ensure organizations abide by all applicable cybersecurity laws and regulations to protect them from legal liability.</a:t>
            </a:r>
          </a:p>
          <a:p>
            <a:pPr marL="285750" indent="-285750">
              <a:buFont typeface="Arial" panose="020B0604020202020204" pitchFamily="34" charset="0"/>
              <a:buChar char="•"/>
            </a:pPr>
            <a:r>
              <a:rPr lang="en-US" dirty="0"/>
              <a:t>Governance Boards</a:t>
            </a:r>
          </a:p>
          <a:p>
            <a:pPr marL="285750" indent="-285750">
              <a:buFont typeface="Arial" panose="020B0604020202020204" pitchFamily="34" charset="0"/>
              <a:buChar char="•"/>
            </a:pPr>
            <a:r>
              <a:rPr lang="en-US" dirty="0"/>
              <a:t>Committees</a:t>
            </a:r>
          </a:p>
          <a:p>
            <a:pPr marL="285750" indent="-285750">
              <a:buFont typeface="Arial" panose="020B0604020202020204" pitchFamily="34" charset="0"/>
              <a:buChar char="•"/>
            </a:pPr>
            <a:r>
              <a:rPr lang="en-US" dirty="0"/>
              <a:t>Centralized vs Decentralized</a:t>
            </a:r>
          </a:p>
          <a:p>
            <a:pPr marL="285750" indent="-285750">
              <a:buFont typeface="Arial" panose="020B0604020202020204" pitchFamily="34" charset="0"/>
              <a:buChar char="•"/>
            </a:pPr>
            <a:r>
              <a:rPr lang="en-US" dirty="0"/>
              <a:t>Managing Risk and Revising Policies</a:t>
            </a:r>
          </a:p>
          <a:p>
            <a:pPr marL="285750" indent="-285750">
              <a:buFont typeface="Arial" panose="020B0604020202020204" pitchFamily="34" charset="0"/>
              <a:buChar char="•"/>
            </a:pPr>
            <a:endParaRPr lang="en-US" dirty="0"/>
          </a:p>
          <a:p>
            <a:r>
              <a:rPr lang="en-US" dirty="0"/>
              <a:t>Data Governance Roles</a:t>
            </a:r>
          </a:p>
          <a:p>
            <a:pPr marL="714375" lvl="1" indent="-285750"/>
            <a:r>
              <a:rPr lang="en-US" dirty="0"/>
              <a:t>Owner</a:t>
            </a:r>
          </a:p>
          <a:p>
            <a:pPr marL="714375" lvl="1" indent="-285750"/>
            <a:r>
              <a:rPr lang="en-US" dirty="0"/>
              <a:t>Controller</a:t>
            </a:r>
          </a:p>
          <a:p>
            <a:pPr marL="714375" lvl="1" indent="-285750"/>
            <a:r>
              <a:rPr lang="en-US" dirty="0"/>
              <a:t>Processor</a:t>
            </a:r>
          </a:p>
          <a:p>
            <a:pPr marL="714375" lvl="1" indent="-285750"/>
            <a:r>
              <a:rPr lang="en-US" dirty="0"/>
              <a:t>Custodian</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1351888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Policies</a:t>
            </a:r>
          </a:p>
          <a:p>
            <a:r>
              <a:rPr lang="en-US" dirty="0"/>
              <a:t>Procedures</a:t>
            </a:r>
          </a:p>
          <a:p>
            <a:r>
              <a:rPr lang="en-US" dirty="0"/>
              <a:t>Standards</a:t>
            </a:r>
          </a:p>
          <a:p>
            <a:r>
              <a:rPr lang="en-US" dirty="0"/>
              <a:t>Legal Environment</a:t>
            </a:r>
          </a:p>
          <a:p>
            <a:r>
              <a:rPr lang="en-US" dirty="0"/>
              <a:t>Governance and Accountability</a:t>
            </a:r>
          </a:p>
          <a:p>
            <a:pPr marL="0" indent="0">
              <a:buNone/>
            </a:pPr>
            <a:endParaRPr lang="en-US" dirty="0"/>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dirty="0"/>
              <a:t>Policies, Standards, and Procedures</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2631819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Change Management</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14B</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14</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674909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Change Management Programs</a:t>
            </a:r>
          </a:p>
        </p:txBody>
      </p:sp>
      <p:sp>
        <p:nvSpPr>
          <p:cNvPr id="7" name="Content Placeholder 6">
            <a:extLst>
              <a:ext uri="{FF2B5EF4-FFF2-40B4-BE49-F238E27FC236}">
                <a16:creationId xmlns:a16="http://schemas.microsoft.com/office/drawing/2014/main" id="{120E1F90-8D70-3E6C-69BB-84C45EE1EC49}"/>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Systematic approach that manages all changes made to a product or system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Ensures that methods and procedures are used to handle changes efficiently and effectively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Helps minimize risks associated with changes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Ensure changes do not negatively impact security, availability, or performance</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1940053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Change Management Programs</a:t>
            </a:r>
          </a:p>
        </p:txBody>
      </p:sp>
      <p:sp>
        <p:nvSpPr>
          <p:cNvPr id="7" name="Content Placeholder 6">
            <a:extLst>
              <a:ext uri="{FF2B5EF4-FFF2-40B4-BE49-F238E27FC236}">
                <a16:creationId xmlns:a16="http://schemas.microsoft.com/office/drawing/2014/main" id="{E63DE20A-78DF-26A2-22CA-D9F7CD64825E}"/>
              </a:ext>
            </a:extLst>
          </p:cNvPr>
          <p:cNvSpPr>
            <a:spLocks noGrp="1"/>
          </p:cNvSpPr>
          <p:nvPr>
            <p:ph idx="1"/>
          </p:nvPr>
        </p:nvSpPr>
        <p:spPr/>
        <p:txBody>
          <a:bodyPr>
            <a:normAutofit fontScale="92500" lnSpcReduction="10000"/>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Stakeholder Input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Change Review Board</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Impact Analysis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Test Results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Rollout Plans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Backout Plans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Maintenance Windows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Standard Operating Procedures (SOPs)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1279421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Restarts, Dependencies, and Downtime</a:t>
            </a:r>
          </a:p>
        </p:txBody>
      </p:sp>
      <p:sp>
        <p:nvSpPr>
          <p:cNvPr id="7" name="Content Placeholder 6">
            <a:extLst>
              <a:ext uri="{FF2B5EF4-FFF2-40B4-BE49-F238E27FC236}">
                <a16:creationId xmlns:a16="http://schemas.microsoft.com/office/drawing/2014/main" id="{53B0F8A6-3E8F-7B4A-8C0F-D00D7330B26D}"/>
              </a:ext>
            </a:extLst>
          </p:cNvPr>
          <p:cNvSpPr>
            <a:spLocks noGrp="1"/>
          </p:cNvSpPr>
          <p:nvPr>
            <p:ph idx="1"/>
          </p:nvPr>
        </p:nvSpPr>
        <p:spPr/>
        <p:txBody>
          <a:bodyPr>
            <a:normAutofit fontScale="92500" lnSpcReduction="10000"/>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Typically have a direct impact on business operations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Dependencies complicate changes because a service restart in one area may significantly impact another</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Primary goal of change management is to minimize these disruptions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Processes include communication requirements designed to inform/update stakeholders</a:t>
            </a:r>
          </a:p>
          <a:p>
            <a:r>
              <a:rPr lang="en-US" dirty="0"/>
              <a:t>Legacy Systems and Applications</a:t>
            </a:r>
          </a:p>
          <a:p>
            <a:pPr marL="714375" lvl="1" indent="-285750"/>
            <a:r>
              <a:rPr lang="en-US" dirty="0">
                <a:latin typeface="Calibri" panose="020F0502020204030204" pitchFamily="34" charset="0"/>
                <a:cs typeface="Calibri" panose="020F0502020204030204" pitchFamily="34" charset="0"/>
              </a:rPr>
              <a:t>Often critical to business operations and difficult to manage</a:t>
            </a:r>
          </a:p>
          <a:p>
            <a:pPr marL="714375" lvl="1" indent="-285750"/>
            <a:r>
              <a:rPr lang="en-US" dirty="0">
                <a:latin typeface="Calibri" panose="020F0502020204030204" pitchFamily="34" charset="0"/>
                <a:cs typeface="Calibri" panose="020F0502020204030204" pitchFamily="34" charset="0"/>
              </a:rPr>
              <a:t>Legacy features often have compatibility issues when implementing changes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582905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Documentation and Version Control</a:t>
            </a:r>
          </a:p>
        </p:txBody>
      </p:sp>
      <p:sp>
        <p:nvSpPr>
          <p:cNvPr id="7" name="Content Placeholder 6">
            <a:extLst>
              <a:ext uri="{FF2B5EF4-FFF2-40B4-BE49-F238E27FC236}">
                <a16:creationId xmlns:a16="http://schemas.microsoft.com/office/drawing/2014/main" id="{6C72B367-33F5-A115-5325-E8FB0585B08E}"/>
              </a:ext>
            </a:extLst>
          </p:cNvPr>
          <p:cNvSpPr>
            <a:spLocks noGrp="1"/>
          </p:cNvSpPr>
          <p:nvPr>
            <p:ph idx="1"/>
          </p:nvPr>
        </p:nvSpPr>
        <p:spPr/>
        <p:txBody>
          <a:bodyPr>
            <a:normAutofit/>
          </a:bodyPr>
          <a:lstStyle/>
          <a:p>
            <a:r>
              <a:rPr lang="en-US" dirty="0">
                <a:latin typeface="Calibri" panose="020F0502020204030204" pitchFamily="34" charset="0"/>
                <a:cs typeface="Calibri" panose="020F0502020204030204" pitchFamily="34" charset="0"/>
              </a:rPr>
              <a:t>Assessing how a change impacts existing policies, procedures, documentation and diagrams is essential, and change management plans should include provisions requiring updates to these documents as part of the implementation</a:t>
            </a:r>
          </a:p>
          <a:p>
            <a:r>
              <a:rPr lang="en-US" dirty="0"/>
              <a:t>Version control </a:t>
            </a:r>
          </a:p>
          <a:p>
            <a:pPr marL="714375" lvl="1" indent="-285750"/>
            <a:r>
              <a:rPr lang="en-US" dirty="0">
                <a:latin typeface="Calibri" panose="020F0502020204030204" pitchFamily="34" charset="0"/>
                <a:cs typeface="Calibri" panose="020F0502020204030204" pitchFamily="34" charset="0"/>
              </a:rPr>
              <a:t>Tacking and controlling changes to documents, diagrams, code, or other important data</a:t>
            </a:r>
          </a:p>
          <a:p>
            <a:pPr marL="714375" lvl="1" indent="-285750"/>
            <a:r>
              <a:rPr lang="en-US" dirty="0">
                <a:latin typeface="Calibri" panose="020F0502020204030204" pitchFamily="34" charset="0"/>
                <a:cs typeface="Calibri" panose="020F0502020204030204" pitchFamily="34" charset="0"/>
              </a:rPr>
              <a:t>Historical record of changes</a:t>
            </a:r>
          </a:p>
          <a:p>
            <a:endParaRPr lang="en-US" dirty="0">
              <a:latin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3903450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Change Management Programs</a:t>
            </a:r>
          </a:p>
          <a:p>
            <a:r>
              <a:rPr lang="en-US" dirty="0"/>
              <a:t>Allowed and Blocked Changes</a:t>
            </a:r>
          </a:p>
          <a:p>
            <a:r>
              <a:rPr lang="en-US" dirty="0"/>
              <a:t>Restarts, Dependencies, and Downtime</a:t>
            </a:r>
          </a:p>
          <a:p>
            <a:r>
              <a:rPr lang="en-US" dirty="0"/>
              <a:t>Documentation and Version Control</a:t>
            </a:r>
          </a:p>
          <a:p>
            <a:pPr marL="0" indent="0">
              <a:buNone/>
            </a:pPr>
            <a:endParaRPr lang="en-US" dirty="0"/>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dirty="0"/>
              <a:t>Change Management</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2146379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Automation and Orchestration</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14C</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14</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925647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Automation and Scripting</a:t>
            </a:r>
          </a:p>
        </p:txBody>
      </p:sp>
      <p:sp>
        <p:nvSpPr>
          <p:cNvPr id="7" name="Content Placeholder 6">
            <a:extLst>
              <a:ext uri="{FF2B5EF4-FFF2-40B4-BE49-F238E27FC236}">
                <a16:creationId xmlns:a16="http://schemas.microsoft.com/office/drawing/2014/main" id="{507906D9-E616-1439-4C51-498C68D51D40}"/>
              </a:ext>
            </a:extLst>
          </p:cNvPr>
          <p:cNvSpPr>
            <a:spLocks noGrp="1"/>
          </p:cNvSpPr>
          <p:nvPr>
            <p:ph idx="1"/>
          </p:nvPr>
        </p:nvSpPr>
        <p:spPr/>
        <p:txBody>
          <a:bodyPr>
            <a:normAutofit fontScale="92500" lnSpcReduction="10000"/>
          </a:bodyPr>
          <a:lstStyle/>
          <a:p>
            <a:r>
              <a:rPr lang="en-US" dirty="0">
                <a:latin typeface="Calibri" panose="020F0502020204030204" pitchFamily="34" charset="0"/>
                <a:cs typeface="Calibri" panose="020F0502020204030204" pitchFamily="34" charset="0"/>
              </a:rPr>
              <a:t>Critical tools in modern IT operations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Streamline processes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Enhance security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Improve efficiency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Enforce security policies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Reduce the risk of human error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Reduce implementation time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Provide clear audit trails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20673284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Automation and Orchestration Implementation</a:t>
            </a:r>
          </a:p>
        </p:txBody>
      </p:sp>
      <p:sp>
        <p:nvSpPr>
          <p:cNvPr id="7" name="Content Placeholder 6">
            <a:extLst>
              <a:ext uri="{FF2B5EF4-FFF2-40B4-BE49-F238E27FC236}">
                <a16:creationId xmlns:a16="http://schemas.microsoft.com/office/drawing/2014/main" id="{2EA0D4C3-6936-1E2D-2626-0A9F728A29A7}"/>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Enhance efficiency by enabling repetitive tasks to be performed quickly and consistently</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Mitigate operator fatigue</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Orchestration enhances the impact of automation by coordinating automated tasks across different systems and software tools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1194892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Automation and Orchestration Implementation</a:t>
            </a:r>
          </a:p>
        </p:txBody>
      </p:sp>
      <p:sp>
        <p:nvSpPr>
          <p:cNvPr id="7" name="Content Placeholder 6">
            <a:extLst>
              <a:ext uri="{FF2B5EF4-FFF2-40B4-BE49-F238E27FC236}">
                <a16:creationId xmlns:a16="http://schemas.microsoft.com/office/drawing/2014/main" id="{84361D0E-6429-A301-D4B2-A31F55031356}"/>
              </a:ext>
            </a:extLst>
          </p:cNvPr>
          <p:cNvSpPr>
            <a:spLocks noGrp="1"/>
          </p:cNvSpPr>
          <p:nvPr>
            <p:ph idx="1"/>
          </p:nvPr>
        </p:nvSpPr>
        <p:spPr/>
        <p:txBody>
          <a:bodyPr>
            <a:normAutofit lnSpcReduction="10000"/>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Security Automation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DevOps</a:t>
            </a:r>
          </a:p>
          <a:p>
            <a:r>
              <a:rPr lang="en-US" dirty="0"/>
              <a:t>Important Considerations</a:t>
            </a:r>
          </a:p>
          <a:p>
            <a:pPr marL="714375" lvl="1" indent="-285750"/>
            <a:r>
              <a:rPr lang="en-US" dirty="0">
                <a:latin typeface="Calibri" panose="020F0502020204030204" pitchFamily="34" charset="0"/>
                <a:cs typeface="Calibri" panose="020F0502020204030204" pitchFamily="34" charset="0"/>
              </a:rPr>
              <a:t>Complexity</a:t>
            </a:r>
          </a:p>
          <a:p>
            <a:pPr marL="714375" lvl="1" indent="-285750"/>
            <a:r>
              <a:rPr lang="en-US" dirty="0">
                <a:latin typeface="Calibri" panose="020F0502020204030204" pitchFamily="34" charset="0"/>
                <a:cs typeface="Calibri" panose="020F0502020204030204" pitchFamily="34" charset="0"/>
              </a:rPr>
              <a:t>Cost</a:t>
            </a:r>
          </a:p>
          <a:p>
            <a:pPr marL="714375" lvl="1" indent="-285750"/>
            <a:r>
              <a:rPr lang="en-US" dirty="0">
                <a:latin typeface="Calibri" panose="020F0502020204030204" pitchFamily="34" charset="0"/>
                <a:cs typeface="Calibri" panose="020F0502020204030204" pitchFamily="34" charset="0"/>
              </a:rPr>
              <a:t>Single Point of Failure</a:t>
            </a:r>
          </a:p>
          <a:p>
            <a:pPr marL="714375" lvl="1" indent="-285750"/>
            <a:r>
              <a:rPr lang="en-US" dirty="0">
                <a:latin typeface="Calibri" panose="020F0502020204030204" pitchFamily="34" charset="0"/>
                <a:cs typeface="Calibri" panose="020F0502020204030204" pitchFamily="34" charset="0"/>
              </a:rPr>
              <a:t>Technical Debt</a:t>
            </a:r>
          </a:p>
          <a:p>
            <a:pPr marL="714375" lvl="1" indent="-285750"/>
            <a:r>
              <a:rPr lang="en-US" dirty="0">
                <a:latin typeface="Calibri" panose="020F0502020204030204" pitchFamily="34" charset="0"/>
                <a:cs typeface="Calibri" panose="020F0502020204030204" pitchFamily="34" charset="0"/>
              </a:rPr>
              <a:t>Ongoing Support</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73344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Automation and Scripting</a:t>
            </a:r>
          </a:p>
          <a:p>
            <a:r>
              <a:rPr lang="en-US" dirty="0"/>
              <a:t>Automation and Orchestration Implementation</a:t>
            </a:r>
          </a:p>
          <a:p>
            <a:pPr marL="0" indent="0">
              <a:buNone/>
            </a:pPr>
            <a:endParaRPr lang="en-US" dirty="0"/>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dirty="0"/>
              <a:t>Automation and Orchestration</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777509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94332-D62B-47C7-80DD-A8FE3D25DB3C}"/>
              </a:ext>
            </a:extLst>
          </p:cNvPr>
          <p:cNvSpPr>
            <a:spLocks noGrp="1"/>
          </p:cNvSpPr>
          <p:nvPr>
            <p:ph type="sldNum" sz="quarter" idx="13"/>
          </p:nvPr>
        </p:nvSpPr>
        <p:spPr/>
        <p:txBody>
          <a:bodyPr/>
          <a:lstStyle/>
          <a:p>
            <a:fld id="{B7CF8A19-3A9E-4ABC-B336-2FDDE321C72D}" type="slidenum">
              <a:rPr lang="en-US" smtClean="0"/>
              <a:pPr/>
              <a:t>22</a:t>
            </a:fld>
            <a:endParaRPr lang="en-US"/>
          </a:p>
        </p:txBody>
      </p:sp>
      <p:sp>
        <p:nvSpPr>
          <p:cNvPr id="3" name="Content Placeholder 2">
            <a:extLst>
              <a:ext uri="{FF2B5EF4-FFF2-40B4-BE49-F238E27FC236}">
                <a16:creationId xmlns:a16="http://schemas.microsoft.com/office/drawing/2014/main" id="{89316A7B-EF56-4540-A124-0ACC23724F87}"/>
              </a:ext>
            </a:extLst>
          </p:cNvPr>
          <p:cNvSpPr>
            <a:spLocks noGrp="1"/>
          </p:cNvSpPr>
          <p:nvPr>
            <p:ph sz="quarter" idx="14"/>
          </p:nvPr>
        </p:nvSpPr>
        <p:spPr/>
        <p:txBody>
          <a:bodyPr/>
          <a:lstStyle/>
          <a:p>
            <a:r>
              <a:rPr lang="en-US" dirty="0"/>
              <a:t>Assisted Lab: Use Cases of Automation and Scripting</a:t>
            </a:r>
          </a:p>
          <a:p>
            <a:endParaRPr lang="en-US" dirty="0"/>
          </a:p>
        </p:txBody>
      </p:sp>
    </p:spTree>
    <p:extLst>
      <p:ext uri="{BB962C8B-B14F-4D97-AF65-F5344CB8AC3E}">
        <p14:creationId xmlns:p14="http://schemas.microsoft.com/office/powerpoint/2010/main" val="33330834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p:txBody>
          <a:bodyPr/>
          <a:lstStyle/>
          <a:p>
            <a:r>
              <a:rPr lang="en-US" dirty="0">
                <a:latin typeface="Calibri"/>
                <a:cs typeface="Calibri"/>
              </a:rPr>
              <a:t>Summary</a:t>
            </a:r>
            <a:endParaRPr lang="en-US" dirty="0"/>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a:t>Lesson 14</a:t>
            </a:r>
            <a:endParaRPr lang="en-US" dirty="0"/>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23</a:t>
            </a:fld>
            <a:endParaRPr lang="en-US"/>
          </a:p>
        </p:txBody>
      </p:sp>
    </p:spTree>
    <p:extLst>
      <p:ext uri="{BB962C8B-B14F-4D97-AF65-F5344CB8AC3E}">
        <p14:creationId xmlns:p14="http://schemas.microsoft.com/office/powerpoint/2010/main" val="997338478"/>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0" ma:contentTypeDescription="Create a new document." ma:contentTypeScope="" ma:versionID="ed86e5399dbebefe12b00acc00006398">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58846d2f795cf77eba5ad3af37f17c8"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804A4A-BEBA-46F7-8D91-096B77966F98}">
  <ds:schemaRefs>
    <ds:schemaRef ds:uri="http://schemas.openxmlformats.org/package/2006/metadata/core-properties"/>
    <ds:schemaRef ds:uri="http://schemas.microsoft.com/office/2006/metadata/properties"/>
    <ds:schemaRef ds:uri="http://purl.org/dc/terms/"/>
    <ds:schemaRef ds:uri="95a46270-66ec-4bdf-aabc-d78887d51418"/>
    <ds:schemaRef ds:uri="http://schemas.microsoft.com/office/infopath/2007/PartnerControls"/>
    <ds:schemaRef ds:uri="http://www.w3.org/XML/1998/namespace"/>
    <ds:schemaRef ds:uri="http://schemas.microsoft.com/office/2006/documentManagement/types"/>
    <ds:schemaRef ds:uri="http://purl.org/dc/elements/1.1/"/>
    <ds:schemaRef ds:uri="315eb565-7267-4a95-9087-2f433ded3c8b"/>
    <ds:schemaRef ds:uri="http://purl.org/dc/dcmitype/"/>
    <ds:schemaRef ds:uri="http://schemas.microsoft.com/sharepoint/v3"/>
  </ds:schemaRefs>
</ds:datastoreItem>
</file>

<file path=customXml/itemProps2.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3.xml><?xml version="1.0" encoding="utf-8"?>
<ds:datastoreItem xmlns:ds="http://schemas.openxmlformats.org/officeDocument/2006/customXml" ds:itemID="{425B4D6D-FE18-4A70-A53C-AE6E214608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comptia_ova</Template>
  <TotalTime>0</TotalTime>
  <Words>1100</Words>
  <Application>Microsoft Office PowerPoint</Application>
  <PresentationFormat>On-screen Show (16:9)</PresentationFormat>
  <Paragraphs>200</Paragraphs>
  <Slides>23</Slides>
  <Notes>11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23</vt:i4>
      </vt:variant>
    </vt:vector>
  </HeadingPairs>
  <TitlesOfParts>
    <vt:vector size="28" baseType="lpstr">
      <vt:lpstr>Calibri</vt:lpstr>
      <vt:lpstr>Arial</vt:lpstr>
      <vt:lpstr>Open Sans</vt:lpstr>
      <vt:lpstr>comptia_ov</vt:lpstr>
      <vt:lpstr>comptia_ov</vt:lpstr>
      <vt:lpstr>Summarize Security Governance Concepts</vt:lpstr>
      <vt:lpstr>Policies, Standards, and Procedures</vt:lpstr>
      <vt:lpstr>Policies</vt:lpstr>
      <vt:lpstr>Guidelines</vt:lpstr>
      <vt:lpstr>Procedures</vt:lpstr>
      <vt:lpstr>Standards</vt:lpstr>
      <vt:lpstr>Legal Environment</vt:lpstr>
      <vt:lpstr>Legal Environment</vt:lpstr>
      <vt:lpstr>Governance and Accountability</vt:lpstr>
      <vt:lpstr>Policies, Standards, and Procedures</vt:lpstr>
      <vt:lpstr>Change Management</vt:lpstr>
      <vt:lpstr>Change Management Programs</vt:lpstr>
      <vt:lpstr>Change Management Programs</vt:lpstr>
      <vt:lpstr>Restarts, Dependencies, and Downtime</vt:lpstr>
      <vt:lpstr>Documentation and Version Control</vt:lpstr>
      <vt:lpstr>Change Management</vt:lpstr>
      <vt:lpstr>Automation and Orchestration</vt:lpstr>
      <vt:lpstr>Automation and Scripting</vt:lpstr>
      <vt:lpstr>Automation and Orchestration Implementation</vt:lpstr>
      <vt:lpstr>Automation and Orchestration Implementation</vt:lpstr>
      <vt:lpstr>Automation and Orchestration</vt:lpstr>
      <vt:lpstr>PowerPoint Presentation</vt:lpstr>
      <vt:lpstr>Summary</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James Pengelly</cp:lastModifiedBy>
  <cp:revision>16</cp:revision>
  <dcterms:created xsi:type="dcterms:W3CDTF">2021-09-20T08:36:44Z</dcterms:created>
  <dcterms:modified xsi:type="dcterms:W3CDTF">2023-09-19T11:06:41Z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