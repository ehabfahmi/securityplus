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29"/>
  </p:notesMasterIdLst>
  <p:handoutMasterIdLst>
    <p:handoutMasterId r:id="rId30"/>
  </p:handoutMasterIdLst>
  <p:sldIdLst>
    <p:sldId id="257" r:id="rId6"/>
    <p:sldId id="258" r:id="rId7"/>
    <p:sldId id="260" r:id="rId8"/>
    <p:sldId id="269" r:id="rId9"/>
    <p:sldId id="270" r:id="rId10"/>
    <p:sldId id="261" r:id="rId11"/>
    <p:sldId id="271" r:id="rId12"/>
    <p:sldId id="273" r:id="rId13"/>
    <p:sldId id="274" r:id="rId14"/>
    <p:sldId id="276" r:id="rId15"/>
    <p:sldId id="263" r:id="rId16"/>
    <p:sldId id="267" r:id="rId17"/>
    <p:sldId id="277" r:id="rId18"/>
    <p:sldId id="285" r:id="rId19"/>
    <p:sldId id="286" r:id="rId20"/>
    <p:sldId id="279" r:id="rId21"/>
    <p:sldId id="268" r:id="rId22"/>
    <p:sldId id="281" r:id="rId23"/>
    <p:sldId id="287" r:id="rId24"/>
    <p:sldId id="288" r:id="rId25"/>
    <p:sldId id="283" r:id="rId26"/>
    <p:sldId id="284" r:id="rId27"/>
    <p:sldId id="266" r:id="rId28"/>
  </p:sldIdLst>
  <p:sldSz cx="9144000" cy="5143500" type="screen16x9"/>
  <p:notesSz cx="6858000" cy="9144000"/>
  <p:embeddedFontLst>
    <p:embeddedFont>
      <p:font typeface="Calibri" panose="020F0502020204030204" pitchFamily="34"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3798A1-1C41-4D4E-ADDF-ECD24E0DE3BC}" v="14" dt="2023-09-19T11:10:08.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571" autoAdjust="0"/>
  </p:normalViewPr>
  <p:slideViewPr>
    <p:cSldViewPr snapToGrid="0">
      <p:cViewPr varScale="1">
        <p:scale>
          <a:sx n="133" d="100"/>
          <a:sy n="133" d="100"/>
        </p:scale>
        <p:origin x="966" y="120"/>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commentAuthors" Target="commentAuthors.xml"/><Relationship Id="rId21" Type="http://schemas.openxmlformats.org/officeDocument/2006/relationships/slide" Target="slides/slide16.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6.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D3346476-BE97-4274-9AAF-698D1336B024}"/>
    <pc:docChg chg="undo custSel delSld modSld">
      <pc:chgData name="Danielle Andries" userId="93d179e4-3c18-40f7-920e-ae80b202540d" providerId="ADAL" clId="{D3346476-BE97-4274-9AAF-698D1336B024}" dt="2023-09-14T02:00:22.816" v="376" actId="20577"/>
      <pc:docMkLst>
        <pc:docMk/>
      </pc:docMkLst>
      <pc:sldChg chg="modSp mod">
        <pc:chgData name="Danielle Andries" userId="93d179e4-3c18-40f7-920e-ae80b202540d" providerId="ADAL" clId="{D3346476-BE97-4274-9AAF-698D1336B024}" dt="2023-08-15T15:45:58.216" v="1"/>
        <pc:sldMkLst>
          <pc:docMk/>
          <pc:sldMk cId="3995608643" sldId="257"/>
        </pc:sldMkLst>
        <pc:spChg chg="mod">
          <ac:chgData name="Danielle Andries" userId="93d179e4-3c18-40f7-920e-ae80b202540d" providerId="ADAL" clId="{D3346476-BE97-4274-9AAF-698D1336B024}" dt="2023-08-15T15:45:58.216" v="1"/>
          <ac:spMkLst>
            <pc:docMk/>
            <pc:sldMk cId="3995608643" sldId="257"/>
            <ac:spMk id="2" creationId="{B8F195E7-CEB7-44B4-8D15-A6FE845CE6B2}"/>
          </ac:spMkLst>
        </pc:spChg>
        <pc:spChg chg="mod">
          <ac:chgData name="Danielle Andries" userId="93d179e4-3c18-40f7-920e-ae80b202540d" providerId="ADAL" clId="{D3346476-BE97-4274-9AAF-698D1336B024}" dt="2023-08-15T15:45:54.615" v="0" actId="20577"/>
          <ac:spMkLst>
            <pc:docMk/>
            <pc:sldMk cId="3995608643" sldId="257"/>
            <ac:spMk id="3" creationId="{3CFC5BFA-DF53-4407-9187-19E2D701E00B}"/>
          </ac:spMkLst>
        </pc:spChg>
      </pc:sldChg>
      <pc:sldChg chg="modSp mod">
        <pc:chgData name="Danielle Andries" userId="93d179e4-3c18-40f7-920e-ae80b202540d" providerId="ADAL" clId="{D3346476-BE97-4274-9AAF-698D1336B024}" dt="2023-08-15T15:46:11.279" v="4"/>
        <pc:sldMkLst>
          <pc:docMk/>
          <pc:sldMk cId="2170154808" sldId="258"/>
        </pc:sldMkLst>
        <pc:spChg chg="mod">
          <ac:chgData name="Danielle Andries" userId="93d179e4-3c18-40f7-920e-ae80b202540d" providerId="ADAL" clId="{D3346476-BE97-4274-9AAF-698D1336B024}" dt="2023-08-15T15:46:11.279" v="4"/>
          <ac:spMkLst>
            <pc:docMk/>
            <pc:sldMk cId="2170154808" sldId="258"/>
            <ac:spMk id="2" creationId="{3B584BAD-EC4F-4728-93AF-D36C5D808653}"/>
          </ac:spMkLst>
        </pc:spChg>
        <pc:spChg chg="mod">
          <ac:chgData name="Danielle Andries" userId="93d179e4-3c18-40f7-920e-ae80b202540d" providerId="ADAL" clId="{D3346476-BE97-4274-9AAF-698D1336B024}" dt="2023-08-15T15:46:02.516" v="3" actId="20577"/>
          <ac:spMkLst>
            <pc:docMk/>
            <pc:sldMk cId="2170154808" sldId="258"/>
            <ac:spMk id="3" creationId="{64FA1437-B024-4A30-A4F5-99BD676DEE0E}"/>
          </ac:spMkLst>
        </pc:spChg>
        <pc:spChg chg="mod">
          <ac:chgData name="Danielle Andries" userId="93d179e4-3c18-40f7-920e-ae80b202540d" providerId="ADAL" clId="{D3346476-BE97-4274-9AAF-698D1336B024}" dt="2023-08-15T15:46:00.576" v="2" actId="20577"/>
          <ac:spMkLst>
            <pc:docMk/>
            <pc:sldMk cId="2170154808" sldId="258"/>
            <ac:spMk id="4" creationId="{EB4C854E-2009-4A48-BF5C-7AC043B72217}"/>
          </ac:spMkLst>
        </pc:spChg>
      </pc:sldChg>
      <pc:sldChg chg="addSp delSp modSp mod modNotesTx">
        <pc:chgData name="Danielle Andries" userId="93d179e4-3c18-40f7-920e-ae80b202540d" providerId="ADAL" clId="{D3346476-BE97-4274-9AAF-698D1336B024}" dt="2023-09-14T01:53:43.757" v="23" actId="20577"/>
        <pc:sldMkLst>
          <pc:docMk/>
          <pc:sldMk cId="1821724871" sldId="261"/>
        </pc:sldMkLst>
        <pc:spChg chg="del">
          <ac:chgData name="Danielle Andries" userId="93d179e4-3c18-40f7-920e-ae80b202540d" providerId="ADAL" clId="{D3346476-BE97-4274-9AAF-698D1336B024}" dt="2023-09-14T01:53:13.459" v="19" actId="478"/>
          <ac:spMkLst>
            <pc:docMk/>
            <pc:sldMk cId="1821724871" sldId="261"/>
            <ac:spMk id="3" creationId="{579B07B8-7B27-45F1-B0BB-6162AE3855D4}"/>
          </ac:spMkLst>
        </pc:spChg>
        <pc:spChg chg="mod">
          <ac:chgData name="Danielle Andries" userId="93d179e4-3c18-40f7-920e-ae80b202540d" providerId="ADAL" clId="{D3346476-BE97-4274-9AAF-698D1336B024}" dt="2023-09-14T01:53:24.240" v="21" actId="1076"/>
          <ac:spMkLst>
            <pc:docMk/>
            <pc:sldMk cId="1821724871" sldId="261"/>
            <ac:spMk id="6" creationId="{6C97A144-0634-4203-BEE3-57B7B2ADD04C}"/>
          </ac:spMkLst>
        </pc:spChg>
        <pc:picChg chg="add mod">
          <ac:chgData name="Danielle Andries" userId="93d179e4-3c18-40f7-920e-ae80b202540d" providerId="ADAL" clId="{D3346476-BE97-4274-9AAF-698D1336B024}" dt="2023-09-14T01:53:15.659" v="20" actId="1076"/>
          <ac:picMkLst>
            <pc:docMk/>
            <pc:sldMk cId="1821724871" sldId="261"/>
            <ac:picMk id="2050" creationId="{BE03337A-BE9B-7463-C6FF-AD1631308E91}"/>
          </ac:picMkLst>
        </pc:picChg>
      </pc:sldChg>
      <pc:sldChg chg="modSp mod">
        <pc:chgData name="Danielle Andries" userId="93d179e4-3c18-40f7-920e-ae80b202540d" providerId="ADAL" clId="{D3346476-BE97-4274-9AAF-698D1336B024}" dt="2023-09-14T01:56:23.522" v="164" actId="5793"/>
        <pc:sldMkLst>
          <pc:docMk/>
          <pc:sldMk cId="2631819795" sldId="263"/>
        </pc:sldMkLst>
        <pc:spChg chg="mod">
          <ac:chgData name="Danielle Andries" userId="93d179e4-3c18-40f7-920e-ae80b202540d" providerId="ADAL" clId="{D3346476-BE97-4274-9AAF-698D1336B024}" dt="2023-09-14T01:56:23.522" v="164" actId="5793"/>
          <ac:spMkLst>
            <pc:docMk/>
            <pc:sldMk cId="2631819795" sldId="263"/>
            <ac:spMk id="2" creationId="{8CCA571E-DEB7-46F2-8F35-C75EA28B441B}"/>
          </ac:spMkLst>
        </pc:spChg>
        <pc:spChg chg="mod">
          <ac:chgData name="Danielle Andries" userId="93d179e4-3c18-40f7-920e-ae80b202540d" providerId="ADAL" clId="{D3346476-BE97-4274-9AAF-698D1336B024}" dt="2023-09-14T01:55:53.006" v="42" actId="255"/>
          <ac:spMkLst>
            <pc:docMk/>
            <pc:sldMk cId="2631819795" sldId="263"/>
            <ac:spMk id="3" creationId="{FC69CAD3-34EC-4D3B-A788-E05EF101E8B6}"/>
          </ac:spMkLst>
        </pc:spChg>
      </pc:sldChg>
      <pc:sldChg chg="del">
        <pc:chgData name="Danielle Andries" userId="93d179e4-3c18-40f7-920e-ae80b202540d" providerId="ADAL" clId="{D3346476-BE97-4274-9AAF-698D1336B024}" dt="2023-09-14T01:57:28.708" v="165" actId="2696"/>
        <pc:sldMkLst>
          <pc:docMk/>
          <pc:sldMk cId="3051765853" sldId="264"/>
        </pc:sldMkLst>
      </pc:sldChg>
      <pc:sldChg chg="modSp mod">
        <pc:chgData name="Danielle Andries" userId="93d179e4-3c18-40f7-920e-ae80b202540d" providerId="ADAL" clId="{D3346476-BE97-4274-9AAF-698D1336B024}" dt="2023-08-15T15:46:40.497" v="11" actId="20577"/>
        <pc:sldMkLst>
          <pc:docMk/>
          <pc:sldMk cId="997338478" sldId="266"/>
        </pc:sldMkLst>
        <pc:spChg chg="mod">
          <ac:chgData name="Danielle Andries" userId="93d179e4-3c18-40f7-920e-ae80b202540d" providerId="ADAL" clId="{D3346476-BE97-4274-9AAF-698D1336B024}" dt="2023-08-15T15:46:40.497" v="11" actId="20577"/>
          <ac:spMkLst>
            <pc:docMk/>
            <pc:sldMk cId="997338478" sldId="266"/>
            <ac:spMk id="3" creationId="{3CFC5BFA-DF53-4407-9187-19E2D701E00B}"/>
          </ac:spMkLst>
        </pc:spChg>
      </pc:sldChg>
      <pc:sldChg chg="modSp mod">
        <pc:chgData name="Danielle Andries" userId="93d179e4-3c18-40f7-920e-ae80b202540d" providerId="ADAL" clId="{D3346476-BE97-4274-9AAF-698D1336B024}" dt="2023-08-15T15:46:24.654" v="7"/>
        <pc:sldMkLst>
          <pc:docMk/>
          <pc:sldMk cId="674909909" sldId="267"/>
        </pc:sldMkLst>
        <pc:spChg chg="mod">
          <ac:chgData name="Danielle Andries" userId="93d179e4-3c18-40f7-920e-ae80b202540d" providerId="ADAL" clId="{D3346476-BE97-4274-9AAF-698D1336B024}" dt="2023-08-15T15:46:24.654" v="7"/>
          <ac:spMkLst>
            <pc:docMk/>
            <pc:sldMk cId="674909909" sldId="267"/>
            <ac:spMk id="2" creationId="{3B584BAD-EC4F-4728-93AF-D36C5D808653}"/>
          </ac:spMkLst>
        </pc:spChg>
        <pc:spChg chg="mod">
          <ac:chgData name="Danielle Andries" userId="93d179e4-3c18-40f7-920e-ae80b202540d" providerId="ADAL" clId="{D3346476-BE97-4274-9AAF-698D1336B024}" dt="2023-08-15T15:46:16.882" v="6" actId="20577"/>
          <ac:spMkLst>
            <pc:docMk/>
            <pc:sldMk cId="674909909" sldId="267"/>
            <ac:spMk id="3" creationId="{64FA1437-B024-4A30-A4F5-99BD676DEE0E}"/>
          </ac:spMkLst>
        </pc:spChg>
        <pc:spChg chg="mod">
          <ac:chgData name="Danielle Andries" userId="93d179e4-3c18-40f7-920e-ae80b202540d" providerId="ADAL" clId="{D3346476-BE97-4274-9AAF-698D1336B024}" dt="2023-08-15T15:46:14.993" v="5" actId="20577"/>
          <ac:spMkLst>
            <pc:docMk/>
            <pc:sldMk cId="674909909" sldId="267"/>
            <ac:spMk id="4" creationId="{EB4C854E-2009-4A48-BF5C-7AC043B72217}"/>
          </ac:spMkLst>
        </pc:spChg>
      </pc:sldChg>
      <pc:sldChg chg="modSp mod">
        <pc:chgData name="Danielle Andries" userId="93d179e4-3c18-40f7-920e-ae80b202540d" providerId="ADAL" clId="{D3346476-BE97-4274-9AAF-698D1336B024}" dt="2023-08-15T15:46:36.287" v="10"/>
        <pc:sldMkLst>
          <pc:docMk/>
          <pc:sldMk cId="925647113" sldId="268"/>
        </pc:sldMkLst>
        <pc:spChg chg="mod">
          <ac:chgData name="Danielle Andries" userId="93d179e4-3c18-40f7-920e-ae80b202540d" providerId="ADAL" clId="{D3346476-BE97-4274-9AAF-698D1336B024}" dt="2023-08-15T15:46:36.287" v="10"/>
          <ac:spMkLst>
            <pc:docMk/>
            <pc:sldMk cId="925647113" sldId="268"/>
            <ac:spMk id="2" creationId="{3B584BAD-EC4F-4728-93AF-D36C5D808653}"/>
          </ac:spMkLst>
        </pc:spChg>
        <pc:spChg chg="mod">
          <ac:chgData name="Danielle Andries" userId="93d179e4-3c18-40f7-920e-ae80b202540d" providerId="ADAL" clId="{D3346476-BE97-4274-9AAF-698D1336B024}" dt="2023-08-15T15:46:29.912" v="9" actId="20577"/>
          <ac:spMkLst>
            <pc:docMk/>
            <pc:sldMk cId="925647113" sldId="268"/>
            <ac:spMk id="3" creationId="{64FA1437-B024-4A30-A4F5-99BD676DEE0E}"/>
          </ac:spMkLst>
        </pc:spChg>
        <pc:spChg chg="mod">
          <ac:chgData name="Danielle Andries" userId="93d179e4-3c18-40f7-920e-ae80b202540d" providerId="ADAL" clId="{D3346476-BE97-4274-9AAF-698D1336B024}" dt="2023-08-15T15:46:28.298" v="8" actId="20577"/>
          <ac:spMkLst>
            <pc:docMk/>
            <pc:sldMk cId="925647113" sldId="268"/>
            <ac:spMk id="4" creationId="{EB4C854E-2009-4A48-BF5C-7AC043B72217}"/>
          </ac:spMkLst>
        </pc:spChg>
      </pc:sldChg>
      <pc:sldChg chg="modNotesTx">
        <pc:chgData name="Danielle Andries" userId="93d179e4-3c18-40f7-920e-ae80b202540d" providerId="ADAL" clId="{D3346476-BE97-4274-9AAF-698D1336B024}" dt="2023-09-14T01:51:25.414" v="12"/>
        <pc:sldMkLst>
          <pc:docMk/>
          <pc:sldMk cId="594371423" sldId="269"/>
        </pc:sldMkLst>
      </pc:sldChg>
      <pc:sldChg chg="addSp delSp modSp mod">
        <pc:chgData name="Danielle Andries" userId="93d179e4-3c18-40f7-920e-ae80b202540d" providerId="ADAL" clId="{D3346476-BE97-4274-9AAF-698D1336B024}" dt="2023-09-14T01:52:16.867" v="16" actId="1076"/>
        <pc:sldMkLst>
          <pc:docMk/>
          <pc:sldMk cId="2579920647" sldId="270"/>
        </pc:sldMkLst>
        <pc:spChg chg="del">
          <ac:chgData name="Danielle Andries" userId="93d179e4-3c18-40f7-920e-ae80b202540d" providerId="ADAL" clId="{D3346476-BE97-4274-9AAF-698D1336B024}" dt="2023-09-14T01:52:01.610" v="13"/>
          <ac:spMkLst>
            <pc:docMk/>
            <pc:sldMk cId="2579920647" sldId="270"/>
            <ac:spMk id="3" creationId="{17581190-CF6A-A0C9-E5DC-763A9C5E7533}"/>
          </ac:spMkLst>
        </pc:spChg>
        <pc:spChg chg="mod">
          <ac:chgData name="Danielle Andries" userId="93d179e4-3c18-40f7-920e-ae80b202540d" providerId="ADAL" clId="{D3346476-BE97-4274-9AAF-698D1336B024}" dt="2023-09-14T01:52:16.867" v="16" actId="1076"/>
          <ac:spMkLst>
            <pc:docMk/>
            <pc:sldMk cId="2579920647" sldId="270"/>
            <ac:spMk id="7" creationId="{C40782AF-CAEB-8D03-FBDF-441B4EF43FCA}"/>
          </ac:spMkLst>
        </pc:spChg>
        <pc:picChg chg="add mod">
          <ac:chgData name="Danielle Andries" userId="93d179e4-3c18-40f7-920e-ae80b202540d" providerId="ADAL" clId="{D3346476-BE97-4274-9AAF-698D1336B024}" dt="2023-09-14T01:52:14.070" v="15" actId="1076"/>
          <ac:picMkLst>
            <pc:docMk/>
            <pc:sldMk cId="2579920647" sldId="270"/>
            <ac:picMk id="1026" creationId="{1ED2173D-4F08-EBF3-F418-A206603DED61}"/>
          </ac:picMkLst>
        </pc:picChg>
      </pc:sldChg>
      <pc:sldChg chg="addSp delSp modSp mod">
        <pc:chgData name="Danielle Andries" userId="93d179e4-3c18-40f7-920e-ae80b202540d" providerId="ADAL" clId="{D3346476-BE97-4274-9AAF-698D1336B024}" dt="2023-09-14T01:55:15.134" v="36" actId="1076"/>
        <pc:sldMkLst>
          <pc:docMk/>
          <pc:sldMk cId="3337966928" sldId="276"/>
        </pc:sldMkLst>
        <pc:spChg chg="del">
          <ac:chgData name="Danielle Andries" userId="93d179e4-3c18-40f7-920e-ae80b202540d" providerId="ADAL" clId="{D3346476-BE97-4274-9AAF-698D1336B024}" dt="2023-09-14T01:54:56.391" v="30"/>
          <ac:spMkLst>
            <pc:docMk/>
            <pc:sldMk cId="3337966928" sldId="276"/>
            <ac:spMk id="3" creationId="{579B07B8-7B27-45F1-B0BB-6162AE3855D4}"/>
          </ac:spMkLst>
        </pc:spChg>
        <pc:spChg chg="mod">
          <ac:chgData name="Danielle Andries" userId="93d179e4-3c18-40f7-920e-ae80b202540d" providerId="ADAL" clId="{D3346476-BE97-4274-9AAF-698D1336B024}" dt="2023-09-14T01:55:15.134" v="36" actId="1076"/>
          <ac:spMkLst>
            <pc:docMk/>
            <pc:sldMk cId="3337966928" sldId="276"/>
            <ac:spMk id="6" creationId="{6C97A144-0634-4203-BEE3-57B7B2ADD04C}"/>
          </ac:spMkLst>
        </pc:spChg>
        <pc:spChg chg="add del mod">
          <ac:chgData name="Danielle Andries" userId="93d179e4-3c18-40f7-920e-ae80b202540d" providerId="ADAL" clId="{D3346476-BE97-4274-9AAF-698D1336B024}" dt="2023-09-14T01:54:26.637" v="29"/>
          <ac:spMkLst>
            <pc:docMk/>
            <pc:sldMk cId="3337966928" sldId="276"/>
            <ac:spMk id="7" creationId="{FA18C80F-1F73-6F47-0E3C-863C83B006FC}"/>
          </ac:spMkLst>
        </pc:spChg>
        <pc:spChg chg="add del mod">
          <ac:chgData name="Danielle Andries" userId="93d179e4-3c18-40f7-920e-ae80b202540d" providerId="ADAL" clId="{D3346476-BE97-4274-9AAF-698D1336B024}" dt="2023-09-14T01:54:26.637" v="29"/>
          <ac:spMkLst>
            <pc:docMk/>
            <pc:sldMk cId="3337966928" sldId="276"/>
            <ac:spMk id="8" creationId="{24B6136F-23B0-D579-2AB7-6795C74FE01B}"/>
          </ac:spMkLst>
        </pc:spChg>
        <pc:picChg chg="add mod">
          <ac:chgData name="Danielle Andries" userId="93d179e4-3c18-40f7-920e-ae80b202540d" providerId="ADAL" clId="{D3346476-BE97-4274-9AAF-698D1336B024}" dt="2023-09-14T01:55:09.689" v="35" actId="962"/>
          <ac:picMkLst>
            <pc:docMk/>
            <pc:sldMk cId="3337966928" sldId="276"/>
            <ac:picMk id="10" creationId="{F7339F4D-A9F0-7A50-AAD9-55A09E4E96AC}"/>
          </ac:picMkLst>
        </pc:picChg>
        <pc:picChg chg="add del mod">
          <ac:chgData name="Danielle Andries" userId="93d179e4-3c18-40f7-920e-ae80b202540d" providerId="ADAL" clId="{D3346476-BE97-4274-9AAF-698D1336B024}" dt="2023-09-14T01:54:26.637" v="29"/>
          <ac:picMkLst>
            <pc:docMk/>
            <pc:sldMk cId="3337966928" sldId="276"/>
            <ac:picMk id="3073" creationId="{BEE50DD1-CD9E-DC39-39C0-05C3BB6D7B75}"/>
          </ac:picMkLst>
        </pc:picChg>
      </pc:sldChg>
      <pc:sldChg chg="modSp mod">
        <pc:chgData name="Danielle Andries" userId="93d179e4-3c18-40f7-920e-ae80b202540d" providerId="ADAL" clId="{D3346476-BE97-4274-9AAF-698D1336B024}" dt="2023-09-14T01:58:44.946" v="227" actId="20577"/>
        <pc:sldMkLst>
          <pc:docMk/>
          <pc:sldMk cId="345826167" sldId="279"/>
        </pc:sldMkLst>
        <pc:spChg chg="mod">
          <ac:chgData name="Danielle Andries" userId="93d179e4-3c18-40f7-920e-ae80b202540d" providerId="ADAL" clId="{D3346476-BE97-4274-9AAF-698D1336B024}" dt="2023-09-14T01:58:44.946" v="227" actId="20577"/>
          <ac:spMkLst>
            <pc:docMk/>
            <pc:sldMk cId="345826167" sldId="279"/>
            <ac:spMk id="2" creationId="{8CCA571E-DEB7-46F2-8F35-C75EA28B441B}"/>
          </ac:spMkLst>
        </pc:spChg>
        <pc:spChg chg="mod">
          <ac:chgData name="Danielle Andries" userId="93d179e4-3c18-40f7-920e-ae80b202540d" providerId="ADAL" clId="{D3346476-BE97-4274-9AAF-698D1336B024}" dt="2023-09-14T01:58:30.493" v="168"/>
          <ac:spMkLst>
            <pc:docMk/>
            <pc:sldMk cId="345826167" sldId="279"/>
            <ac:spMk id="3" creationId="{FC69CAD3-34EC-4D3B-A788-E05EF101E8B6}"/>
          </ac:spMkLst>
        </pc:spChg>
      </pc:sldChg>
      <pc:sldChg chg="del">
        <pc:chgData name="Danielle Andries" userId="93d179e4-3c18-40f7-920e-ae80b202540d" providerId="ADAL" clId="{D3346476-BE97-4274-9AAF-698D1336B024}" dt="2023-09-14T01:58:49.900" v="228" actId="2696"/>
        <pc:sldMkLst>
          <pc:docMk/>
          <pc:sldMk cId="7852026" sldId="280"/>
        </pc:sldMkLst>
      </pc:sldChg>
      <pc:sldChg chg="modSp mod">
        <pc:chgData name="Danielle Andries" userId="93d179e4-3c18-40f7-920e-ae80b202540d" providerId="ADAL" clId="{D3346476-BE97-4274-9AAF-698D1336B024}" dt="2023-09-14T01:59:55.825" v="292" actId="20577"/>
        <pc:sldMkLst>
          <pc:docMk/>
          <pc:sldMk cId="3559590504" sldId="283"/>
        </pc:sldMkLst>
        <pc:spChg chg="mod">
          <ac:chgData name="Danielle Andries" userId="93d179e4-3c18-40f7-920e-ae80b202540d" providerId="ADAL" clId="{D3346476-BE97-4274-9AAF-698D1336B024}" dt="2023-09-14T01:59:55.825" v="292" actId="20577"/>
          <ac:spMkLst>
            <pc:docMk/>
            <pc:sldMk cId="3559590504" sldId="283"/>
            <ac:spMk id="2" creationId="{8CCA571E-DEB7-46F2-8F35-C75EA28B441B}"/>
          </ac:spMkLst>
        </pc:spChg>
        <pc:spChg chg="mod">
          <ac:chgData name="Danielle Andries" userId="93d179e4-3c18-40f7-920e-ae80b202540d" providerId="ADAL" clId="{D3346476-BE97-4274-9AAF-698D1336B024}" dt="2023-09-14T01:59:40.728" v="230"/>
          <ac:spMkLst>
            <pc:docMk/>
            <pc:sldMk cId="3559590504" sldId="283"/>
            <ac:spMk id="3" creationId="{FC69CAD3-34EC-4D3B-A788-E05EF101E8B6}"/>
          </ac:spMkLst>
        </pc:spChg>
      </pc:sldChg>
      <pc:sldChg chg="modSp mod">
        <pc:chgData name="Danielle Andries" userId="93d179e4-3c18-40f7-920e-ae80b202540d" providerId="ADAL" clId="{D3346476-BE97-4274-9AAF-698D1336B024}" dt="2023-09-14T02:00:22.816" v="376" actId="20577"/>
        <pc:sldMkLst>
          <pc:docMk/>
          <pc:sldMk cId="2697281489" sldId="284"/>
        </pc:sldMkLst>
        <pc:spChg chg="mod">
          <ac:chgData name="Danielle Andries" userId="93d179e4-3c18-40f7-920e-ae80b202540d" providerId="ADAL" clId="{D3346476-BE97-4274-9AAF-698D1336B024}" dt="2023-09-14T02:00:22.816" v="376" actId="20577"/>
          <ac:spMkLst>
            <pc:docMk/>
            <pc:sldMk cId="2697281489" sldId="284"/>
            <ac:spMk id="3" creationId="{89316A7B-EF56-4540-A124-0ACC23724F87}"/>
          </ac:spMkLst>
        </pc:spChg>
      </pc:sldChg>
      <pc:sldChg chg="modNotesTx">
        <pc:chgData name="Danielle Andries" userId="93d179e4-3c18-40f7-920e-ae80b202540d" providerId="ADAL" clId="{D3346476-BE97-4274-9AAF-698D1336B024}" dt="2023-09-14T01:59:20.116" v="229"/>
        <pc:sldMkLst>
          <pc:docMk/>
          <pc:sldMk cId="3716884191" sldId="287"/>
        </pc:sldMkLst>
      </pc:sldChg>
    </pc:docChg>
  </pc:docChgLst>
  <pc:docChgLst>
    <pc:chgData name="James Pengelly" userId="d269fecd-a8a2-4e5a-93ae-88bdaab21f51" providerId="ADAL" clId="{F63798A1-1C41-4D4E-ADDF-ECD24E0DE3BC}"/>
    <pc:docChg chg="custSel modSld">
      <pc:chgData name="James Pengelly" userId="d269fecd-a8a2-4e5a-93ae-88bdaab21f51" providerId="ADAL" clId="{F63798A1-1C41-4D4E-ADDF-ECD24E0DE3BC}" dt="2023-09-19T11:11:45.522" v="272" actId="6549"/>
      <pc:docMkLst>
        <pc:docMk/>
      </pc:docMkLst>
      <pc:sldChg chg="addSp delSp modSp mod chgLayout">
        <pc:chgData name="James Pengelly" userId="d269fecd-a8a2-4e5a-93ae-88bdaab21f51" providerId="ADAL" clId="{F63798A1-1C41-4D4E-ADDF-ECD24E0DE3BC}" dt="2023-09-19T11:07:04.285" v="22" actId="20577"/>
        <pc:sldMkLst>
          <pc:docMk/>
          <pc:sldMk cId="1702716025" sldId="260"/>
        </pc:sldMkLst>
        <pc:spChg chg="mod ord">
          <ac:chgData name="James Pengelly" userId="d269fecd-a8a2-4e5a-93ae-88bdaab21f51" providerId="ADAL" clId="{F63798A1-1C41-4D4E-ADDF-ECD24E0DE3BC}" dt="2023-09-19T11:06:51.193" v="2" actId="6264"/>
          <ac:spMkLst>
            <pc:docMk/>
            <pc:sldMk cId="1702716025" sldId="260"/>
            <ac:spMk id="2" creationId="{5A78B9D2-75C6-4E31-8D20-2472152AE3E2}"/>
          </ac:spMkLst>
        </pc:spChg>
        <pc:spChg chg="add del mod">
          <ac:chgData name="James Pengelly" userId="d269fecd-a8a2-4e5a-93ae-88bdaab21f51" providerId="ADAL" clId="{F63798A1-1C41-4D4E-ADDF-ECD24E0DE3BC}" dt="2023-09-19T11:06:51.193" v="2" actId="6264"/>
          <ac:spMkLst>
            <pc:docMk/>
            <pc:sldMk cId="1702716025" sldId="260"/>
            <ac:spMk id="3" creationId="{3D14FD2F-6287-8F9D-D497-250E11E2A083}"/>
          </ac:spMkLst>
        </pc:spChg>
        <pc:spChg chg="mod ord">
          <ac:chgData name="James Pengelly" userId="d269fecd-a8a2-4e5a-93ae-88bdaab21f51" providerId="ADAL" clId="{F63798A1-1C41-4D4E-ADDF-ECD24E0DE3BC}" dt="2023-09-19T11:06:51.193" v="2" actId="6264"/>
          <ac:spMkLst>
            <pc:docMk/>
            <pc:sldMk cId="1702716025" sldId="260"/>
            <ac:spMk id="4" creationId="{81D661B8-EEC6-4B47-84B5-8687AB7DEF59}"/>
          </ac:spMkLst>
        </pc:spChg>
        <pc:spChg chg="del mod">
          <ac:chgData name="James Pengelly" userId="d269fecd-a8a2-4e5a-93ae-88bdaab21f51" providerId="ADAL" clId="{F63798A1-1C41-4D4E-ADDF-ECD24E0DE3BC}" dt="2023-09-19T11:06:49.921" v="1" actId="478"/>
          <ac:spMkLst>
            <pc:docMk/>
            <pc:sldMk cId="1702716025" sldId="260"/>
            <ac:spMk id="5" creationId="{137E005E-A66D-4D0E-9B1A-24F6766E1709}"/>
          </ac:spMkLst>
        </pc:spChg>
        <pc:spChg chg="add del mod">
          <ac:chgData name="James Pengelly" userId="d269fecd-a8a2-4e5a-93ae-88bdaab21f51" providerId="ADAL" clId="{F63798A1-1C41-4D4E-ADDF-ECD24E0DE3BC}" dt="2023-09-19T11:06:51.193" v="2" actId="6264"/>
          <ac:spMkLst>
            <pc:docMk/>
            <pc:sldMk cId="1702716025" sldId="260"/>
            <ac:spMk id="6" creationId="{FAB92FFD-4FCC-C3D3-6CC5-3297A19F1F72}"/>
          </ac:spMkLst>
        </pc:spChg>
        <pc:spChg chg="add mod ord">
          <ac:chgData name="James Pengelly" userId="d269fecd-a8a2-4e5a-93ae-88bdaab21f51" providerId="ADAL" clId="{F63798A1-1C41-4D4E-ADDF-ECD24E0DE3BC}" dt="2023-09-19T11:07:04.285" v="22" actId="20577"/>
          <ac:spMkLst>
            <pc:docMk/>
            <pc:sldMk cId="1702716025" sldId="260"/>
            <ac:spMk id="7" creationId="{5FFD7224-070F-84B3-9120-7C91941E8143}"/>
          </ac:spMkLst>
        </pc:spChg>
      </pc:sldChg>
      <pc:sldChg chg="addSp delSp modSp mod modClrScheme chgLayout">
        <pc:chgData name="James Pengelly" userId="d269fecd-a8a2-4e5a-93ae-88bdaab21f51" providerId="ADAL" clId="{F63798A1-1C41-4D4E-ADDF-ECD24E0DE3BC}" dt="2023-09-19T11:08:43.167" v="109" actId="1076"/>
        <pc:sldMkLst>
          <pc:docMk/>
          <pc:sldMk cId="1821724871" sldId="261"/>
        </pc:sldMkLst>
        <pc:spChg chg="mod ord">
          <ac:chgData name="James Pengelly" userId="d269fecd-a8a2-4e5a-93ae-88bdaab21f51" providerId="ADAL" clId="{F63798A1-1C41-4D4E-ADDF-ECD24E0DE3BC}" dt="2023-09-19T11:08:10.883" v="79" actId="700"/>
          <ac:spMkLst>
            <pc:docMk/>
            <pc:sldMk cId="1821724871" sldId="261"/>
            <ac:spMk id="2" creationId="{EBE9F564-251E-4378-B4D0-692726090772}"/>
          </ac:spMkLst>
        </pc:spChg>
        <pc:spChg chg="mod ord">
          <ac:chgData name="James Pengelly" userId="d269fecd-a8a2-4e5a-93ae-88bdaab21f51" providerId="ADAL" clId="{F63798A1-1C41-4D4E-ADDF-ECD24E0DE3BC}" dt="2023-09-19T11:08:10.883" v="79" actId="700"/>
          <ac:spMkLst>
            <pc:docMk/>
            <pc:sldMk cId="1821724871" sldId="261"/>
            <ac:spMk id="4" creationId="{80C4C0A8-03F5-4F2B-9EB9-918B55C258A2}"/>
          </ac:spMkLst>
        </pc:spChg>
        <pc:spChg chg="del mod">
          <ac:chgData name="James Pengelly" userId="d269fecd-a8a2-4e5a-93ae-88bdaab21f51" providerId="ADAL" clId="{F63798A1-1C41-4D4E-ADDF-ECD24E0DE3BC}" dt="2023-09-19T11:08:38.203" v="107"/>
          <ac:spMkLst>
            <pc:docMk/>
            <pc:sldMk cId="1821724871" sldId="261"/>
            <ac:spMk id="5" creationId="{372FA240-3863-4D01-94C7-5E89B539BF0B}"/>
          </ac:spMkLst>
        </pc:spChg>
        <pc:spChg chg="add mod ord">
          <ac:chgData name="James Pengelly" userId="d269fecd-a8a2-4e5a-93ae-88bdaab21f51" providerId="ADAL" clId="{F63798A1-1C41-4D4E-ADDF-ECD24E0DE3BC}" dt="2023-09-19T11:08:35.371" v="104" actId="20577"/>
          <ac:spMkLst>
            <pc:docMk/>
            <pc:sldMk cId="1821724871" sldId="261"/>
            <ac:spMk id="7" creationId="{49B07361-E057-F064-B686-1EDC7C3974EC}"/>
          </ac:spMkLst>
        </pc:spChg>
        <pc:spChg chg="add del mod ord">
          <ac:chgData name="James Pengelly" userId="d269fecd-a8a2-4e5a-93ae-88bdaab21f51" providerId="ADAL" clId="{F63798A1-1C41-4D4E-ADDF-ECD24E0DE3BC}" dt="2023-09-19T11:08:38.784" v="108"/>
          <ac:spMkLst>
            <pc:docMk/>
            <pc:sldMk cId="1821724871" sldId="261"/>
            <ac:spMk id="8" creationId="{50BF339D-11A1-3F14-9F45-7C52445E3C3F}"/>
          </ac:spMkLst>
        </pc:spChg>
        <pc:picChg chg="add del mod">
          <ac:chgData name="James Pengelly" userId="d269fecd-a8a2-4e5a-93ae-88bdaab21f51" providerId="ADAL" clId="{F63798A1-1C41-4D4E-ADDF-ECD24E0DE3BC}" dt="2023-09-19T11:08:38.181" v="105" actId="21"/>
          <ac:picMkLst>
            <pc:docMk/>
            <pc:sldMk cId="1821724871" sldId="261"/>
            <ac:picMk id="3" creationId="{44D3AB72-7010-F828-8ED5-38B08793D074}"/>
          </ac:picMkLst>
        </pc:picChg>
        <pc:picChg chg="add mod">
          <ac:chgData name="James Pengelly" userId="d269fecd-a8a2-4e5a-93ae-88bdaab21f51" providerId="ADAL" clId="{F63798A1-1C41-4D4E-ADDF-ECD24E0DE3BC}" dt="2023-09-19T11:08:43.167" v="109" actId="1076"/>
          <ac:picMkLst>
            <pc:docMk/>
            <pc:sldMk cId="1821724871" sldId="261"/>
            <ac:picMk id="9" creationId="{9D31F1B6-CEB6-214D-5978-1FF488D48D1C}"/>
          </ac:picMkLst>
        </pc:picChg>
        <pc:picChg chg="del">
          <ac:chgData name="James Pengelly" userId="d269fecd-a8a2-4e5a-93ae-88bdaab21f51" providerId="ADAL" clId="{F63798A1-1C41-4D4E-ADDF-ECD24E0DE3BC}" dt="2023-09-19T11:08:07.282" v="76" actId="21"/>
          <ac:picMkLst>
            <pc:docMk/>
            <pc:sldMk cId="1821724871" sldId="261"/>
            <ac:picMk id="2050" creationId="{BE03337A-BE9B-7463-C6FF-AD1631308E91}"/>
          </ac:picMkLst>
        </pc:picChg>
      </pc:sldChg>
      <pc:sldChg chg="addSp delSp modSp mod chgLayout">
        <pc:chgData name="James Pengelly" userId="d269fecd-a8a2-4e5a-93ae-88bdaab21f51" providerId="ADAL" clId="{F63798A1-1C41-4D4E-ADDF-ECD24E0DE3BC}" dt="2023-09-19T11:07:29.777" v="60" actId="20577"/>
        <pc:sldMkLst>
          <pc:docMk/>
          <pc:sldMk cId="594371423" sldId="269"/>
        </pc:sldMkLst>
        <pc:spChg chg="mod ord">
          <ac:chgData name="James Pengelly" userId="d269fecd-a8a2-4e5a-93ae-88bdaab21f51" providerId="ADAL" clId="{F63798A1-1C41-4D4E-ADDF-ECD24E0DE3BC}" dt="2023-09-19T11:07:09.568" v="25" actId="6264"/>
          <ac:spMkLst>
            <pc:docMk/>
            <pc:sldMk cId="594371423" sldId="269"/>
            <ac:spMk id="2" creationId="{5A78B9D2-75C6-4E31-8D20-2472152AE3E2}"/>
          </ac:spMkLst>
        </pc:spChg>
        <pc:spChg chg="add del mod">
          <ac:chgData name="James Pengelly" userId="d269fecd-a8a2-4e5a-93ae-88bdaab21f51" providerId="ADAL" clId="{F63798A1-1C41-4D4E-ADDF-ECD24E0DE3BC}" dt="2023-09-19T11:07:09.568" v="25" actId="6264"/>
          <ac:spMkLst>
            <pc:docMk/>
            <pc:sldMk cId="594371423" sldId="269"/>
            <ac:spMk id="3" creationId="{5A2E11FF-53D3-E9A2-3C30-917D589C066D}"/>
          </ac:spMkLst>
        </pc:spChg>
        <pc:spChg chg="mod ord">
          <ac:chgData name="James Pengelly" userId="d269fecd-a8a2-4e5a-93ae-88bdaab21f51" providerId="ADAL" clId="{F63798A1-1C41-4D4E-ADDF-ECD24E0DE3BC}" dt="2023-09-19T11:07:09.568" v="25" actId="6264"/>
          <ac:spMkLst>
            <pc:docMk/>
            <pc:sldMk cId="594371423" sldId="269"/>
            <ac:spMk id="4" creationId="{81D661B8-EEC6-4B47-84B5-8687AB7DEF59}"/>
          </ac:spMkLst>
        </pc:spChg>
        <pc:spChg chg="del mod">
          <ac:chgData name="James Pengelly" userId="d269fecd-a8a2-4e5a-93ae-88bdaab21f51" providerId="ADAL" clId="{F63798A1-1C41-4D4E-ADDF-ECD24E0DE3BC}" dt="2023-09-19T11:07:08.653" v="24" actId="478"/>
          <ac:spMkLst>
            <pc:docMk/>
            <pc:sldMk cId="594371423" sldId="269"/>
            <ac:spMk id="5" creationId="{137E005E-A66D-4D0E-9B1A-24F6766E1709}"/>
          </ac:spMkLst>
        </pc:spChg>
        <pc:spChg chg="add del mod">
          <ac:chgData name="James Pengelly" userId="d269fecd-a8a2-4e5a-93ae-88bdaab21f51" providerId="ADAL" clId="{F63798A1-1C41-4D4E-ADDF-ECD24E0DE3BC}" dt="2023-09-19T11:07:09.568" v="25" actId="6264"/>
          <ac:spMkLst>
            <pc:docMk/>
            <pc:sldMk cId="594371423" sldId="269"/>
            <ac:spMk id="6" creationId="{477E4383-4296-2E3C-BC24-0E74C0A0F40E}"/>
          </ac:spMkLst>
        </pc:spChg>
        <pc:spChg chg="add mod ord">
          <ac:chgData name="James Pengelly" userId="d269fecd-a8a2-4e5a-93ae-88bdaab21f51" providerId="ADAL" clId="{F63798A1-1C41-4D4E-ADDF-ECD24E0DE3BC}" dt="2023-09-19T11:07:29.777" v="60" actId="20577"/>
          <ac:spMkLst>
            <pc:docMk/>
            <pc:sldMk cId="594371423" sldId="269"/>
            <ac:spMk id="7" creationId="{FBA37465-1A99-0D0E-ECCD-2EDA05EF3A8F}"/>
          </ac:spMkLst>
        </pc:spChg>
      </pc:sldChg>
      <pc:sldChg chg="addSp delSp modSp mod modClrScheme chgLayout">
        <pc:chgData name="James Pengelly" userId="d269fecd-a8a2-4e5a-93ae-88bdaab21f51" providerId="ADAL" clId="{F63798A1-1C41-4D4E-ADDF-ECD24E0DE3BC}" dt="2023-09-19T11:08:03.719" v="75" actId="6549"/>
        <pc:sldMkLst>
          <pc:docMk/>
          <pc:sldMk cId="2579920647" sldId="270"/>
        </pc:sldMkLst>
        <pc:spChg chg="mod ord">
          <ac:chgData name="James Pengelly" userId="d269fecd-a8a2-4e5a-93ae-88bdaab21f51" providerId="ADAL" clId="{F63798A1-1C41-4D4E-ADDF-ECD24E0DE3BC}" dt="2023-09-19T11:07:44.854" v="64" actId="700"/>
          <ac:spMkLst>
            <pc:docMk/>
            <pc:sldMk cId="2579920647" sldId="270"/>
            <ac:spMk id="2" creationId="{5A78B9D2-75C6-4E31-8D20-2472152AE3E2}"/>
          </ac:spMkLst>
        </pc:spChg>
        <pc:spChg chg="add del mod">
          <ac:chgData name="James Pengelly" userId="d269fecd-a8a2-4e5a-93ae-88bdaab21f51" providerId="ADAL" clId="{F63798A1-1C41-4D4E-ADDF-ECD24E0DE3BC}" dt="2023-09-19T11:07:35.965" v="61" actId="6264"/>
          <ac:spMkLst>
            <pc:docMk/>
            <pc:sldMk cId="2579920647" sldId="270"/>
            <ac:spMk id="3" creationId="{CD3E2410-4402-776E-DE6C-88F4A30E3B83}"/>
          </ac:spMkLst>
        </pc:spChg>
        <pc:spChg chg="mod ord">
          <ac:chgData name="James Pengelly" userId="d269fecd-a8a2-4e5a-93ae-88bdaab21f51" providerId="ADAL" clId="{F63798A1-1C41-4D4E-ADDF-ECD24E0DE3BC}" dt="2023-09-19T11:07:44.854" v="64" actId="700"/>
          <ac:spMkLst>
            <pc:docMk/>
            <pc:sldMk cId="2579920647" sldId="270"/>
            <ac:spMk id="4" creationId="{81D661B8-EEC6-4B47-84B5-8687AB7DEF59}"/>
          </ac:spMkLst>
        </pc:spChg>
        <pc:spChg chg="del mod">
          <ac:chgData name="James Pengelly" userId="d269fecd-a8a2-4e5a-93ae-88bdaab21f51" providerId="ADAL" clId="{F63798A1-1C41-4D4E-ADDF-ECD24E0DE3BC}" dt="2023-09-19T11:07:41.163" v="63" actId="478"/>
          <ac:spMkLst>
            <pc:docMk/>
            <pc:sldMk cId="2579920647" sldId="270"/>
            <ac:spMk id="5" creationId="{137E005E-A66D-4D0E-9B1A-24F6766E1709}"/>
          </ac:spMkLst>
        </pc:spChg>
        <pc:spChg chg="add del mod">
          <ac:chgData name="James Pengelly" userId="d269fecd-a8a2-4e5a-93ae-88bdaab21f51" providerId="ADAL" clId="{F63798A1-1C41-4D4E-ADDF-ECD24E0DE3BC}" dt="2023-09-19T11:07:35.965" v="61" actId="6264"/>
          <ac:spMkLst>
            <pc:docMk/>
            <pc:sldMk cId="2579920647" sldId="270"/>
            <ac:spMk id="6" creationId="{41B2A883-9DE3-3783-9EBD-CEBBBCAC5435}"/>
          </ac:spMkLst>
        </pc:spChg>
        <pc:spChg chg="mod">
          <ac:chgData name="James Pengelly" userId="d269fecd-a8a2-4e5a-93ae-88bdaab21f51" providerId="ADAL" clId="{F63798A1-1C41-4D4E-ADDF-ECD24E0DE3BC}" dt="2023-09-19T11:07:59.018" v="72" actId="1076"/>
          <ac:spMkLst>
            <pc:docMk/>
            <pc:sldMk cId="2579920647" sldId="270"/>
            <ac:spMk id="7" creationId="{C40782AF-CAEB-8D03-FBDF-441B4EF43FCA}"/>
          </ac:spMkLst>
        </pc:spChg>
        <pc:spChg chg="add del mod">
          <ac:chgData name="James Pengelly" userId="d269fecd-a8a2-4e5a-93ae-88bdaab21f51" providerId="ADAL" clId="{F63798A1-1C41-4D4E-ADDF-ECD24E0DE3BC}" dt="2023-09-19T11:07:35.965" v="61" actId="6264"/>
          <ac:spMkLst>
            <pc:docMk/>
            <pc:sldMk cId="2579920647" sldId="270"/>
            <ac:spMk id="8" creationId="{E6856AF6-4ABB-EC58-416F-B90E15BC6898}"/>
          </ac:spMkLst>
        </pc:spChg>
        <pc:spChg chg="add mod ord">
          <ac:chgData name="James Pengelly" userId="d269fecd-a8a2-4e5a-93ae-88bdaab21f51" providerId="ADAL" clId="{F63798A1-1C41-4D4E-ADDF-ECD24E0DE3BC}" dt="2023-09-19T11:08:03.719" v="75" actId="6549"/>
          <ac:spMkLst>
            <pc:docMk/>
            <pc:sldMk cId="2579920647" sldId="270"/>
            <ac:spMk id="9" creationId="{F54222FD-C3F0-9572-4000-1EF640724760}"/>
          </ac:spMkLst>
        </pc:spChg>
        <pc:spChg chg="add del mod">
          <ac:chgData name="James Pengelly" userId="d269fecd-a8a2-4e5a-93ae-88bdaab21f51" providerId="ADAL" clId="{F63798A1-1C41-4D4E-ADDF-ECD24E0DE3BC}" dt="2023-09-19T11:07:55.106" v="71" actId="21"/>
          <ac:spMkLst>
            <pc:docMk/>
            <pc:sldMk cId="2579920647" sldId="270"/>
            <ac:spMk id="10" creationId="{1EB33866-DD50-EF54-D035-29D812C524AD}"/>
          </ac:spMkLst>
        </pc:spChg>
        <pc:picChg chg="add del mod">
          <ac:chgData name="James Pengelly" userId="d269fecd-a8a2-4e5a-93ae-88bdaab21f51" providerId="ADAL" clId="{F63798A1-1C41-4D4E-ADDF-ECD24E0DE3BC}" dt="2023-09-19T11:07:53.982" v="70"/>
          <ac:picMkLst>
            <pc:docMk/>
            <pc:sldMk cId="2579920647" sldId="270"/>
            <ac:picMk id="11" creationId="{6BD33395-E396-6B1D-5720-5A671A923915}"/>
          </ac:picMkLst>
        </pc:picChg>
        <pc:picChg chg="add del mod ord">
          <ac:chgData name="James Pengelly" userId="d269fecd-a8a2-4e5a-93ae-88bdaab21f51" providerId="ADAL" clId="{F63798A1-1C41-4D4E-ADDF-ECD24E0DE3BC}" dt="2023-09-19T11:07:55.106" v="71" actId="21"/>
          <ac:picMkLst>
            <pc:docMk/>
            <pc:sldMk cId="2579920647" sldId="270"/>
            <ac:picMk id="1026" creationId="{1ED2173D-4F08-EBF3-F418-A206603DED61}"/>
          </ac:picMkLst>
        </pc:picChg>
      </pc:sldChg>
      <pc:sldChg chg="addSp delSp modSp mod chgLayout">
        <pc:chgData name="James Pengelly" userId="d269fecd-a8a2-4e5a-93ae-88bdaab21f51" providerId="ADAL" clId="{F63798A1-1C41-4D4E-ADDF-ECD24E0DE3BC}" dt="2023-09-19T11:09:01.351" v="126" actId="20577"/>
        <pc:sldMkLst>
          <pc:docMk/>
          <pc:sldMk cId="2466638784" sldId="271"/>
        </pc:sldMkLst>
        <pc:spChg chg="mod ord">
          <ac:chgData name="James Pengelly" userId="d269fecd-a8a2-4e5a-93ae-88bdaab21f51" providerId="ADAL" clId="{F63798A1-1C41-4D4E-ADDF-ECD24E0DE3BC}" dt="2023-09-19T11:08:49.238" v="112" actId="6264"/>
          <ac:spMkLst>
            <pc:docMk/>
            <pc:sldMk cId="2466638784" sldId="271"/>
            <ac:spMk id="2" creationId="{5A78B9D2-75C6-4E31-8D20-2472152AE3E2}"/>
          </ac:spMkLst>
        </pc:spChg>
        <pc:spChg chg="add del mod">
          <ac:chgData name="James Pengelly" userId="d269fecd-a8a2-4e5a-93ae-88bdaab21f51" providerId="ADAL" clId="{F63798A1-1C41-4D4E-ADDF-ECD24E0DE3BC}" dt="2023-09-19T11:08:49.238" v="112" actId="6264"/>
          <ac:spMkLst>
            <pc:docMk/>
            <pc:sldMk cId="2466638784" sldId="271"/>
            <ac:spMk id="3" creationId="{D8AA6C3F-3C00-4815-1F02-93EA0543F508}"/>
          </ac:spMkLst>
        </pc:spChg>
        <pc:spChg chg="mod ord">
          <ac:chgData name="James Pengelly" userId="d269fecd-a8a2-4e5a-93ae-88bdaab21f51" providerId="ADAL" clId="{F63798A1-1C41-4D4E-ADDF-ECD24E0DE3BC}" dt="2023-09-19T11:08:49.238" v="112" actId="6264"/>
          <ac:spMkLst>
            <pc:docMk/>
            <pc:sldMk cId="2466638784" sldId="271"/>
            <ac:spMk id="4" creationId="{81D661B8-EEC6-4B47-84B5-8687AB7DEF59}"/>
          </ac:spMkLst>
        </pc:spChg>
        <pc:spChg chg="del mod">
          <ac:chgData name="James Pengelly" userId="d269fecd-a8a2-4e5a-93ae-88bdaab21f51" providerId="ADAL" clId="{F63798A1-1C41-4D4E-ADDF-ECD24E0DE3BC}" dt="2023-09-19T11:08:47.717" v="111" actId="478"/>
          <ac:spMkLst>
            <pc:docMk/>
            <pc:sldMk cId="2466638784" sldId="271"/>
            <ac:spMk id="5" creationId="{137E005E-A66D-4D0E-9B1A-24F6766E1709}"/>
          </ac:spMkLst>
        </pc:spChg>
        <pc:spChg chg="add del mod">
          <ac:chgData name="James Pengelly" userId="d269fecd-a8a2-4e5a-93ae-88bdaab21f51" providerId="ADAL" clId="{F63798A1-1C41-4D4E-ADDF-ECD24E0DE3BC}" dt="2023-09-19T11:08:49.238" v="112" actId="6264"/>
          <ac:spMkLst>
            <pc:docMk/>
            <pc:sldMk cId="2466638784" sldId="271"/>
            <ac:spMk id="6" creationId="{DC6E701B-B260-112E-3767-5B8F08EA43D5}"/>
          </ac:spMkLst>
        </pc:spChg>
        <pc:spChg chg="add mod ord">
          <ac:chgData name="James Pengelly" userId="d269fecd-a8a2-4e5a-93ae-88bdaab21f51" providerId="ADAL" clId="{F63798A1-1C41-4D4E-ADDF-ECD24E0DE3BC}" dt="2023-09-19T11:09:01.351" v="126" actId="20577"/>
          <ac:spMkLst>
            <pc:docMk/>
            <pc:sldMk cId="2466638784" sldId="271"/>
            <ac:spMk id="7" creationId="{8C020E7D-A7EE-BB0F-57BC-3EE6667A4F85}"/>
          </ac:spMkLst>
        </pc:spChg>
      </pc:sldChg>
      <pc:sldChg chg="addSp delSp modSp mod chgLayout">
        <pc:chgData name="James Pengelly" userId="d269fecd-a8a2-4e5a-93ae-88bdaab21f51" providerId="ADAL" clId="{F63798A1-1C41-4D4E-ADDF-ECD24E0DE3BC}" dt="2023-09-19T11:09:22.314" v="153" actId="368"/>
        <pc:sldMkLst>
          <pc:docMk/>
          <pc:sldMk cId="3348117102" sldId="273"/>
        </pc:sldMkLst>
        <pc:spChg chg="mod ord">
          <ac:chgData name="James Pengelly" userId="d269fecd-a8a2-4e5a-93ae-88bdaab21f51" providerId="ADAL" clId="{F63798A1-1C41-4D4E-ADDF-ECD24E0DE3BC}" dt="2023-09-19T11:09:07.215" v="129" actId="6264"/>
          <ac:spMkLst>
            <pc:docMk/>
            <pc:sldMk cId="3348117102" sldId="273"/>
            <ac:spMk id="2" creationId="{5A78B9D2-75C6-4E31-8D20-2472152AE3E2}"/>
          </ac:spMkLst>
        </pc:spChg>
        <pc:spChg chg="add del mod">
          <ac:chgData name="James Pengelly" userId="d269fecd-a8a2-4e5a-93ae-88bdaab21f51" providerId="ADAL" clId="{F63798A1-1C41-4D4E-ADDF-ECD24E0DE3BC}" dt="2023-09-19T11:09:07.215" v="129" actId="6264"/>
          <ac:spMkLst>
            <pc:docMk/>
            <pc:sldMk cId="3348117102" sldId="273"/>
            <ac:spMk id="3" creationId="{99399C24-3C0F-083D-28F9-223A6A441E62}"/>
          </ac:spMkLst>
        </pc:spChg>
        <pc:spChg chg="mod ord">
          <ac:chgData name="James Pengelly" userId="d269fecd-a8a2-4e5a-93ae-88bdaab21f51" providerId="ADAL" clId="{F63798A1-1C41-4D4E-ADDF-ECD24E0DE3BC}" dt="2023-09-19T11:09:07.215" v="129" actId="6264"/>
          <ac:spMkLst>
            <pc:docMk/>
            <pc:sldMk cId="3348117102" sldId="273"/>
            <ac:spMk id="4" creationId="{81D661B8-EEC6-4B47-84B5-8687AB7DEF59}"/>
          </ac:spMkLst>
        </pc:spChg>
        <pc:spChg chg="del mod">
          <ac:chgData name="James Pengelly" userId="d269fecd-a8a2-4e5a-93ae-88bdaab21f51" providerId="ADAL" clId="{F63798A1-1C41-4D4E-ADDF-ECD24E0DE3BC}" dt="2023-09-19T11:09:06.039" v="128" actId="478"/>
          <ac:spMkLst>
            <pc:docMk/>
            <pc:sldMk cId="3348117102" sldId="273"/>
            <ac:spMk id="5" creationId="{137E005E-A66D-4D0E-9B1A-24F6766E1709}"/>
          </ac:spMkLst>
        </pc:spChg>
        <pc:spChg chg="add del mod">
          <ac:chgData name="James Pengelly" userId="d269fecd-a8a2-4e5a-93ae-88bdaab21f51" providerId="ADAL" clId="{F63798A1-1C41-4D4E-ADDF-ECD24E0DE3BC}" dt="2023-09-19T11:09:07.215" v="129" actId="6264"/>
          <ac:spMkLst>
            <pc:docMk/>
            <pc:sldMk cId="3348117102" sldId="273"/>
            <ac:spMk id="6" creationId="{CEC0EBFF-BB19-5C71-553F-D3CA798F9994}"/>
          </ac:spMkLst>
        </pc:spChg>
        <pc:spChg chg="add mod ord">
          <ac:chgData name="James Pengelly" userId="d269fecd-a8a2-4e5a-93ae-88bdaab21f51" providerId="ADAL" clId="{F63798A1-1C41-4D4E-ADDF-ECD24E0DE3BC}" dt="2023-09-19T11:09:22.314" v="153" actId="368"/>
          <ac:spMkLst>
            <pc:docMk/>
            <pc:sldMk cId="3348117102" sldId="273"/>
            <ac:spMk id="7" creationId="{0D5F4E05-81F0-CAD2-8BBB-E424E7820EF2}"/>
          </ac:spMkLst>
        </pc:spChg>
      </pc:sldChg>
      <pc:sldChg chg="addSp delSp modSp mod chgLayout">
        <pc:chgData name="James Pengelly" userId="d269fecd-a8a2-4e5a-93ae-88bdaab21f51" providerId="ADAL" clId="{F63798A1-1C41-4D4E-ADDF-ECD24E0DE3BC}" dt="2023-09-19T11:09:40.441" v="169" actId="20577"/>
        <pc:sldMkLst>
          <pc:docMk/>
          <pc:sldMk cId="969938094" sldId="274"/>
        </pc:sldMkLst>
        <pc:spChg chg="mod ord">
          <ac:chgData name="James Pengelly" userId="d269fecd-a8a2-4e5a-93ae-88bdaab21f51" providerId="ADAL" clId="{F63798A1-1C41-4D4E-ADDF-ECD24E0DE3BC}" dt="2023-09-19T11:09:30.405" v="156" actId="6264"/>
          <ac:spMkLst>
            <pc:docMk/>
            <pc:sldMk cId="969938094" sldId="274"/>
            <ac:spMk id="2" creationId="{5A78B9D2-75C6-4E31-8D20-2472152AE3E2}"/>
          </ac:spMkLst>
        </pc:spChg>
        <pc:spChg chg="add del mod">
          <ac:chgData name="James Pengelly" userId="d269fecd-a8a2-4e5a-93ae-88bdaab21f51" providerId="ADAL" clId="{F63798A1-1C41-4D4E-ADDF-ECD24E0DE3BC}" dt="2023-09-19T11:09:30.405" v="156" actId="6264"/>
          <ac:spMkLst>
            <pc:docMk/>
            <pc:sldMk cId="969938094" sldId="274"/>
            <ac:spMk id="3" creationId="{A82911A2-0BCF-0DCE-51EB-8E5A93709B6F}"/>
          </ac:spMkLst>
        </pc:spChg>
        <pc:spChg chg="mod ord">
          <ac:chgData name="James Pengelly" userId="d269fecd-a8a2-4e5a-93ae-88bdaab21f51" providerId="ADAL" clId="{F63798A1-1C41-4D4E-ADDF-ECD24E0DE3BC}" dt="2023-09-19T11:09:30.405" v="156" actId="6264"/>
          <ac:spMkLst>
            <pc:docMk/>
            <pc:sldMk cId="969938094" sldId="274"/>
            <ac:spMk id="4" creationId="{81D661B8-EEC6-4B47-84B5-8687AB7DEF59}"/>
          </ac:spMkLst>
        </pc:spChg>
        <pc:spChg chg="del mod">
          <ac:chgData name="James Pengelly" userId="d269fecd-a8a2-4e5a-93ae-88bdaab21f51" providerId="ADAL" clId="{F63798A1-1C41-4D4E-ADDF-ECD24E0DE3BC}" dt="2023-09-19T11:09:29.352" v="155" actId="478"/>
          <ac:spMkLst>
            <pc:docMk/>
            <pc:sldMk cId="969938094" sldId="274"/>
            <ac:spMk id="5" creationId="{137E005E-A66D-4D0E-9B1A-24F6766E1709}"/>
          </ac:spMkLst>
        </pc:spChg>
        <pc:spChg chg="add del mod">
          <ac:chgData name="James Pengelly" userId="d269fecd-a8a2-4e5a-93ae-88bdaab21f51" providerId="ADAL" clId="{F63798A1-1C41-4D4E-ADDF-ECD24E0DE3BC}" dt="2023-09-19T11:09:30.405" v="156" actId="6264"/>
          <ac:spMkLst>
            <pc:docMk/>
            <pc:sldMk cId="969938094" sldId="274"/>
            <ac:spMk id="6" creationId="{1251B6DF-1B16-C76C-5007-584AB304C3F6}"/>
          </ac:spMkLst>
        </pc:spChg>
        <pc:spChg chg="add mod ord">
          <ac:chgData name="James Pengelly" userId="d269fecd-a8a2-4e5a-93ae-88bdaab21f51" providerId="ADAL" clId="{F63798A1-1C41-4D4E-ADDF-ECD24E0DE3BC}" dt="2023-09-19T11:09:40.441" v="169" actId="20577"/>
          <ac:spMkLst>
            <pc:docMk/>
            <pc:sldMk cId="969938094" sldId="274"/>
            <ac:spMk id="7" creationId="{A951F452-3ED0-F413-0803-4B7E7AC420B4}"/>
          </ac:spMkLst>
        </pc:spChg>
      </pc:sldChg>
      <pc:sldChg chg="addSp delSp modSp mod modClrScheme chgLayout">
        <pc:chgData name="James Pengelly" userId="d269fecd-a8a2-4e5a-93ae-88bdaab21f51" providerId="ADAL" clId="{F63798A1-1C41-4D4E-ADDF-ECD24E0DE3BC}" dt="2023-09-19T11:10:12.135" v="183" actId="1076"/>
        <pc:sldMkLst>
          <pc:docMk/>
          <pc:sldMk cId="3337966928" sldId="276"/>
        </pc:sldMkLst>
        <pc:spChg chg="mod ord">
          <ac:chgData name="James Pengelly" userId="d269fecd-a8a2-4e5a-93ae-88bdaab21f51" providerId="ADAL" clId="{F63798A1-1C41-4D4E-ADDF-ECD24E0DE3BC}" dt="2023-09-19T11:10:06.069" v="179" actId="700"/>
          <ac:spMkLst>
            <pc:docMk/>
            <pc:sldMk cId="3337966928" sldId="276"/>
            <ac:spMk id="2" creationId="{EBE9F564-251E-4378-B4D0-692726090772}"/>
          </ac:spMkLst>
        </pc:spChg>
        <pc:spChg chg="mod ord">
          <ac:chgData name="James Pengelly" userId="d269fecd-a8a2-4e5a-93ae-88bdaab21f51" providerId="ADAL" clId="{F63798A1-1C41-4D4E-ADDF-ECD24E0DE3BC}" dt="2023-09-19T11:10:06.069" v="179" actId="700"/>
          <ac:spMkLst>
            <pc:docMk/>
            <pc:sldMk cId="3337966928" sldId="276"/>
            <ac:spMk id="4" creationId="{80C4C0A8-03F5-4F2B-9EB9-918B55C258A2}"/>
          </ac:spMkLst>
        </pc:spChg>
        <pc:spChg chg="del mod">
          <ac:chgData name="James Pengelly" userId="d269fecd-a8a2-4e5a-93ae-88bdaab21f51" providerId="ADAL" clId="{F63798A1-1C41-4D4E-ADDF-ECD24E0DE3BC}" dt="2023-09-19T11:09:56.923" v="175" actId="478"/>
          <ac:spMkLst>
            <pc:docMk/>
            <pc:sldMk cId="3337966928" sldId="276"/>
            <ac:spMk id="5" creationId="{372FA240-3863-4D01-94C7-5E89B539BF0B}"/>
          </ac:spMkLst>
        </pc:spChg>
        <pc:spChg chg="mod">
          <ac:chgData name="James Pengelly" userId="d269fecd-a8a2-4e5a-93ae-88bdaab21f51" providerId="ADAL" clId="{F63798A1-1C41-4D4E-ADDF-ECD24E0DE3BC}" dt="2023-09-19T11:10:12.135" v="183" actId="1076"/>
          <ac:spMkLst>
            <pc:docMk/>
            <pc:sldMk cId="3337966928" sldId="276"/>
            <ac:spMk id="6" creationId="{6C97A144-0634-4203-BEE3-57B7B2ADD04C}"/>
          </ac:spMkLst>
        </pc:spChg>
        <pc:spChg chg="add del mod">
          <ac:chgData name="James Pengelly" userId="d269fecd-a8a2-4e5a-93ae-88bdaab21f51" providerId="ADAL" clId="{F63798A1-1C41-4D4E-ADDF-ECD24E0DE3BC}" dt="2023-09-19T11:09:53.342" v="173" actId="700"/>
          <ac:spMkLst>
            <pc:docMk/>
            <pc:sldMk cId="3337966928" sldId="276"/>
            <ac:spMk id="7" creationId="{0D4FFF4A-5D3B-7CE2-4EC5-1DFC0BBEB4E5}"/>
          </ac:spMkLst>
        </pc:spChg>
        <pc:spChg chg="add mod ord">
          <ac:chgData name="James Pengelly" userId="d269fecd-a8a2-4e5a-93ae-88bdaab21f51" providerId="ADAL" clId="{F63798A1-1C41-4D4E-ADDF-ECD24E0DE3BC}" dt="2023-09-19T11:10:06.069" v="180" actId="27636"/>
          <ac:spMkLst>
            <pc:docMk/>
            <pc:sldMk cId="3337966928" sldId="276"/>
            <ac:spMk id="9" creationId="{1E24CF4E-AE7E-31B2-9CDD-798E32E49AA3}"/>
          </ac:spMkLst>
        </pc:spChg>
        <pc:spChg chg="add del mod ord">
          <ac:chgData name="James Pengelly" userId="d269fecd-a8a2-4e5a-93ae-88bdaab21f51" providerId="ADAL" clId="{F63798A1-1C41-4D4E-ADDF-ECD24E0DE3BC}" dt="2023-09-19T11:10:08.735" v="182"/>
          <ac:spMkLst>
            <pc:docMk/>
            <pc:sldMk cId="3337966928" sldId="276"/>
            <ac:spMk id="11" creationId="{34D84A33-3B85-28B3-62E9-DCBD7BD54AE1}"/>
          </ac:spMkLst>
        </pc:spChg>
        <pc:picChg chg="add del mod">
          <ac:chgData name="James Pengelly" userId="d269fecd-a8a2-4e5a-93ae-88bdaab21f51" providerId="ADAL" clId="{F63798A1-1C41-4D4E-ADDF-ECD24E0DE3BC}" dt="2023-09-19T11:10:08.119" v="181" actId="21"/>
          <ac:picMkLst>
            <pc:docMk/>
            <pc:sldMk cId="3337966928" sldId="276"/>
            <ac:picMk id="8" creationId="{4EFB9BD6-4AA8-62AF-A302-7C0DF74072DE}"/>
          </ac:picMkLst>
        </pc:picChg>
        <pc:picChg chg="del">
          <ac:chgData name="James Pengelly" userId="d269fecd-a8a2-4e5a-93ae-88bdaab21f51" providerId="ADAL" clId="{F63798A1-1C41-4D4E-ADDF-ECD24E0DE3BC}" dt="2023-09-19T11:09:48.385" v="170" actId="21"/>
          <ac:picMkLst>
            <pc:docMk/>
            <pc:sldMk cId="3337966928" sldId="276"/>
            <ac:picMk id="10" creationId="{F7339F4D-A9F0-7A50-AAD9-55A09E4E96AC}"/>
          </ac:picMkLst>
        </pc:picChg>
        <pc:picChg chg="add mod">
          <ac:chgData name="James Pengelly" userId="d269fecd-a8a2-4e5a-93ae-88bdaab21f51" providerId="ADAL" clId="{F63798A1-1C41-4D4E-ADDF-ECD24E0DE3BC}" dt="2023-09-19T11:10:08.735" v="182"/>
          <ac:picMkLst>
            <pc:docMk/>
            <pc:sldMk cId="3337966928" sldId="276"/>
            <ac:picMk id="12" creationId="{F5865460-21DB-28F8-DB71-3803C8CB1982}"/>
          </ac:picMkLst>
        </pc:picChg>
      </pc:sldChg>
      <pc:sldChg chg="addSp delSp modSp mod chgLayout">
        <pc:chgData name="James Pengelly" userId="d269fecd-a8a2-4e5a-93ae-88bdaab21f51" providerId="ADAL" clId="{F63798A1-1C41-4D4E-ADDF-ECD24E0DE3BC}" dt="2023-09-19T11:10:29.908" v="200" actId="20577"/>
        <pc:sldMkLst>
          <pc:docMk/>
          <pc:sldMk cId="1193147201" sldId="277"/>
        </pc:sldMkLst>
        <pc:spChg chg="mod ord">
          <ac:chgData name="James Pengelly" userId="d269fecd-a8a2-4e5a-93ae-88bdaab21f51" providerId="ADAL" clId="{F63798A1-1C41-4D4E-ADDF-ECD24E0DE3BC}" dt="2023-09-19T11:10:17.804" v="186" actId="6264"/>
          <ac:spMkLst>
            <pc:docMk/>
            <pc:sldMk cId="1193147201" sldId="277"/>
            <ac:spMk id="2" creationId="{5A78B9D2-75C6-4E31-8D20-2472152AE3E2}"/>
          </ac:spMkLst>
        </pc:spChg>
        <pc:spChg chg="add del mod">
          <ac:chgData name="James Pengelly" userId="d269fecd-a8a2-4e5a-93ae-88bdaab21f51" providerId="ADAL" clId="{F63798A1-1C41-4D4E-ADDF-ECD24E0DE3BC}" dt="2023-09-19T11:10:17.804" v="186" actId="6264"/>
          <ac:spMkLst>
            <pc:docMk/>
            <pc:sldMk cId="1193147201" sldId="277"/>
            <ac:spMk id="3" creationId="{603413FE-B2CA-EC7B-3830-49522556878E}"/>
          </ac:spMkLst>
        </pc:spChg>
        <pc:spChg chg="mod ord">
          <ac:chgData name="James Pengelly" userId="d269fecd-a8a2-4e5a-93ae-88bdaab21f51" providerId="ADAL" clId="{F63798A1-1C41-4D4E-ADDF-ECD24E0DE3BC}" dt="2023-09-19T11:10:17.804" v="186" actId="6264"/>
          <ac:spMkLst>
            <pc:docMk/>
            <pc:sldMk cId="1193147201" sldId="277"/>
            <ac:spMk id="4" creationId="{81D661B8-EEC6-4B47-84B5-8687AB7DEF59}"/>
          </ac:spMkLst>
        </pc:spChg>
        <pc:spChg chg="del mod">
          <ac:chgData name="James Pengelly" userId="d269fecd-a8a2-4e5a-93ae-88bdaab21f51" providerId="ADAL" clId="{F63798A1-1C41-4D4E-ADDF-ECD24E0DE3BC}" dt="2023-09-19T11:10:16.839" v="185" actId="478"/>
          <ac:spMkLst>
            <pc:docMk/>
            <pc:sldMk cId="1193147201" sldId="277"/>
            <ac:spMk id="5" creationId="{137E005E-A66D-4D0E-9B1A-24F6766E1709}"/>
          </ac:spMkLst>
        </pc:spChg>
        <pc:spChg chg="add del mod">
          <ac:chgData name="James Pengelly" userId="d269fecd-a8a2-4e5a-93ae-88bdaab21f51" providerId="ADAL" clId="{F63798A1-1C41-4D4E-ADDF-ECD24E0DE3BC}" dt="2023-09-19T11:10:17.804" v="186" actId="6264"/>
          <ac:spMkLst>
            <pc:docMk/>
            <pc:sldMk cId="1193147201" sldId="277"/>
            <ac:spMk id="6" creationId="{76A3E4DC-DF89-3F82-2B48-817BC6139439}"/>
          </ac:spMkLst>
        </pc:spChg>
        <pc:spChg chg="add mod ord">
          <ac:chgData name="James Pengelly" userId="d269fecd-a8a2-4e5a-93ae-88bdaab21f51" providerId="ADAL" clId="{F63798A1-1C41-4D4E-ADDF-ECD24E0DE3BC}" dt="2023-09-19T11:10:29.908" v="200" actId="20577"/>
          <ac:spMkLst>
            <pc:docMk/>
            <pc:sldMk cId="1193147201" sldId="277"/>
            <ac:spMk id="7" creationId="{787B1115-CC6A-82D2-25D5-C36A7C094E56}"/>
          </ac:spMkLst>
        </pc:spChg>
      </pc:sldChg>
      <pc:sldChg chg="addSp delSp modSp mod chgLayout">
        <pc:chgData name="James Pengelly" userId="d269fecd-a8a2-4e5a-93ae-88bdaab21f51" providerId="ADAL" clId="{F63798A1-1C41-4D4E-ADDF-ECD24E0DE3BC}" dt="2023-09-19T11:11:21.764" v="259" actId="20577"/>
        <pc:sldMkLst>
          <pc:docMk/>
          <pc:sldMk cId="2909523592" sldId="281"/>
        </pc:sldMkLst>
        <pc:spChg chg="mod ord">
          <ac:chgData name="James Pengelly" userId="d269fecd-a8a2-4e5a-93ae-88bdaab21f51" providerId="ADAL" clId="{F63798A1-1C41-4D4E-ADDF-ECD24E0DE3BC}" dt="2023-09-19T11:11:10.381" v="241" actId="6264"/>
          <ac:spMkLst>
            <pc:docMk/>
            <pc:sldMk cId="2909523592" sldId="281"/>
            <ac:spMk id="2" creationId="{5A78B9D2-75C6-4E31-8D20-2472152AE3E2}"/>
          </ac:spMkLst>
        </pc:spChg>
        <pc:spChg chg="add del mod">
          <ac:chgData name="James Pengelly" userId="d269fecd-a8a2-4e5a-93ae-88bdaab21f51" providerId="ADAL" clId="{F63798A1-1C41-4D4E-ADDF-ECD24E0DE3BC}" dt="2023-09-19T11:11:10.381" v="241" actId="6264"/>
          <ac:spMkLst>
            <pc:docMk/>
            <pc:sldMk cId="2909523592" sldId="281"/>
            <ac:spMk id="3" creationId="{BD37C263-FC09-243D-6A28-1A72763C00CC}"/>
          </ac:spMkLst>
        </pc:spChg>
        <pc:spChg chg="mod ord">
          <ac:chgData name="James Pengelly" userId="d269fecd-a8a2-4e5a-93ae-88bdaab21f51" providerId="ADAL" clId="{F63798A1-1C41-4D4E-ADDF-ECD24E0DE3BC}" dt="2023-09-19T11:11:10.381" v="241" actId="6264"/>
          <ac:spMkLst>
            <pc:docMk/>
            <pc:sldMk cId="2909523592" sldId="281"/>
            <ac:spMk id="4" creationId="{81D661B8-EEC6-4B47-84B5-8687AB7DEF59}"/>
          </ac:spMkLst>
        </pc:spChg>
        <pc:spChg chg="del mod">
          <ac:chgData name="James Pengelly" userId="d269fecd-a8a2-4e5a-93ae-88bdaab21f51" providerId="ADAL" clId="{F63798A1-1C41-4D4E-ADDF-ECD24E0DE3BC}" dt="2023-09-19T11:11:09.542" v="240" actId="478"/>
          <ac:spMkLst>
            <pc:docMk/>
            <pc:sldMk cId="2909523592" sldId="281"/>
            <ac:spMk id="5" creationId="{137E005E-A66D-4D0E-9B1A-24F6766E1709}"/>
          </ac:spMkLst>
        </pc:spChg>
        <pc:spChg chg="add del mod">
          <ac:chgData name="James Pengelly" userId="d269fecd-a8a2-4e5a-93ae-88bdaab21f51" providerId="ADAL" clId="{F63798A1-1C41-4D4E-ADDF-ECD24E0DE3BC}" dt="2023-09-19T11:11:10.381" v="241" actId="6264"/>
          <ac:spMkLst>
            <pc:docMk/>
            <pc:sldMk cId="2909523592" sldId="281"/>
            <ac:spMk id="6" creationId="{B41D6132-F6D0-E5F8-1000-D5C07036A51F}"/>
          </ac:spMkLst>
        </pc:spChg>
        <pc:spChg chg="add mod ord">
          <ac:chgData name="James Pengelly" userId="d269fecd-a8a2-4e5a-93ae-88bdaab21f51" providerId="ADAL" clId="{F63798A1-1C41-4D4E-ADDF-ECD24E0DE3BC}" dt="2023-09-19T11:11:21.764" v="259" actId="20577"/>
          <ac:spMkLst>
            <pc:docMk/>
            <pc:sldMk cId="2909523592" sldId="281"/>
            <ac:spMk id="7" creationId="{94FDBE13-7307-A494-C1CC-E9D0D0FBFFB3}"/>
          </ac:spMkLst>
        </pc:spChg>
      </pc:sldChg>
      <pc:sldChg chg="addSp delSp modSp mod chgLayout">
        <pc:chgData name="James Pengelly" userId="d269fecd-a8a2-4e5a-93ae-88bdaab21f51" providerId="ADAL" clId="{F63798A1-1C41-4D4E-ADDF-ECD24E0DE3BC}" dt="2023-09-19T11:10:45.194" v="218" actId="20577"/>
        <pc:sldMkLst>
          <pc:docMk/>
          <pc:sldMk cId="2360509785" sldId="285"/>
        </pc:sldMkLst>
        <pc:spChg chg="mod ord">
          <ac:chgData name="James Pengelly" userId="d269fecd-a8a2-4e5a-93ae-88bdaab21f51" providerId="ADAL" clId="{F63798A1-1C41-4D4E-ADDF-ECD24E0DE3BC}" dt="2023-09-19T11:10:36.040" v="203" actId="6264"/>
          <ac:spMkLst>
            <pc:docMk/>
            <pc:sldMk cId="2360509785" sldId="285"/>
            <ac:spMk id="2" creationId="{5A78B9D2-75C6-4E31-8D20-2472152AE3E2}"/>
          </ac:spMkLst>
        </pc:spChg>
        <pc:spChg chg="add del mod">
          <ac:chgData name="James Pengelly" userId="d269fecd-a8a2-4e5a-93ae-88bdaab21f51" providerId="ADAL" clId="{F63798A1-1C41-4D4E-ADDF-ECD24E0DE3BC}" dt="2023-09-19T11:10:36.040" v="203" actId="6264"/>
          <ac:spMkLst>
            <pc:docMk/>
            <pc:sldMk cId="2360509785" sldId="285"/>
            <ac:spMk id="3" creationId="{2481755A-43A6-1E4A-0BB5-C5D40AE830D7}"/>
          </ac:spMkLst>
        </pc:spChg>
        <pc:spChg chg="mod ord">
          <ac:chgData name="James Pengelly" userId="d269fecd-a8a2-4e5a-93ae-88bdaab21f51" providerId="ADAL" clId="{F63798A1-1C41-4D4E-ADDF-ECD24E0DE3BC}" dt="2023-09-19T11:10:36.040" v="203" actId="6264"/>
          <ac:spMkLst>
            <pc:docMk/>
            <pc:sldMk cId="2360509785" sldId="285"/>
            <ac:spMk id="4" creationId="{81D661B8-EEC6-4B47-84B5-8687AB7DEF59}"/>
          </ac:spMkLst>
        </pc:spChg>
        <pc:spChg chg="del mod">
          <ac:chgData name="James Pengelly" userId="d269fecd-a8a2-4e5a-93ae-88bdaab21f51" providerId="ADAL" clId="{F63798A1-1C41-4D4E-ADDF-ECD24E0DE3BC}" dt="2023-09-19T11:10:35.040" v="202" actId="478"/>
          <ac:spMkLst>
            <pc:docMk/>
            <pc:sldMk cId="2360509785" sldId="285"/>
            <ac:spMk id="5" creationId="{137E005E-A66D-4D0E-9B1A-24F6766E1709}"/>
          </ac:spMkLst>
        </pc:spChg>
        <pc:spChg chg="add del mod">
          <ac:chgData name="James Pengelly" userId="d269fecd-a8a2-4e5a-93ae-88bdaab21f51" providerId="ADAL" clId="{F63798A1-1C41-4D4E-ADDF-ECD24E0DE3BC}" dt="2023-09-19T11:10:36.040" v="203" actId="6264"/>
          <ac:spMkLst>
            <pc:docMk/>
            <pc:sldMk cId="2360509785" sldId="285"/>
            <ac:spMk id="6" creationId="{04B327DA-C431-2ABB-014D-5C444AA1D478}"/>
          </ac:spMkLst>
        </pc:spChg>
        <pc:spChg chg="add mod ord">
          <ac:chgData name="James Pengelly" userId="d269fecd-a8a2-4e5a-93ae-88bdaab21f51" providerId="ADAL" clId="{F63798A1-1C41-4D4E-ADDF-ECD24E0DE3BC}" dt="2023-09-19T11:10:45.194" v="218" actId="20577"/>
          <ac:spMkLst>
            <pc:docMk/>
            <pc:sldMk cId="2360509785" sldId="285"/>
            <ac:spMk id="7" creationId="{E8AF22AC-9A1F-F5A4-56F1-0543F6A10EB2}"/>
          </ac:spMkLst>
        </pc:spChg>
      </pc:sldChg>
      <pc:sldChg chg="addSp delSp modSp mod chgLayout">
        <pc:chgData name="James Pengelly" userId="d269fecd-a8a2-4e5a-93ae-88bdaab21f51" providerId="ADAL" clId="{F63798A1-1C41-4D4E-ADDF-ECD24E0DE3BC}" dt="2023-09-19T11:11:03.111" v="238" actId="20577"/>
        <pc:sldMkLst>
          <pc:docMk/>
          <pc:sldMk cId="1651033346" sldId="286"/>
        </pc:sldMkLst>
        <pc:spChg chg="mod ord">
          <ac:chgData name="James Pengelly" userId="d269fecd-a8a2-4e5a-93ae-88bdaab21f51" providerId="ADAL" clId="{F63798A1-1C41-4D4E-ADDF-ECD24E0DE3BC}" dt="2023-09-19T11:10:51.243" v="221" actId="6264"/>
          <ac:spMkLst>
            <pc:docMk/>
            <pc:sldMk cId="1651033346" sldId="286"/>
            <ac:spMk id="2" creationId="{5A78B9D2-75C6-4E31-8D20-2472152AE3E2}"/>
          </ac:spMkLst>
        </pc:spChg>
        <pc:spChg chg="add del mod">
          <ac:chgData name="James Pengelly" userId="d269fecd-a8a2-4e5a-93ae-88bdaab21f51" providerId="ADAL" clId="{F63798A1-1C41-4D4E-ADDF-ECD24E0DE3BC}" dt="2023-09-19T11:10:51.243" v="221" actId="6264"/>
          <ac:spMkLst>
            <pc:docMk/>
            <pc:sldMk cId="1651033346" sldId="286"/>
            <ac:spMk id="3" creationId="{096A8C4D-5792-5452-DE74-B0D7A2874901}"/>
          </ac:spMkLst>
        </pc:spChg>
        <pc:spChg chg="mod ord">
          <ac:chgData name="James Pengelly" userId="d269fecd-a8a2-4e5a-93ae-88bdaab21f51" providerId="ADAL" clId="{F63798A1-1C41-4D4E-ADDF-ECD24E0DE3BC}" dt="2023-09-19T11:10:51.243" v="221" actId="6264"/>
          <ac:spMkLst>
            <pc:docMk/>
            <pc:sldMk cId="1651033346" sldId="286"/>
            <ac:spMk id="4" creationId="{81D661B8-EEC6-4B47-84B5-8687AB7DEF59}"/>
          </ac:spMkLst>
        </pc:spChg>
        <pc:spChg chg="del mod">
          <ac:chgData name="James Pengelly" userId="d269fecd-a8a2-4e5a-93ae-88bdaab21f51" providerId="ADAL" clId="{F63798A1-1C41-4D4E-ADDF-ECD24E0DE3BC}" dt="2023-09-19T11:10:50.257" v="220" actId="478"/>
          <ac:spMkLst>
            <pc:docMk/>
            <pc:sldMk cId="1651033346" sldId="286"/>
            <ac:spMk id="5" creationId="{137E005E-A66D-4D0E-9B1A-24F6766E1709}"/>
          </ac:spMkLst>
        </pc:spChg>
        <pc:spChg chg="add del mod">
          <ac:chgData name="James Pengelly" userId="d269fecd-a8a2-4e5a-93ae-88bdaab21f51" providerId="ADAL" clId="{F63798A1-1C41-4D4E-ADDF-ECD24E0DE3BC}" dt="2023-09-19T11:10:51.243" v="221" actId="6264"/>
          <ac:spMkLst>
            <pc:docMk/>
            <pc:sldMk cId="1651033346" sldId="286"/>
            <ac:spMk id="6" creationId="{C5B75D37-72EA-ACB7-14F9-060FB363B252}"/>
          </ac:spMkLst>
        </pc:spChg>
        <pc:spChg chg="add mod ord">
          <ac:chgData name="James Pengelly" userId="d269fecd-a8a2-4e5a-93ae-88bdaab21f51" providerId="ADAL" clId="{F63798A1-1C41-4D4E-ADDF-ECD24E0DE3BC}" dt="2023-09-19T11:11:03.111" v="238" actId="20577"/>
          <ac:spMkLst>
            <pc:docMk/>
            <pc:sldMk cId="1651033346" sldId="286"/>
            <ac:spMk id="7" creationId="{30B54635-A120-DFB8-7981-D4B2F39F242D}"/>
          </ac:spMkLst>
        </pc:spChg>
      </pc:sldChg>
      <pc:sldChg chg="addSp delSp modSp mod chgLayout">
        <pc:chgData name="James Pengelly" userId="d269fecd-a8a2-4e5a-93ae-88bdaab21f51" providerId="ADAL" clId="{F63798A1-1C41-4D4E-ADDF-ECD24E0DE3BC}" dt="2023-09-19T11:11:30.319" v="266" actId="20577"/>
        <pc:sldMkLst>
          <pc:docMk/>
          <pc:sldMk cId="3716884191" sldId="287"/>
        </pc:sldMkLst>
        <pc:spChg chg="mod ord">
          <ac:chgData name="James Pengelly" userId="d269fecd-a8a2-4e5a-93ae-88bdaab21f51" providerId="ADAL" clId="{F63798A1-1C41-4D4E-ADDF-ECD24E0DE3BC}" dt="2023-09-19T11:11:27.234" v="262" actId="6264"/>
          <ac:spMkLst>
            <pc:docMk/>
            <pc:sldMk cId="3716884191" sldId="287"/>
            <ac:spMk id="2" creationId="{5A78B9D2-75C6-4E31-8D20-2472152AE3E2}"/>
          </ac:spMkLst>
        </pc:spChg>
        <pc:spChg chg="add del mod">
          <ac:chgData name="James Pengelly" userId="d269fecd-a8a2-4e5a-93ae-88bdaab21f51" providerId="ADAL" clId="{F63798A1-1C41-4D4E-ADDF-ECD24E0DE3BC}" dt="2023-09-19T11:11:27.234" v="262" actId="6264"/>
          <ac:spMkLst>
            <pc:docMk/>
            <pc:sldMk cId="3716884191" sldId="287"/>
            <ac:spMk id="3" creationId="{513CEC1E-FD83-CCFB-D50C-AE68738697C1}"/>
          </ac:spMkLst>
        </pc:spChg>
        <pc:spChg chg="mod ord">
          <ac:chgData name="James Pengelly" userId="d269fecd-a8a2-4e5a-93ae-88bdaab21f51" providerId="ADAL" clId="{F63798A1-1C41-4D4E-ADDF-ECD24E0DE3BC}" dt="2023-09-19T11:11:27.234" v="262" actId="6264"/>
          <ac:spMkLst>
            <pc:docMk/>
            <pc:sldMk cId="3716884191" sldId="287"/>
            <ac:spMk id="4" creationId="{81D661B8-EEC6-4B47-84B5-8687AB7DEF59}"/>
          </ac:spMkLst>
        </pc:spChg>
        <pc:spChg chg="del mod">
          <ac:chgData name="James Pengelly" userId="d269fecd-a8a2-4e5a-93ae-88bdaab21f51" providerId="ADAL" clId="{F63798A1-1C41-4D4E-ADDF-ECD24E0DE3BC}" dt="2023-09-19T11:11:26.074" v="261" actId="478"/>
          <ac:spMkLst>
            <pc:docMk/>
            <pc:sldMk cId="3716884191" sldId="287"/>
            <ac:spMk id="5" creationId="{137E005E-A66D-4D0E-9B1A-24F6766E1709}"/>
          </ac:spMkLst>
        </pc:spChg>
        <pc:spChg chg="add del mod">
          <ac:chgData name="James Pengelly" userId="d269fecd-a8a2-4e5a-93ae-88bdaab21f51" providerId="ADAL" clId="{F63798A1-1C41-4D4E-ADDF-ECD24E0DE3BC}" dt="2023-09-19T11:11:27.234" v="262" actId="6264"/>
          <ac:spMkLst>
            <pc:docMk/>
            <pc:sldMk cId="3716884191" sldId="287"/>
            <ac:spMk id="6" creationId="{19CD0C6F-68E1-9473-FBC4-4274948F37CE}"/>
          </ac:spMkLst>
        </pc:spChg>
        <pc:spChg chg="add mod ord">
          <ac:chgData name="James Pengelly" userId="d269fecd-a8a2-4e5a-93ae-88bdaab21f51" providerId="ADAL" clId="{F63798A1-1C41-4D4E-ADDF-ECD24E0DE3BC}" dt="2023-09-19T11:11:30.319" v="266" actId="20577"/>
          <ac:spMkLst>
            <pc:docMk/>
            <pc:sldMk cId="3716884191" sldId="287"/>
            <ac:spMk id="7" creationId="{18437539-4930-8627-05C5-9A4849763620}"/>
          </ac:spMkLst>
        </pc:spChg>
      </pc:sldChg>
      <pc:sldChg chg="addSp delSp modSp mod chgLayout">
        <pc:chgData name="James Pengelly" userId="d269fecd-a8a2-4e5a-93ae-88bdaab21f51" providerId="ADAL" clId="{F63798A1-1C41-4D4E-ADDF-ECD24E0DE3BC}" dt="2023-09-19T11:11:45.522" v="272" actId="6549"/>
        <pc:sldMkLst>
          <pc:docMk/>
          <pc:sldMk cId="743913570" sldId="288"/>
        </pc:sldMkLst>
        <pc:spChg chg="mod ord">
          <ac:chgData name="James Pengelly" userId="d269fecd-a8a2-4e5a-93ae-88bdaab21f51" providerId="ADAL" clId="{F63798A1-1C41-4D4E-ADDF-ECD24E0DE3BC}" dt="2023-09-19T11:11:40.962" v="269" actId="6264"/>
          <ac:spMkLst>
            <pc:docMk/>
            <pc:sldMk cId="743913570" sldId="288"/>
            <ac:spMk id="2" creationId="{5A78B9D2-75C6-4E31-8D20-2472152AE3E2}"/>
          </ac:spMkLst>
        </pc:spChg>
        <pc:spChg chg="add del mod">
          <ac:chgData name="James Pengelly" userId="d269fecd-a8a2-4e5a-93ae-88bdaab21f51" providerId="ADAL" clId="{F63798A1-1C41-4D4E-ADDF-ECD24E0DE3BC}" dt="2023-09-19T11:11:40.962" v="269" actId="6264"/>
          <ac:spMkLst>
            <pc:docMk/>
            <pc:sldMk cId="743913570" sldId="288"/>
            <ac:spMk id="3" creationId="{5DA93B00-27C0-AE02-0A4E-B0CB86FC1A87}"/>
          </ac:spMkLst>
        </pc:spChg>
        <pc:spChg chg="mod ord">
          <ac:chgData name="James Pengelly" userId="d269fecd-a8a2-4e5a-93ae-88bdaab21f51" providerId="ADAL" clId="{F63798A1-1C41-4D4E-ADDF-ECD24E0DE3BC}" dt="2023-09-19T11:11:40.962" v="269" actId="6264"/>
          <ac:spMkLst>
            <pc:docMk/>
            <pc:sldMk cId="743913570" sldId="288"/>
            <ac:spMk id="4" creationId="{81D661B8-EEC6-4B47-84B5-8687AB7DEF59}"/>
          </ac:spMkLst>
        </pc:spChg>
        <pc:spChg chg="del mod">
          <ac:chgData name="James Pengelly" userId="d269fecd-a8a2-4e5a-93ae-88bdaab21f51" providerId="ADAL" clId="{F63798A1-1C41-4D4E-ADDF-ECD24E0DE3BC}" dt="2023-09-19T11:11:39.844" v="268" actId="478"/>
          <ac:spMkLst>
            <pc:docMk/>
            <pc:sldMk cId="743913570" sldId="288"/>
            <ac:spMk id="5" creationId="{137E005E-A66D-4D0E-9B1A-24F6766E1709}"/>
          </ac:spMkLst>
        </pc:spChg>
        <pc:spChg chg="add del mod">
          <ac:chgData name="James Pengelly" userId="d269fecd-a8a2-4e5a-93ae-88bdaab21f51" providerId="ADAL" clId="{F63798A1-1C41-4D4E-ADDF-ECD24E0DE3BC}" dt="2023-09-19T11:11:40.962" v="269" actId="6264"/>
          <ac:spMkLst>
            <pc:docMk/>
            <pc:sldMk cId="743913570" sldId="288"/>
            <ac:spMk id="6" creationId="{21AD78BA-C60D-13E6-2C0B-41E0C235FA28}"/>
          </ac:spMkLst>
        </pc:spChg>
        <pc:spChg chg="add mod ord">
          <ac:chgData name="James Pengelly" userId="d269fecd-a8a2-4e5a-93ae-88bdaab21f51" providerId="ADAL" clId="{F63798A1-1C41-4D4E-ADDF-ECD24E0DE3BC}" dt="2023-09-19T11:11:45.522" v="272" actId="6549"/>
          <ac:spMkLst>
            <pc:docMk/>
            <pc:sldMk cId="743913570" sldId="288"/>
            <ac:spMk id="7" creationId="{26E052F7-2E22-9C4B-DC8B-933898F1BA13}"/>
          </ac:spMkLst>
        </pc:spChg>
      </pc:sldChg>
    </pc:docChg>
  </pc:docChgLst>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Ensure students understand these metrics.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621969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847881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can distinguish types of risk response.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021383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501678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080589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695355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3778772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837232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842593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External entities could include certified public accountants (CPAs), external auditors, consulting firms, regulatory bodies, or specialized assessment agencies. The independence of these external assessors ensures impartiality and objectivity in the evaluation process.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925933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Make sure students can distinguish vulnerability assessment from pen testing.</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3939112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18420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211477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Explain Risk Management Processes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15</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Risk Management Processes and Concepts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15A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15</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Risk Identification and Assessment</a:t>
            </a:r>
          </a:p>
        </p:txBody>
      </p:sp>
      <p:sp>
        <p:nvSpPr>
          <p:cNvPr id="7" name="Content Placeholder 6">
            <a:extLst>
              <a:ext uri="{FF2B5EF4-FFF2-40B4-BE49-F238E27FC236}">
                <a16:creationId xmlns:a16="http://schemas.microsoft.com/office/drawing/2014/main" id="{5FFD7224-070F-84B3-9120-7C91941E8143}"/>
              </a:ext>
            </a:extLst>
          </p:cNvPr>
          <p:cNvSpPr>
            <a:spLocks noGrp="1"/>
          </p:cNvSpPr>
          <p:nvPr>
            <p:ph idx="1"/>
          </p:nvPr>
        </p:nvSpPr>
        <p:spPr/>
        <p:txBody>
          <a:bodyPr>
            <a:normAutofit fontScale="92500" lnSpcReduction="10000"/>
          </a:bodyPr>
          <a:lstStyle/>
          <a:p>
            <a:r>
              <a:rPr lang="en-US" dirty="0"/>
              <a:t>Risk identification is fundamental to managing risk </a:t>
            </a:r>
          </a:p>
          <a:p>
            <a:pPr marL="714375" lvl="1" indent="-285750"/>
            <a:r>
              <a:rPr lang="en-US" dirty="0"/>
              <a:t>Malware attacks</a:t>
            </a:r>
          </a:p>
          <a:p>
            <a:pPr marL="714375" lvl="1" indent="-285750"/>
            <a:r>
              <a:rPr lang="en-US" dirty="0"/>
              <a:t>Phishing attempts</a:t>
            </a:r>
          </a:p>
          <a:p>
            <a:pPr marL="714375" lvl="1" indent="-285750"/>
            <a:r>
              <a:rPr lang="en-US" dirty="0"/>
              <a:t>Insider threats</a:t>
            </a:r>
          </a:p>
          <a:p>
            <a:pPr marL="714375" lvl="1" indent="-285750"/>
            <a:r>
              <a:rPr lang="en-US" dirty="0"/>
              <a:t>Equipment failures</a:t>
            </a:r>
          </a:p>
          <a:p>
            <a:pPr marL="714375" lvl="1" indent="-285750"/>
            <a:r>
              <a:rPr lang="en-US" dirty="0"/>
              <a:t>Software vulnerabilities</a:t>
            </a:r>
          </a:p>
          <a:p>
            <a:pPr marL="714375" lvl="1" indent="-285750"/>
            <a:r>
              <a:rPr lang="en-US" dirty="0"/>
              <a:t>Nontechnical risks like inadequate policies or training</a:t>
            </a:r>
          </a:p>
          <a:p>
            <a:r>
              <a:rPr lang="en-US" dirty="0"/>
              <a:t>Risk assessment evaluates previously identified risks to determine their potential impact on the organization</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Risk Identification and Assessment</a:t>
            </a:r>
          </a:p>
        </p:txBody>
      </p:sp>
      <p:sp>
        <p:nvSpPr>
          <p:cNvPr id="7" name="Content Placeholder 6">
            <a:extLst>
              <a:ext uri="{FF2B5EF4-FFF2-40B4-BE49-F238E27FC236}">
                <a16:creationId xmlns:a16="http://schemas.microsoft.com/office/drawing/2014/main" id="{FBA37465-1A99-0D0E-ECCD-2EDA05EF3A8F}"/>
              </a:ext>
            </a:extLst>
          </p:cNvPr>
          <p:cNvSpPr>
            <a:spLocks noGrp="1"/>
          </p:cNvSpPr>
          <p:nvPr>
            <p:ph idx="1"/>
          </p:nvPr>
        </p:nvSpPr>
        <p:spPr/>
        <p:txBody>
          <a:bodyPr>
            <a:normAutofit fontScale="85000" lnSpcReduction="10000"/>
          </a:bodyPr>
          <a:lstStyle/>
          <a:p>
            <a:r>
              <a:rPr lang="en-US" dirty="0"/>
              <a:t>Risk Analysis</a:t>
            </a:r>
          </a:p>
          <a:p>
            <a:pPr lvl="1"/>
            <a:r>
              <a:rPr lang="en-US" dirty="0"/>
              <a:t>Describes identifying and evaluating potential risks and the characteristics that define them</a:t>
            </a:r>
          </a:p>
          <a:p>
            <a:pPr marL="285750" indent="-285750">
              <a:buFont typeface="Arial" panose="020B0604020202020204" pitchFamily="34" charset="0"/>
              <a:buChar char="•"/>
            </a:pPr>
            <a:r>
              <a:rPr lang="en-US" dirty="0"/>
              <a:t>Quantitative Analysis</a:t>
            </a:r>
          </a:p>
          <a:p>
            <a:pPr marL="714375" lvl="1" indent="-285750"/>
            <a:r>
              <a:rPr lang="en-US" dirty="0"/>
              <a:t>Assign tangible values to each risk</a:t>
            </a:r>
          </a:p>
          <a:p>
            <a:pPr marL="285750" indent="-285750">
              <a:buFont typeface="Arial" panose="020B0604020202020204" pitchFamily="34" charset="0"/>
              <a:buChar char="•"/>
            </a:pPr>
            <a:r>
              <a:rPr lang="en-US" dirty="0"/>
              <a:t>Qualitative Analysis</a:t>
            </a:r>
          </a:p>
          <a:p>
            <a:pPr marL="714375" lvl="1" indent="-285750"/>
            <a:r>
              <a:rPr lang="en-US" dirty="0"/>
              <a:t>Assess risks based on subjective judgment</a:t>
            </a:r>
          </a:p>
          <a:p>
            <a:r>
              <a:rPr lang="en-US" dirty="0"/>
              <a:t>Risk Assessment</a:t>
            </a:r>
          </a:p>
          <a:p>
            <a:pPr lvl="1"/>
            <a:r>
              <a:rPr lang="en-US" dirty="0"/>
              <a:t>Estimates potential risk levels and their significance by interpreting data collected during risk analysis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594371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p:txBody>
          <a:bodyPr/>
          <a:lstStyle/>
          <a:p>
            <a:r>
              <a:rPr lang="en-US" dirty="0"/>
              <a:t>Risk Identification and Assessment</a:t>
            </a:r>
          </a:p>
        </p:txBody>
      </p:sp>
      <p:pic>
        <p:nvPicPr>
          <p:cNvPr id="1026" name="Picture 2" descr="A traffic light impact grid lists the risk factor, impact, A R O, cost of controls, and overall risk.">
            <a:extLst>
              <a:ext uri="{FF2B5EF4-FFF2-40B4-BE49-F238E27FC236}">
                <a16:creationId xmlns:a16="http://schemas.microsoft.com/office/drawing/2014/main" id="{1ED2173D-4F08-EBF3-F418-A206603DED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6050" y="1899019"/>
            <a:ext cx="4354513" cy="1740750"/>
          </a:xfrm>
          <a:noFill/>
          <a:extLst>
            <a:ext uri="{909E8E84-426E-40DD-AFC4-6F175D3DCCD1}">
              <a14:hiddenFill xmlns:a14="http://schemas.microsoft.com/office/drawing/2010/main">
                <a:solidFill>
                  <a:srgbClr val="FFFFFF"/>
                </a:solidFill>
              </a14:hiddenFill>
            </a:ext>
          </a:extLst>
        </p:spPr>
      </p:pic>
      <p:sp>
        <p:nvSpPr>
          <p:cNvPr id="9" name="Content Placeholder 8">
            <a:extLst>
              <a:ext uri="{FF2B5EF4-FFF2-40B4-BE49-F238E27FC236}">
                <a16:creationId xmlns:a16="http://schemas.microsoft.com/office/drawing/2014/main" id="{F54222FD-C3F0-9572-4000-1EF640724760}"/>
              </a:ext>
            </a:extLst>
          </p:cNvPr>
          <p:cNvSpPr>
            <a:spLocks noGrp="1"/>
          </p:cNvSpPr>
          <p:nvPr>
            <p:ph idx="12"/>
          </p:nvPr>
        </p:nvSpPr>
        <p:spPr/>
        <p:txBody>
          <a:bodyPr/>
          <a:lstStyle/>
          <a:p>
            <a:r>
              <a:rPr lang="en-US" dirty="0"/>
              <a:t>Inherent Risk</a:t>
            </a:r>
          </a:p>
          <a:p>
            <a:pPr marL="714375" lvl="1" indent="-285750"/>
            <a:r>
              <a:rPr lang="en-US" dirty="0"/>
              <a:t>Level of risk before any type of mitigation has been attempted</a:t>
            </a:r>
          </a:p>
          <a:p>
            <a:r>
              <a:rPr lang="en-US" dirty="0"/>
              <a:t>Heat Map</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3"/>
          </p:nvPr>
        </p:nvSpPr>
        <p:spPr/>
        <p:txBody>
          <a:bodyPr/>
          <a:lstStyle/>
          <a:p>
            <a:fld id="{B7CF8A19-3A9E-4ABC-B336-2FDDE321C72D}" type="slidenum">
              <a:rPr lang="en-US" smtClean="0"/>
              <a:pPr/>
              <a:t>5</a:t>
            </a:fld>
            <a:endParaRPr lang="en-US"/>
          </a:p>
        </p:txBody>
      </p:sp>
      <p:sp>
        <p:nvSpPr>
          <p:cNvPr id="7" name="Rectangle 6">
            <a:extLst>
              <a:ext uri="{FF2B5EF4-FFF2-40B4-BE49-F238E27FC236}">
                <a16:creationId xmlns:a16="http://schemas.microsoft.com/office/drawing/2014/main" id="{C40782AF-CAEB-8D03-FBDF-441B4EF43FCA}"/>
              </a:ext>
            </a:extLst>
          </p:cNvPr>
          <p:cNvSpPr/>
          <p:nvPr/>
        </p:nvSpPr>
        <p:spPr>
          <a:xfrm>
            <a:off x="419199" y="3719291"/>
            <a:ext cx="3503303" cy="230832"/>
          </a:xfrm>
          <a:prstGeom prst="rect">
            <a:avLst/>
          </a:prstGeom>
        </p:spPr>
        <p:txBody>
          <a:bodyPr wrap="square">
            <a:spAutoFit/>
          </a:bodyPr>
          <a:lstStyle/>
          <a:p>
            <a:pPr algn="ctr"/>
            <a:r>
              <a:rPr lang="en-US" sz="900" i="1" dirty="0">
                <a:solidFill>
                  <a:srgbClr val="45545F"/>
                </a:solidFill>
              </a:rPr>
              <a:t>Traffic light impact grid.</a:t>
            </a:r>
          </a:p>
        </p:txBody>
      </p:sp>
    </p:spTree>
    <p:extLst>
      <p:ext uri="{BB962C8B-B14F-4D97-AF65-F5344CB8AC3E}">
        <p14:creationId xmlns:p14="http://schemas.microsoft.com/office/powerpoint/2010/main" val="257992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Risk Management Strategies</a:t>
            </a:r>
          </a:p>
        </p:txBody>
      </p:sp>
      <p:sp>
        <p:nvSpPr>
          <p:cNvPr id="7" name="Content Placeholder 6">
            <a:extLst>
              <a:ext uri="{FF2B5EF4-FFF2-40B4-BE49-F238E27FC236}">
                <a16:creationId xmlns:a16="http://schemas.microsoft.com/office/drawing/2014/main" id="{49B07361-E057-F064-B686-1EDC7C3974EC}"/>
              </a:ext>
            </a:extLst>
          </p:cNvPr>
          <p:cNvSpPr>
            <a:spLocks noGrp="1"/>
          </p:cNvSpPr>
          <p:nvPr>
            <p:ph idx="1"/>
          </p:nvPr>
        </p:nvSpPr>
        <p:spPr/>
        <p:txBody>
          <a:bodyPr/>
          <a:lstStyle/>
          <a:p>
            <a:r>
              <a:rPr lang="en-US" noProof="0" dirty="0">
                <a:latin typeface="Calibri" panose="020F0502020204030204" pitchFamily="34" charset="0"/>
                <a:cs typeface="Calibri" panose="020F0502020204030204" pitchFamily="34" charset="0"/>
              </a:rPr>
              <a:t>Risk management strategies</a:t>
            </a:r>
          </a:p>
          <a:p>
            <a:pPr lvl="1"/>
            <a:r>
              <a:rPr lang="en-US" dirty="0"/>
              <a:t>D</a:t>
            </a:r>
            <a:r>
              <a:rPr lang="en-US" noProof="0" dirty="0">
                <a:latin typeface="Calibri" panose="020F0502020204030204" pitchFamily="34" charset="0"/>
                <a:cs typeface="Calibri" panose="020F0502020204030204" pitchFamily="34" charset="0"/>
              </a:rPr>
              <a:t>escribe the proactive and systematic approaches used to identify, assess, prioritize, and mitigate risks to minimize their negative impacts</a:t>
            </a:r>
          </a:p>
          <a:p>
            <a:r>
              <a:rPr lang="en-US" dirty="0">
                <a:latin typeface="Calibri" panose="020F0502020204030204" pitchFamily="34" charset="0"/>
                <a:cs typeface="Calibri" panose="020F0502020204030204" pitchFamily="34" charset="0"/>
              </a:rPr>
              <a:t>Risk responses</a:t>
            </a:r>
          </a:p>
          <a:p>
            <a:pPr lvl="1"/>
            <a:r>
              <a:rPr lang="en-US" dirty="0"/>
              <a:t>I</a:t>
            </a:r>
            <a:r>
              <a:rPr lang="en-US" dirty="0">
                <a:latin typeface="Calibri" panose="020F0502020204030204" pitchFamily="34" charset="0"/>
                <a:cs typeface="Calibri" panose="020F0502020204030204" pitchFamily="34" charset="0"/>
              </a:rPr>
              <a:t>dentify how risk items are managed</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6</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424860" y="4185275"/>
            <a:ext cx="4572000" cy="230832"/>
          </a:xfrm>
          <a:prstGeom prst="rect">
            <a:avLst/>
          </a:prstGeom>
        </p:spPr>
        <p:txBody>
          <a:bodyPr>
            <a:spAutoFit/>
          </a:bodyPr>
          <a:lstStyle/>
          <a:p>
            <a:pPr algn="ctr"/>
            <a:r>
              <a:rPr lang="en-US" sz="900" i="1" dirty="0">
                <a:solidFill>
                  <a:srgbClr val="45545F"/>
                </a:solidFill>
              </a:rPr>
              <a:t>The four risk responses are avoid, accept, mitigate, and transfer.</a:t>
            </a:r>
          </a:p>
        </p:txBody>
      </p:sp>
      <p:pic>
        <p:nvPicPr>
          <p:cNvPr id="9" name="Content Placeholder 8" descr="A diagram lists 4 risk responses: Avoid, Accept, Mitigate, and Transfer">
            <a:extLst>
              <a:ext uri="{FF2B5EF4-FFF2-40B4-BE49-F238E27FC236}">
                <a16:creationId xmlns:a16="http://schemas.microsoft.com/office/drawing/2014/main" id="{9D31F1B6-CEB6-214D-5978-1FF488D48D1C}"/>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571999" y="1120968"/>
            <a:ext cx="4379912" cy="309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724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Risk Management Strategies</a:t>
            </a:r>
          </a:p>
        </p:txBody>
      </p:sp>
      <p:sp>
        <p:nvSpPr>
          <p:cNvPr id="7" name="Content Placeholder 6">
            <a:extLst>
              <a:ext uri="{FF2B5EF4-FFF2-40B4-BE49-F238E27FC236}">
                <a16:creationId xmlns:a16="http://schemas.microsoft.com/office/drawing/2014/main" id="{8C020E7D-A7EE-BB0F-57BC-3EE6667A4F85}"/>
              </a:ext>
            </a:extLst>
          </p:cNvPr>
          <p:cNvSpPr>
            <a:spLocks noGrp="1"/>
          </p:cNvSpPr>
          <p:nvPr>
            <p:ph idx="1"/>
          </p:nvPr>
        </p:nvSpPr>
        <p:spPr/>
        <p:txBody>
          <a:bodyPr>
            <a:normAutofit/>
          </a:bodyPr>
          <a:lstStyle/>
          <a:p>
            <a:r>
              <a:rPr lang="en-US" dirty="0"/>
              <a:t>Residual Risk</a:t>
            </a:r>
          </a:p>
          <a:p>
            <a:pPr marL="714375" lvl="1" indent="-285750"/>
            <a:r>
              <a:rPr lang="en-US" dirty="0"/>
              <a:t>The amount of risk left after mitigations are implemented</a:t>
            </a:r>
          </a:p>
          <a:p>
            <a:pPr marL="714375" lvl="1" indent="-285750"/>
            <a:r>
              <a:rPr lang="en-US" dirty="0"/>
              <a:t>Risk cannot be fully eliminated</a:t>
            </a:r>
          </a:p>
          <a:p>
            <a:r>
              <a:rPr lang="en-US" dirty="0"/>
              <a:t>Risk Appetite</a:t>
            </a:r>
          </a:p>
          <a:p>
            <a:pPr marL="714375" lvl="1" indent="-285750"/>
            <a:r>
              <a:rPr lang="en-US" dirty="0"/>
              <a:t>Acceptable levels of risk</a:t>
            </a:r>
          </a:p>
          <a:p>
            <a:pPr marL="714375" lvl="1" indent="-285750"/>
            <a:r>
              <a:rPr lang="en-US" dirty="0"/>
              <a:t>Varies from one organization to another</a:t>
            </a:r>
          </a:p>
          <a:p>
            <a:pPr marL="714375" lvl="1" indent="-285750"/>
            <a:r>
              <a:rPr lang="en-US" dirty="0"/>
              <a:t>Sometimes defined in a formal risk appetite statement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46663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Risk Management Processes</a:t>
            </a:r>
          </a:p>
        </p:txBody>
      </p:sp>
      <p:sp>
        <p:nvSpPr>
          <p:cNvPr id="7" name="Content Placeholder 6">
            <a:extLst>
              <a:ext uri="{FF2B5EF4-FFF2-40B4-BE49-F238E27FC236}">
                <a16:creationId xmlns:a16="http://schemas.microsoft.com/office/drawing/2014/main" id="{0D5F4E05-81F0-CAD2-8BBB-E424E7820EF2}"/>
              </a:ext>
            </a:extLst>
          </p:cNvPr>
          <p:cNvSpPr>
            <a:spLocks noGrp="1"/>
          </p:cNvSpPr>
          <p:nvPr>
            <p:ph idx="1"/>
          </p:nvPr>
        </p:nvSpPr>
        <p:spPr/>
        <p:txBody>
          <a:bodyPr>
            <a:normAutofit fontScale="85000" lnSpcReduction="20000"/>
          </a:bodyPr>
          <a:lstStyle/>
          <a:p>
            <a:r>
              <a:rPr lang="en-US" dirty="0"/>
              <a:t>Identifying, assessing, and mitigating vulnerabilities and threats to the essential functions that a business must perform to fulfill its purpose</a:t>
            </a:r>
          </a:p>
          <a:p>
            <a:r>
              <a:rPr lang="en-US" dirty="0"/>
              <a:t>Risk</a:t>
            </a:r>
          </a:p>
          <a:p>
            <a:pPr lvl="1"/>
            <a:r>
              <a:rPr lang="en-US" dirty="0"/>
              <a:t>A measure of threats, vulnerabilities, impact, and probability</a:t>
            </a:r>
          </a:p>
          <a:p>
            <a:r>
              <a:rPr lang="en-US" dirty="0"/>
              <a:t>Risk Registers</a:t>
            </a:r>
          </a:p>
          <a:p>
            <a:pPr marL="714375" lvl="1" indent="-285750"/>
            <a:r>
              <a:rPr lang="en-US" dirty="0"/>
              <a:t>Risk description</a:t>
            </a:r>
          </a:p>
          <a:p>
            <a:pPr marL="714375" lvl="1" indent="-285750"/>
            <a:r>
              <a:rPr lang="en-US" dirty="0"/>
              <a:t>Severity</a:t>
            </a:r>
          </a:p>
          <a:p>
            <a:pPr marL="714375" lvl="1" indent="-285750"/>
            <a:r>
              <a:rPr lang="en-US" dirty="0"/>
              <a:t>Owner of the risk item</a:t>
            </a:r>
          </a:p>
          <a:p>
            <a:pPr marL="714375" lvl="1" indent="-285750"/>
            <a:r>
              <a:rPr lang="en-US" dirty="0"/>
              <a:t>Identified mitigations</a:t>
            </a:r>
          </a:p>
          <a:p>
            <a:pPr marL="714375" lvl="1" indent="-285750"/>
            <a:r>
              <a:rPr lang="en-US" dirty="0"/>
              <a:t>Often utilize heat maps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348117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Risk Management Processes</a:t>
            </a:r>
          </a:p>
        </p:txBody>
      </p:sp>
      <p:sp>
        <p:nvSpPr>
          <p:cNvPr id="7" name="Content Placeholder 6">
            <a:extLst>
              <a:ext uri="{FF2B5EF4-FFF2-40B4-BE49-F238E27FC236}">
                <a16:creationId xmlns:a16="http://schemas.microsoft.com/office/drawing/2014/main" id="{A951F452-3ED0-F413-0803-4B7E7AC420B4}"/>
              </a:ext>
            </a:extLst>
          </p:cNvPr>
          <p:cNvSpPr>
            <a:spLocks noGrp="1"/>
          </p:cNvSpPr>
          <p:nvPr>
            <p:ph idx="1"/>
          </p:nvPr>
        </p:nvSpPr>
        <p:spPr/>
        <p:txBody>
          <a:bodyPr>
            <a:normAutofit/>
          </a:bodyPr>
          <a:lstStyle/>
          <a:p>
            <a:r>
              <a:rPr lang="en-US" dirty="0"/>
              <a:t>Risk Threshold</a:t>
            </a:r>
          </a:p>
          <a:p>
            <a:pPr marL="714375" lvl="1" indent="-285750"/>
            <a:r>
              <a:rPr lang="en-US" dirty="0"/>
              <a:t>Defines the limits or levels of acceptable risk</a:t>
            </a:r>
          </a:p>
          <a:p>
            <a:r>
              <a:rPr lang="en-US" dirty="0"/>
              <a:t>Key Risk Indicators</a:t>
            </a:r>
          </a:p>
          <a:p>
            <a:pPr marL="714375" lvl="1" indent="-285750"/>
            <a:r>
              <a:rPr lang="en-US" dirty="0"/>
              <a:t>Predictive indicators for monitoring and predicting potential risks</a:t>
            </a:r>
          </a:p>
          <a:p>
            <a:r>
              <a:rPr lang="en-US" dirty="0"/>
              <a:t>Risk Reporting</a:t>
            </a:r>
          </a:p>
          <a:p>
            <a:pPr marL="714375" lvl="1" indent="-285750"/>
            <a:r>
              <a:rPr lang="en-US" dirty="0"/>
              <a:t>Communicate an organization's risk profile</a:t>
            </a:r>
          </a:p>
          <a:p>
            <a:pPr marL="714375" lvl="1" indent="-285750"/>
            <a:r>
              <a:rPr lang="en-US" dirty="0"/>
              <a:t>Communicate the effectiveness of a risk management program</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96993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Business Impact Analysis</a:t>
            </a:r>
          </a:p>
        </p:txBody>
      </p:sp>
      <p:sp>
        <p:nvSpPr>
          <p:cNvPr id="9" name="Content Placeholder 8">
            <a:extLst>
              <a:ext uri="{FF2B5EF4-FFF2-40B4-BE49-F238E27FC236}">
                <a16:creationId xmlns:a16="http://schemas.microsoft.com/office/drawing/2014/main" id="{1E24CF4E-AE7E-31B2-9CDD-798E32E49AA3}"/>
              </a:ext>
            </a:extLst>
          </p:cNvPr>
          <p:cNvSpPr>
            <a:spLocks noGrp="1"/>
          </p:cNvSpPr>
          <p:nvPr>
            <p:ph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Identification of Critical Systems</a:t>
            </a:r>
          </a:p>
          <a:p>
            <a:r>
              <a:rPr lang="en-US" dirty="0">
                <a:latin typeface="Calibri" panose="020F0502020204030204" pitchFamily="34" charset="0"/>
                <a:cs typeface="Calibri" panose="020F0502020204030204" pitchFamily="34" charset="0"/>
              </a:rPr>
              <a:t>Mission Essential Functions</a:t>
            </a:r>
          </a:p>
          <a:p>
            <a:pPr marL="285750" indent="-285750">
              <a:buFont typeface="Arial" panose="020B0604020202020204" pitchFamily="34" charset="0"/>
              <a:buChar char="•"/>
            </a:pPr>
            <a:endParaRPr lang="en-US" sz="2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Maximum Tolerable Downtime (MTD) </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Recovery Time Objective (RTO) </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Work Recovery Time (WRT)</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Recovery Point Objective (RPO) </a:t>
            </a:r>
          </a:p>
          <a:p>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10</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769616" y="3954926"/>
            <a:ext cx="4572000" cy="230832"/>
          </a:xfrm>
          <a:prstGeom prst="rect">
            <a:avLst/>
          </a:prstGeom>
        </p:spPr>
        <p:txBody>
          <a:bodyPr>
            <a:spAutoFit/>
          </a:bodyPr>
          <a:lstStyle/>
          <a:p>
            <a:pPr algn="ctr"/>
            <a:r>
              <a:rPr lang="en-US" sz="900" i="1" dirty="0">
                <a:solidFill>
                  <a:srgbClr val="45545F"/>
                </a:solidFill>
              </a:rPr>
              <a:t>Metrics governing mission essential functions. (Images © 123RF.com.)</a:t>
            </a:r>
          </a:p>
        </p:txBody>
      </p:sp>
      <p:pic>
        <p:nvPicPr>
          <p:cNvPr id="12" name="Content Placeholder 9" descr="A diagram shows the mission essential functions.">
            <a:extLst>
              <a:ext uri="{FF2B5EF4-FFF2-40B4-BE49-F238E27FC236}">
                <a16:creationId xmlns:a16="http://schemas.microsoft.com/office/drawing/2014/main" id="{F5865460-21DB-28F8-DB71-3803C8CB1982}"/>
              </a:ext>
            </a:extLst>
          </p:cNvPr>
          <p:cNvPicPr>
            <a:picLocks noGrp="1" noChangeAspect="1"/>
          </p:cNvPicPr>
          <p:nvPr>
            <p:ph idx="12"/>
          </p:nvPr>
        </p:nvPicPr>
        <p:blipFill>
          <a:blip r:embed="rId2"/>
          <a:stretch>
            <a:fillRect/>
          </a:stretch>
        </p:blipFill>
        <p:spPr>
          <a:xfrm>
            <a:off x="4637088" y="1627880"/>
            <a:ext cx="4379912" cy="2283028"/>
          </a:xfrm>
          <a:prstGeom prst="rect">
            <a:avLst/>
          </a:prstGeom>
        </p:spPr>
      </p:pic>
    </p:spTree>
    <p:extLst>
      <p:ext uri="{BB962C8B-B14F-4D97-AF65-F5344CB8AC3E}">
        <p14:creationId xmlns:p14="http://schemas.microsoft.com/office/powerpoint/2010/main" val="3337966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Risk Identification and Assessment</a:t>
            </a:r>
          </a:p>
          <a:p>
            <a:r>
              <a:rPr lang="en-US" dirty="0"/>
              <a:t>Risk Management Strategies</a:t>
            </a:r>
          </a:p>
          <a:p>
            <a:r>
              <a:rPr lang="en-US" dirty="0"/>
              <a:t>Risk Management Processes</a:t>
            </a:r>
          </a:p>
          <a:p>
            <a:r>
              <a:rPr lang="en-US" dirty="0"/>
              <a:t>Business Impact Analysis</a:t>
            </a:r>
          </a:p>
          <a:p>
            <a:pPr marL="0" indent="0">
              <a:buNone/>
            </a:pPr>
            <a:endParaRPr lang="en-US" dirty="0"/>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sz="2600" dirty="0"/>
              <a:t>Risk Management Processes and Concepts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2631819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Vendor Management Concepts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15B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15</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674909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Vendor Selection</a:t>
            </a:r>
          </a:p>
        </p:txBody>
      </p:sp>
      <p:sp>
        <p:nvSpPr>
          <p:cNvPr id="7" name="Content Placeholder 6">
            <a:extLst>
              <a:ext uri="{FF2B5EF4-FFF2-40B4-BE49-F238E27FC236}">
                <a16:creationId xmlns:a16="http://schemas.microsoft.com/office/drawing/2014/main" id="{787B1115-CC6A-82D2-25D5-C36A7C094E56}"/>
              </a:ext>
            </a:extLst>
          </p:cNvPr>
          <p:cNvSpPr>
            <a:spLocks noGrp="1"/>
          </p:cNvSpPr>
          <p:nvPr>
            <p:ph idx="1"/>
          </p:nvPr>
        </p:nvSpPr>
        <p:spPr/>
        <p:txBody>
          <a:bodyPr>
            <a:normAutofit lnSpcReduction="10000"/>
          </a:bodyPr>
          <a:lstStyle/>
          <a:p>
            <a:r>
              <a:rPr lang="en-US" dirty="0"/>
              <a:t>Systematically evaluate and assess potential vendors to minimize risks associated with outsourcing or procurement</a:t>
            </a:r>
          </a:p>
          <a:p>
            <a:r>
              <a:rPr lang="en-US" dirty="0"/>
              <a:t>Third-Party Vendor Assessment</a:t>
            </a:r>
          </a:p>
          <a:p>
            <a:pPr marL="714375" lvl="1" indent="-285750"/>
            <a:r>
              <a:rPr lang="en-US" dirty="0"/>
              <a:t>Critical component of Governance, Risk, and Compliance (GRC) </a:t>
            </a:r>
          </a:p>
          <a:p>
            <a:pPr marL="714375" lvl="1" indent="-285750"/>
            <a:r>
              <a:rPr lang="en-US" dirty="0"/>
              <a:t>Vendor assessments provide evidence of due diligence</a:t>
            </a:r>
          </a:p>
          <a:p>
            <a:r>
              <a:rPr lang="en-US" dirty="0"/>
              <a:t>Conflict of Interest</a:t>
            </a:r>
          </a:p>
          <a:p>
            <a:pPr marL="714375" lvl="1" indent="-285750"/>
            <a:r>
              <a:rPr lang="en-US" dirty="0"/>
              <a:t>When an individual or organization has competing interests or obligations that could compromise their ability to act objectively, impartially, or in the best interest of the organization</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193147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Vendor Selection</a:t>
            </a:r>
          </a:p>
        </p:txBody>
      </p:sp>
      <p:sp>
        <p:nvSpPr>
          <p:cNvPr id="7" name="Content Placeholder 6">
            <a:extLst>
              <a:ext uri="{FF2B5EF4-FFF2-40B4-BE49-F238E27FC236}">
                <a16:creationId xmlns:a16="http://schemas.microsoft.com/office/drawing/2014/main" id="{E8AF22AC-9A1F-F5A4-56F1-0543F6A10EB2}"/>
              </a:ext>
            </a:extLst>
          </p:cNvPr>
          <p:cNvSpPr>
            <a:spLocks noGrp="1"/>
          </p:cNvSpPr>
          <p:nvPr>
            <p:ph idx="1"/>
          </p:nvPr>
        </p:nvSpPr>
        <p:spPr/>
        <p:txBody>
          <a:bodyPr>
            <a:normAutofit fontScale="92500" lnSpcReduction="10000"/>
          </a:bodyPr>
          <a:lstStyle/>
          <a:p>
            <a:r>
              <a:rPr lang="en-US" dirty="0"/>
              <a:t>Vendor Assessment Methods</a:t>
            </a:r>
          </a:p>
          <a:p>
            <a:pPr marL="714375" lvl="1" indent="-285750"/>
            <a:r>
              <a:rPr lang="en-US" dirty="0"/>
              <a:t>Evidence of Internal Audits</a:t>
            </a:r>
          </a:p>
          <a:p>
            <a:pPr marL="714375" lvl="1" indent="-285750"/>
            <a:r>
              <a:rPr lang="en-US" dirty="0"/>
              <a:t>Independent Assessments</a:t>
            </a:r>
          </a:p>
          <a:p>
            <a:pPr marL="714375" lvl="1" indent="-285750"/>
            <a:r>
              <a:rPr lang="en-US" dirty="0"/>
              <a:t>Penetration Testing</a:t>
            </a:r>
          </a:p>
          <a:p>
            <a:pPr marL="714375" lvl="1" indent="-285750"/>
            <a:r>
              <a:rPr lang="en-US" dirty="0"/>
              <a:t>Supply Chain Analysis</a:t>
            </a:r>
          </a:p>
          <a:p>
            <a:pPr marL="714375" lvl="1" indent="-285750"/>
            <a:r>
              <a:rPr lang="en-US" dirty="0"/>
              <a:t>Right-to-Audit Clause</a:t>
            </a:r>
          </a:p>
          <a:p>
            <a:r>
              <a:rPr lang="en-US" dirty="0"/>
              <a:t>Vendor Monitoring</a:t>
            </a:r>
          </a:p>
          <a:p>
            <a:pPr marL="714375" lvl="1" indent="-285750"/>
            <a:r>
              <a:rPr lang="en-US" dirty="0"/>
              <a:t>Continuously evaluating vendors to ensure ongoing adherence to security standards, compliance requirements, and contractual obligations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360509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Legal Agreements</a:t>
            </a:r>
          </a:p>
        </p:txBody>
      </p:sp>
      <p:sp>
        <p:nvSpPr>
          <p:cNvPr id="7" name="Content Placeholder 6">
            <a:extLst>
              <a:ext uri="{FF2B5EF4-FFF2-40B4-BE49-F238E27FC236}">
                <a16:creationId xmlns:a16="http://schemas.microsoft.com/office/drawing/2014/main" id="{30B54635-A120-DFB8-7981-D4B2F39F242D}"/>
              </a:ext>
            </a:extLst>
          </p:cNvPr>
          <p:cNvSpPr>
            <a:spLocks noGrp="1"/>
          </p:cNvSpPr>
          <p:nvPr>
            <p:ph idx="1"/>
          </p:nvPr>
        </p:nvSpPr>
        <p:spPr/>
        <p:txBody>
          <a:bodyPr>
            <a:normAutofit fontScale="62500" lnSpcReduction="20000"/>
          </a:bodyPr>
          <a:lstStyle/>
          <a:p>
            <a:r>
              <a:rPr lang="en-US" dirty="0"/>
              <a:t>Initial Agreements</a:t>
            </a:r>
          </a:p>
          <a:p>
            <a:pPr marL="714375" lvl="1" indent="-285750"/>
            <a:r>
              <a:rPr lang="en-US" dirty="0"/>
              <a:t>Memorandum of Understanding (MOU)</a:t>
            </a:r>
          </a:p>
          <a:p>
            <a:pPr marL="714375" lvl="1" indent="-285750"/>
            <a:r>
              <a:rPr lang="en-US" dirty="0"/>
              <a:t>Nondisclosure Agreement (NDA)</a:t>
            </a:r>
          </a:p>
          <a:p>
            <a:pPr marL="714375" lvl="1" indent="-285750"/>
            <a:r>
              <a:rPr lang="en-US" dirty="0"/>
              <a:t>Memorandum of Agreement (MOA)</a:t>
            </a:r>
          </a:p>
          <a:p>
            <a:pPr marL="714375" lvl="1" indent="-285750"/>
            <a:r>
              <a:rPr lang="en-US" dirty="0"/>
              <a:t>Business Partnership Agreement (BPA)</a:t>
            </a:r>
          </a:p>
          <a:p>
            <a:pPr marL="714375" lvl="1" indent="-285750"/>
            <a:r>
              <a:rPr lang="en-US" dirty="0"/>
              <a:t>Master Service Agreement (MSA)</a:t>
            </a:r>
          </a:p>
          <a:p>
            <a:r>
              <a:rPr lang="en-US" dirty="0"/>
              <a:t>Operational/Performance Agreements</a:t>
            </a:r>
          </a:p>
          <a:p>
            <a:pPr marL="714375" lvl="1" indent="-285750"/>
            <a:r>
              <a:rPr lang="en-US" dirty="0"/>
              <a:t>Service-level Agreement (SLA)</a:t>
            </a:r>
          </a:p>
          <a:p>
            <a:pPr marL="714375" lvl="1" indent="-285750"/>
            <a:r>
              <a:rPr lang="en-US" dirty="0"/>
              <a:t>Statement of Work (SOW)/Work Order (WO)</a:t>
            </a:r>
          </a:p>
          <a:p>
            <a:r>
              <a:rPr lang="en-US" dirty="0"/>
              <a:t>Expectations</a:t>
            </a:r>
          </a:p>
          <a:p>
            <a:pPr marL="714375" lvl="1" indent="-285750"/>
            <a:r>
              <a:rPr lang="en-US" dirty="0"/>
              <a:t>Rules of Engagement (</a:t>
            </a:r>
            <a:r>
              <a:rPr lang="en-US" dirty="0" err="1"/>
              <a:t>RoE</a:t>
            </a:r>
            <a:r>
              <a:rPr lang="en-US" dirty="0"/>
              <a: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65103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Vendor Selection</a:t>
            </a:r>
          </a:p>
          <a:p>
            <a:r>
              <a:rPr lang="en-US" dirty="0"/>
              <a:t>Vendor Assessment Methods</a:t>
            </a:r>
          </a:p>
          <a:p>
            <a:r>
              <a:rPr lang="en-US" dirty="0"/>
              <a:t>Legal Agreements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Vendor Management Concepts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45826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Audits and Assessments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15C</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15</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925647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Attestation and Assessments</a:t>
            </a:r>
          </a:p>
        </p:txBody>
      </p:sp>
      <p:sp>
        <p:nvSpPr>
          <p:cNvPr id="7" name="Content Placeholder 6">
            <a:extLst>
              <a:ext uri="{FF2B5EF4-FFF2-40B4-BE49-F238E27FC236}">
                <a16:creationId xmlns:a16="http://schemas.microsoft.com/office/drawing/2014/main" id="{94FDBE13-7307-A494-C1CC-E9D0D0FBFFB3}"/>
              </a:ext>
            </a:extLst>
          </p:cNvPr>
          <p:cNvSpPr>
            <a:spLocks noGrp="1"/>
          </p:cNvSpPr>
          <p:nvPr>
            <p:ph idx="1"/>
          </p:nvPr>
        </p:nvSpPr>
        <p:spPr/>
        <p:txBody>
          <a:bodyPr>
            <a:normAutofit fontScale="92500" lnSpcReduction="20000"/>
          </a:bodyPr>
          <a:lstStyle/>
          <a:p>
            <a:r>
              <a:rPr lang="en-US" dirty="0"/>
              <a:t>Attestation</a:t>
            </a:r>
          </a:p>
          <a:p>
            <a:pPr lvl="1"/>
            <a:r>
              <a:rPr lang="en-US" dirty="0"/>
              <a:t>Verifying the accuracy, reliability, and effectiveness of security controls</a:t>
            </a:r>
          </a:p>
          <a:p>
            <a:r>
              <a:rPr lang="en-US" dirty="0"/>
              <a:t>Internal Assessment</a:t>
            </a:r>
          </a:p>
          <a:p>
            <a:pPr marL="714375" lvl="1" indent="-285750"/>
            <a:r>
              <a:rPr lang="en-US" dirty="0"/>
              <a:t>Organization's own employees conduct an in-depth assessment</a:t>
            </a:r>
          </a:p>
          <a:p>
            <a:pPr marL="714375" lvl="1" indent="-285750"/>
            <a:r>
              <a:rPr lang="en-US" dirty="0"/>
              <a:t>Relatively simple to perform and customize</a:t>
            </a:r>
          </a:p>
          <a:p>
            <a:r>
              <a:rPr lang="en-US" dirty="0"/>
              <a:t>External Assessment</a:t>
            </a:r>
          </a:p>
          <a:p>
            <a:pPr marL="714375" lvl="1" indent="-285750"/>
            <a:r>
              <a:rPr lang="en-US" dirty="0"/>
              <a:t>Independent Third-Party</a:t>
            </a:r>
          </a:p>
          <a:p>
            <a:pPr marL="714375" lvl="1" indent="-285750"/>
            <a:r>
              <a:rPr lang="en-US" dirty="0"/>
              <a:t>Impartial and objective evaluation of business practices</a:t>
            </a:r>
          </a:p>
          <a:p>
            <a:pPr marL="714375" lvl="1" indent="-285750"/>
            <a:r>
              <a:rPr lang="en-US" dirty="0"/>
              <a:t>Required for legal compliance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909523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Penetration Testing</a:t>
            </a:r>
          </a:p>
        </p:txBody>
      </p:sp>
      <p:sp>
        <p:nvSpPr>
          <p:cNvPr id="7" name="Content Placeholder 6">
            <a:extLst>
              <a:ext uri="{FF2B5EF4-FFF2-40B4-BE49-F238E27FC236}">
                <a16:creationId xmlns:a16="http://schemas.microsoft.com/office/drawing/2014/main" id="{18437539-4930-8627-05C5-9A4849763620}"/>
              </a:ext>
            </a:extLst>
          </p:cNvPr>
          <p:cNvSpPr>
            <a:spLocks noGrp="1"/>
          </p:cNvSpPr>
          <p:nvPr>
            <p:ph idx="1"/>
          </p:nvPr>
        </p:nvSpPr>
        <p:spPr/>
        <p:txBody>
          <a:bodyPr>
            <a:normAutofit lnSpcReduction="10000"/>
          </a:bodyPr>
          <a:lstStyle/>
          <a:p>
            <a:r>
              <a:rPr lang="en-US" dirty="0">
                <a:latin typeface="Calibri" panose="020F0502020204030204" pitchFamily="34" charset="0"/>
                <a:cs typeface="Calibri" panose="020F0502020204030204" pitchFamily="34" charset="0"/>
              </a:rPr>
              <a:t>Uses authorized hacking techniques to discover exploitable weaknesses in the target's security systems.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Sometimes referred to as Pen Test or Ethical Hacking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Internal Pen Test performed by a “Red Team”</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May include Active and Passive Reconnaissance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Known Environment Penetration Testing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Partially Known Environment Penetration Testing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Unknown Environment Penetration Testing</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3716884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Exercise Types</a:t>
            </a:r>
          </a:p>
        </p:txBody>
      </p:sp>
      <p:sp>
        <p:nvSpPr>
          <p:cNvPr id="7" name="Content Placeholder 6">
            <a:extLst>
              <a:ext uri="{FF2B5EF4-FFF2-40B4-BE49-F238E27FC236}">
                <a16:creationId xmlns:a16="http://schemas.microsoft.com/office/drawing/2014/main" id="{26E052F7-2E22-9C4B-DC8B-933898F1BA13}"/>
              </a:ext>
            </a:extLst>
          </p:cNvPr>
          <p:cNvSpPr>
            <a:spLocks noGrp="1"/>
          </p:cNvSpPr>
          <p:nvPr>
            <p:ph idx="1"/>
          </p:nvPr>
        </p:nvSpPr>
        <p:spPr/>
        <p:txBody>
          <a:bodyPr/>
          <a:lstStyle/>
          <a:p>
            <a:r>
              <a:rPr lang="en-US" dirty="0"/>
              <a:t>Different types of penetration tests allow organizations to use a flexible and prioritized approach toward security assessment</a:t>
            </a:r>
          </a:p>
          <a:p>
            <a:pPr marL="285750" indent="-285750">
              <a:buFont typeface="Arial" panose="020B0604020202020204" pitchFamily="34" charset="0"/>
              <a:buChar char="•"/>
            </a:pPr>
            <a:r>
              <a:rPr lang="en-US" dirty="0"/>
              <a:t>Offensive Penetration Testing “Red Team”</a:t>
            </a:r>
          </a:p>
          <a:p>
            <a:pPr marL="285750" indent="-285750">
              <a:buFont typeface="Arial" panose="020B0604020202020204" pitchFamily="34" charset="0"/>
              <a:buChar char="•"/>
            </a:pPr>
            <a:r>
              <a:rPr lang="en-US" dirty="0"/>
              <a:t>Defensive Penetration Testing “Blue Team”</a:t>
            </a:r>
          </a:p>
          <a:p>
            <a:pPr marL="285750" indent="-285750">
              <a:buFont typeface="Arial" panose="020B0604020202020204" pitchFamily="34" charset="0"/>
              <a:buChar char="•"/>
            </a:pPr>
            <a:r>
              <a:rPr lang="en-US" dirty="0"/>
              <a:t>Physical Penetration Testing</a:t>
            </a:r>
          </a:p>
          <a:p>
            <a:pPr marL="285750" indent="-285750">
              <a:buFont typeface="Arial" panose="020B0604020202020204" pitchFamily="34" charset="0"/>
              <a:buChar char="•"/>
            </a:pPr>
            <a:r>
              <a:rPr lang="en-US" dirty="0"/>
              <a:t>Integrated Penetration Testing</a:t>
            </a:r>
          </a:p>
          <a:p>
            <a:pPr marL="742950" lvl="1" indent="-285750">
              <a:buFont typeface="Arial" panose="020B0604020202020204" pitchFamily="34" charset="0"/>
              <a:buChar char="•"/>
            </a:pPr>
            <a:r>
              <a:rPr lang="en-US" dirty="0"/>
              <a:t>Combines different types of penetration testing techniques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743913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Attestation and Assessments</a:t>
            </a:r>
          </a:p>
          <a:p>
            <a:r>
              <a:rPr lang="en-US" dirty="0"/>
              <a:t>Penetration Testing</a:t>
            </a:r>
          </a:p>
          <a:p>
            <a:r>
              <a:rPr lang="en-US" dirty="0"/>
              <a:t>Exercise Types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Penetration Testing Concepts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559590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22</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Performing Reconnaissance</a:t>
            </a:r>
          </a:p>
          <a:p>
            <a:r>
              <a:rPr lang="en-US" dirty="0"/>
              <a:t>Assisted Lab: Performing Penetration Testing</a:t>
            </a:r>
          </a:p>
        </p:txBody>
      </p:sp>
    </p:spTree>
    <p:extLst>
      <p:ext uri="{BB962C8B-B14F-4D97-AF65-F5344CB8AC3E}">
        <p14:creationId xmlns:p14="http://schemas.microsoft.com/office/powerpoint/2010/main" val="2697281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15</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958</Words>
  <Application>Microsoft Office PowerPoint</Application>
  <PresentationFormat>On-screen Show (16:9)</PresentationFormat>
  <Paragraphs>191</Paragraphs>
  <Slides>23</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Calibri</vt:lpstr>
      <vt:lpstr>Arial</vt:lpstr>
      <vt:lpstr>Open Sans</vt:lpstr>
      <vt:lpstr>comptia_ov</vt:lpstr>
      <vt:lpstr>comptia_ov</vt:lpstr>
      <vt:lpstr>Explain Risk Management Processes</vt:lpstr>
      <vt:lpstr>Risk Management Processes and Concepts</vt:lpstr>
      <vt:lpstr>Risk Identification and Assessment</vt:lpstr>
      <vt:lpstr>Risk Identification and Assessment</vt:lpstr>
      <vt:lpstr>Risk Identification and Assessment</vt:lpstr>
      <vt:lpstr>Risk Management Strategies</vt:lpstr>
      <vt:lpstr>Risk Management Strategies</vt:lpstr>
      <vt:lpstr>Risk Management Processes</vt:lpstr>
      <vt:lpstr>Risk Management Processes</vt:lpstr>
      <vt:lpstr>Business Impact Analysis</vt:lpstr>
      <vt:lpstr>Risk Management Processes and Concepts</vt:lpstr>
      <vt:lpstr>Vendor Management Concepts</vt:lpstr>
      <vt:lpstr>Vendor Selection</vt:lpstr>
      <vt:lpstr>Vendor Selection</vt:lpstr>
      <vt:lpstr>Legal Agreements</vt:lpstr>
      <vt:lpstr>Vendor Management Concepts</vt:lpstr>
      <vt:lpstr>Audits and Assessments</vt:lpstr>
      <vt:lpstr>Attestation and Assessments</vt:lpstr>
      <vt:lpstr>Penetration Testing</vt:lpstr>
      <vt:lpstr>Exercise Types</vt:lpstr>
      <vt:lpstr>Penetration Testing Concepts</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10</cp:revision>
  <dcterms:created xsi:type="dcterms:W3CDTF">2021-09-20T08:36:44Z</dcterms:created>
  <dcterms:modified xsi:type="dcterms:W3CDTF">2023-09-19T11:11:49Z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