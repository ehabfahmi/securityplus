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27"/>
  </p:notesMasterIdLst>
  <p:handoutMasterIdLst>
    <p:handoutMasterId r:id="rId28"/>
  </p:handoutMasterIdLst>
  <p:sldIdLst>
    <p:sldId id="257" r:id="rId6"/>
    <p:sldId id="258" r:id="rId7"/>
    <p:sldId id="260" r:id="rId8"/>
    <p:sldId id="261" r:id="rId9"/>
    <p:sldId id="268" r:id="rId10"/>
    <p:sldId id="269" r:id="rId11"/>
    <p:sldId id="270" r:id="rId12"/>
    <p:sldId id="271" r:id="rId13"/>
    <p:sldId id="272" r:id="rId14"/>
    <p:sldId id="273" r:id="rId15"/>
    <p:sldId id="274" r:id="rId16"/>
    <p:sldId id="276" r:id="rId17"/>
    <p:sldId id="263" r:id="rId18"/>
    <p:sldId id="267" r:id="rId19"/>
    <p:sldId id="277" r:id="rId20"/>
    <p:sldId id="281" r:id="rId21"/>
    <p:sldId id="282" r:id="rId22"/>
    <p:sldId id="278" r:id="rId23"/>
    <p:sldId id="279" r:id="rId24"/>
    <p:sldId id="280" r:id="rId25"/>
    <p:sldId id="266" r:id="rId26"/>
  </p:sldIdLst>
  <p:sldSz cx="9144000" cy="5143500" type="screen16x9"/>
  <p:notesSz cx="6858000" cy="9144000"/>
  <p:embeddedFontLst>
    <p:embeddedFont>
      <p:font typeface="Calibri" panose="020F0502020204030204" pitchFamily="34" charset="0"/>
      <p:regular r:id="rId29"/>
      <p:bold r:id="rId30"/>
      <p:italic r:id="rId31"/>
      <p:boldItalic r:id="rId32"/>
    </p:embeddedFont>
    <p:embeddedFont>
      <p:font typeface="Open Sans" panose="020B0606030504020204"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E1C9BC-4743-4F61-AD14-EBFEBFC73E71}" v="6" dt="2023-09-19T11:15:55.1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735" autoAdjust="0"/>
  </p:normalViewPr>
  <p:slideViewPr>
    <p:cSldViewPr snapToGrid="0">
      <p:cViewPr varScale="1">
        <p:scale>
          <a:sx n="135" d="100"/>
          <a:sy n="135" d="100"/>
        </p:scale>
        <p:origin x="906" y="108"/>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6.fntdata"/><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4.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5.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85DF2846-8C23-4E12-8126-77FA4444BD42}"/>
    <pc:docChg chg="custSel delSld modSld">
      <pc:chgData name="Danielle Andries" userId="93d179e4-3c18-40f7-920e-ae80b202540d" providerId="ADAL" clId="{85DF2846-8C23-4E12-8126-77FA4444BD42}" dt="2023-09-14T02:11:01.968" v="500" actId="20577"/>
      <pc:docMkLst>
        <pc:docMk/>
      </pc:docMkLst>
      <pc:sldChg chg="modSp mod">
        <pc:chgData name="Danielle Andries" userId="93d179e4-3c18-40f7-920e-ae80b202540d" providerId="ADAL" clId="{85DF2846-8C23-4E12-8126-77FA4444BD42}" dt="2023-08-15T15:47:14.779" v="2"/>
        <pc:sldMkLst>
          <pc:docMk/>
          <pc:sldMk cId="3995608643" sldId="257"/>
        </pc:sldMkLst>
        <pc:spChg chg="mod">
          <ac:chgData name="Danielle Andries" userId="93d179e4-3c18-40f7-920e-ae80b202540d" providerId="ADAL" clId="{85DF2846-8C23-4E12-8126-77FA4444BD42}" dt="2023-08-15T15:47:14.779" v="2"/>
          <ac:spMkLst>
            <pc:docMk/>
            <pc:sldMk cId="3995608643" sldId="257"/>
            <ac:spMk id="2" creationId="{B8F195E7-CEB7-44B4-8D15-A6FE845CE6B2}"/>
          </ac:spMkLst>
        </pc:spChg>
        <pc:spChg chg="mod">
          <ac:chgData name="Danielle Andries" userId="93d179e4-3c18-40f7-920e-ae80b202540d" providerId="ADAL" clId="{85DF2846-8C23-4E12-8126-77FA4444BD42}" dt="2023-08-15T15:47:00.262" v="1" actId="20577"/>
          <ac:spMkLst>
            <pc:docMk/>
            <pc:sldMk cId="3995608643" sldId="257"/>
            <ac:spMk id="3" creationId="{3CFC5BFA-DF53-4407-9187-19E2D701E00B}"/>
          </ac:spMkLst>
        </pc:spChg>
      </pc:sldChg>
      <pc:sldChg chg="modSp mod">
        <pc:chgData name="Danielle Andries" userId="93d179e4-3c18-40f7-920e-ae80b202540d" providerId="ADAL" clId="{85DF2846-8C23-4E12-8126-77FA4444BD42}" dt="2023-08-15T15:47:30.190" v="7"/>
        <pc:sldMkLst>
          <pc:docMk/>
          <pc:sldMk cId="2170154808" sldId="258"/>
        </pc:sldMkLst>
        <pc:spChg chg="mod">
          <ac:chgData name="Danielle Andries" userId="93d179e4-3c18-40f7-920e-ae80b202540d" providerId="ADAL" clId="{85DF2846-8C23-4E12-8126-77FA4444BD42}" dt="2023-08-15T15:47:30.190" v="7"/>
          <ac:spMkLst>
            <pc:docMk/>
            <pc:sldMk cId="2170154808" sldId="258"/>
            <ac:spMk id="2" creationId="{3B584BAD-EC4F-4728-93AF-D36C5D808653}"/>
          </ac:spMkLst>
        </pc:spChg>
        <pc:spChg chg="mod">
          <ac:chgData name="Danielle Andries" userId="93d179e4-3c18-40f7-920e-ae80b202540d" providerId="ADAL" clId="{85DF2846-8C23-4E12-8126-77FA4444BD42}" dt="2023-08-15T15:47:21.199" v="6" actId="20577"/>
          <ac:spMkLst>
            <pc:docMk/>
            <pc:sldMk cId="2170154808" sldId="258"/>
            <ac:spMk id="3" creationId="{64FA1437-B024-4A30-A4F5-99BD676DEE0E}"/>
          </ac:spMkLst>
        </pc:spChg>
        <pc:spChg chg="mod">
          <ac:chgData name="Danielle Andries" userId="93d179e4-3c18-40f7-920e-ae80b202540d" providerId="ADAL" clId="{85DF2846-8C23-4E12-8126-77FA4444BD42}" dt="2023-08-15T15:47:18.966" v="4" actId="20577"/>
          <ac:spMkLst>
            <pc:docMk/>
            <pc:sldMk cId="2170154808" sldId="258"/>
            <ac:spMk id="4" creationId="{EB4C854E-2009-4A48-BF5C-7AC043B72217}"/>
          </ac:spMkLst>
        </pc:spChg>
      </pc:sldChg>
      <pc:sldChg chg="addSp delSp modSp mod modNotesTx">
        <pc:chgData name="Danielle Andries" userId="93d179e4-3c18-40f7-920e-ae80b202540d" providerId="ADAL" clId="{85DF2846-8C23-4E12-8126-77FA4444BD42}" dt="2023-09-14T02:02:25.798" v="126" actId="1076"/>
        <pc:sldMkLst>
          <pc:docMk/>
          <pc:sldMk cId="1821724871" sldId="261"/>
        </pc:sldMkLst>
        <pc:spChg chg="del">
          <ac:chgData name="Danielle Andries" userId="93d179e4-3c18-40f7-920e-ae80b202540d" providerId="ADAL" clId="{85DF2846-8C23-4E12-8126-77FA4444BD42}" dt="2023-09-14T02:02:13.226" v="124"/>
          <ac:spMkLst>
            <pc:docMk/>
            <pc:sldMk cId="1821724871" sldId="261"/>
            <ac:spMk id="3" creationId="{579B07B8-7B27-45F1-B0BB-6162AE3855D4}"/>
          </ac:spMkLst>
        </pc:spChg>
        <pc:spChg chg="mod">
          <ac:chgData name="Danielle Andries" userId="93d179e4-3c18-40f7-920e-ae80b202540d" providerId="ADAL" clId="{85DF2846-8C23-4E12-8126-77FA4444BD42}" dt="2023-09-14T02:02:25.798" v="126" actId="1076"/>
          <ac:spMkLst>
            <pc:docMk/>
            <pc:sldMk cId="1821724871" sldId="261"/>
            <ac:spMk id="6" creationId="{6C97A144-0634-4203-BEE3-57B7B2ADD04C}"/>
          </ac:spMkLst>
        </pc:spChg>
        <pc:picChg chg="add mod">
          <ac:chgData name="Danielle Andries" userId="93d179e4-3c18-40f7-920e-ae80b202540d" providerId="ADAL" clId="{85DF2846-8C23-4E12-8126-77FA4444BD42}" dt="2023-09-14T02:02:22.822" v="125" actId="14100"/>
          <ac:picMkLst>
            <pc:docMk/>
            <pc:sldMk cId="1821724871" sldId="261"/>
            <ac:picMk id="1026" creationId="{B7DA8579-1FC0-183F-9153-680EA92E0F39}"/>
          </ac:picMkLst>
        </pc:picChg>
      </pc:sldChg>
      <pc:sldChg chg="modSp mod">
        <pc:chgData name="Danielle Andries" userId="93d179e4-3c18-40f7-920e-ae80b202540d" providerId="ADAL" clId="{85DF2846-8C23-4E12-8126-77FA4444BD42}" dt="2023-09-14T02:10:45.002" v="499"/>
        <pc:sldMkLst>
          <pc:docMk/>
          <pc:sldMk cId="2631819795" sldId="263"/>
        </pc:sldMkLst>
        <pc:spChg chg="mod">
          <ac:chgData name="Danielle Andries" userId="93d179e4-3c18-40f7-920e-ae80b202540d" providerId="ADAL" clId="{85DF2846-8C23-4E12-8126-77FA4444BD42}" dt="2023-09-14T02:04:37.272" v="367" actId="20577"/>
          <ac:spMkLst>
            <pc:docMk/>
            <pc:sldMk cId="2631819795" sldId="263"/>
            <ac:spMk id="2" creationId="{8CCA571E-DEB7-46F2-8F35-C75EA28B441B}"/>
          </ac:spMkLst>
        </pc:spChg>
        <pc:spChg chg="mod">
          <ac:chgData name="Danielle Andries" userId="93d179e4-3c18-40f7-920e-ae80b202540d" providerId="ADAL" clId="{85DF2846-8C23-4E12-8126-77FA4444BD42}" dt="2023-09-14T02:10:45.002" v="499"/>
          <ac:spMkLst>
            <pc:docMk/>
            <pc:sldMk cId="2631819795" sldId="263"/>
            <ac:spMk id="3" creationId="{FC69CAD3-34EC-4D3B-A788-E05EF101E8B6}"/>
          </ac:spMkLst>
        </pc:spChg>
      </pc:sldChg>
      <pc:sldChg chg="del">
        <pc:chgData name="Danielle Andries" userId="93d179e4-3c18-40f7-920e-ae80b202540d" providerId="ADAL" clId="{85DF2846-8C23-4E12-8126-77FA4444BD42}" dt="2023-09-14T02:01:00.510" v="16" actId="2696"/>
        <pc:sldMkLst>
          <pc:docMk/>
          <pc:sldMk cId="3051765853" sldId="264"/>
        </pc:sldMkLst>
      </pc:sldChg>
      <pc:sldChg chg="modSp mod">
        <pc:chgData name="Danielle Andries" userId="93d179e4-3c18-40f7-920e-ae80b202540d" providerId="ADAL" clId="{85DF2846-8C23-4E12-8126-77FA4444BD42}" dt="2023-08-15T15:47:53.111" v="15" actId="20577"/>
        <pc:sldMkLst>
          <pc:docMk/>
          <pc:sldMk cId="997338478" sldId="266"/>
        </pc:sldMkLst>
        <pc:spChg chg="mod">
          <ac:chgData name="Danielle Andries" userId="93d179e4-3c18-40f7-920e-ae80b202540d" providerId="ADAL" clId="{85DF2846-8C23-4E12-8126-77FA4444BD42}" dt="2023-08-15T15:47:53.111" v="15" actId="20577"/>
          <ac:spMkLst>
            <pc:docMk/>
            <pc:sldMk cId="997338478" sldId="266"/>
            <ac:spMk id="3" creationId="{3CFC5BFA-DF53-4407-9187-19E2D701E00B}"/>
          </ac:spMkLst>
        </pc:spChg>
      </pc:sldChg>
      <pc:sldChg chg="modSp mod">
        <pc:chgData name="Danielle Andries" userId="93d179e4-3c18-40f7-920e-ae80b202540d" providerId="ADAL" clId="{85DF2846-8C23-4E12-8126-77FA4444BD42}" dt="2023-08-15T15:47:43.818" v="12" actId="20577"/>
        <pc:sldMkLst>
          <pc:docMk/>
          <pc:sldMk cId="674909909" sldId="267"/>
        </pc:sldMkLst>
        <pc:spChg chg="mod">
          <ac:chgData name="Danielle Andries" userId="93d179e4-3c18-40f7-920e-ae80b202540d" providerId="ADAL" clId="{85DF2846-8C23-4E12-8126-77FA4444BD42}" dt="2023-08-15T15:47:39.559" v="8"/>
          <ac:spMkLst>
            <pc:docMk/>
            <pc:sldMk cId="674909909" sldId="267"/>
            <ac:spMk id="2" creationId="{3B584BAD-EC4F-4728-93AF-D36C5D808653}"/>
          </ac:spMkLst>
        </pc:spChg>
        <pc:spChg chg="mod">
          <ac:chgData name="Danielle Andries" userId="93d179e4-3c18-40f7-920e-ae80b202540d" providerId="ADAL" clId="{85DF2846-8C23-4E12-8126-77FA4444BD42}" dt="2023-08-15T15:47:41.659" v="10" actId="20577"/>
          <ac:spMkLst>
            <pc:docMk/>
            <pc:sldMk cId="674909909" sldId="267"/>
            <ac:spMk id="3" creationId="{64FA1437-B024-4A30-A4F5-99BD676DEE0E}"/>
          </ac:spMkLst>
        </pc:spChg>
        <pc:spChg chg="mod">
          <ac:chgData name="Danielle Andries" userId="93d179e4-3c18-40f7-920e-ae80b202540d" providerId="ADAL" clId="{85DF2846-8C23-4E12-8126-77FA4444BD42}" dt="2023-08-15T15:47:43.818" v="12" actId="20577"/>
          <ac:spMkLst>
            <pc:docMk/>
            <pc:sldMk cId="674909909" sldId="267"/>
            <ac:spMk id="4" creationId="{EB4C854E-2009-4A48-BF5C-7AC043B72217}"/>
          </ac:spMkLst>
        </pc:spChg>
      </pc:sldChg>
      <pc:sldChg chg="del">
        <pc:chgData name="Danielle Andries" userId="93d179e4-3c18-40f7-920e-ae80b202540d" providerId="ADAL" clId="{85DF2846-8C23-4E12-8126-77FA4444BD42}" dt="2023-08-15T15:47:47.876" v="13" actId="2696"/>
        <pc:sldMkLst>
          <pc:docMk/>
          <pc:sldMk cId="925647113" sldId="268"/>
        </pc:sldMkLst>
      </pc:sldChg>
      <pc:sldChg chg="addSp delSp modSp mod modNotesTx">
        <pc:chgData name="Danielle Andries" userId="93d179e4-3c18-40f7-920e-ae80b202540d" providerId="ADAL" clId="{85DF2846-8C23-4E12-8126-77FA4444BD42}" dt="2023-09-14T02:03:51.710" v="164" actId="20577"/>
        <pc:sldMkLst>
          <pc:docMk/>
          <pc:sldMk cId="2109765847" sldId="276"/>
        </pc:sldMkLst>
        <pc:spChg chg="mod">
          <ac:chgData name="Danielle Andries" userId="93d179e4-3c18-40f7-920e-ae80b202540d" providerId="ADAL" clId="{85DF2846-8C23-4E12-8126-77FA4444BD42}" dt="2023-09-14T02:03:51.710" v="164" actId="20577"/>
          <ac:spMkLst>
            <pc:docMk/>
            <pc:sldMk cId="2109765847" sldId="276"/>
            <ac:spMk id="2" creationId="{EBE9F564-251E-4378-B4D0-692726090772}"/>
          </ac:spMkLst>
        </pc:spChg>
        <pc:spChg chg="del">
          <ac:chgData name="Danielle Andries" userId="93d179e4-3c18-40f7-920e-ae80b202540d" providerId="ADAL" clId="{85DF2846-8C23-4E12-8126-77FA4444BD42}" dt="2023-09-14T02:03:33.691" v="129"/>
          <ac:spMkLst>
            <pc:docMk/>
            <pc:sldMk cId="2109765847" sldId="276"/>
            <ac:spMk id="3" creationId="{579B07B8-7B27-45F1-B0BB-6162AE3855D4}"/>
          </ac:spMkLst>
        </pc:spChg>
        <pc:spChg chg="mod">
          <ac:chgData name="Danielle Andries" userId="93d179e4-3c18-40f7-920e-ae80b202540d" providerId="ADAL" clId="{85DF2846-8C23-4E12-8126-77FA4444BD42}" dt="2023-09-14T02:03:01.173" v="127" actId="1076"/>
          <ac:spMkLst>
            <pc:docMk/>
            <pc:sldMk cId="2109765847" sldId="276"/>
            <ac:spMk id="5" creationId="{372FA240-3863-4D01-94C7-5E89B539BF0B}"/>
          </ac:spMkLst>
        </pc:spChg>
        <pc:spChg chg="mod">
          <ac:chgData name="Danielle Andries" userId="93d179e4-3c18-40f7-920e-ae80b202540d" providerId="ADAL" clId="{85DF2846-8C23-4E12-8126-77FA4444BD42}" dt="2023-09-14T02:03:40.802" v="131" actId="1076"/>
          <ac:spMkLst>
            <pc:docMk/>
            <pc:sldMk cId="2109765847" sldId="276"/>
            <ac:spMk id="6" creationId="{6C97A144-0634-4203-BEE3-57B7B2ADD04C}"/>
          </ac:spMkLst>
        </pc:spChg>
        <pc:picChg chg="add mod">
          <ac:chgData name="Danielle Andries" userId="93d179e4-3c18-40f7-920e-ae80b202540d" providerId="ADAL" clId="{85DF2846-8C23-4E12-8126-77FA4444BD42}" dt="2023-09-14T02:03:35.976" v="130" actId="14100"/>
          <ac:picMkLst>
            <pc:docMk/>
            <pc:sldMk cId="2109765847" sldId="276"/>
            <ac:picMk id="2050" creationId="{52A50068-1E6C-C188-3FC3-5D70B53CFC36}"/>
          </ac:picMkLst>
        </pc:picChg>
      </pc:sldChg>
      <pc:sldChg chg="addSp delSp modSp mod">
        <pc:chgData name="Danielle Andries" userId="93d179e4-3c18-40f7-920e-ae80b202540d" providerId="ADAL" clId="{85DF2846-8C23-4E12-8126-77FA4444BD42}" dt="2023-09-14T02:05:33.507" v="375" actId="1076"/>
        <pc:sldMkLst>
          <pc:docMk/>
          <pc:sldMk cId="602285468" sldId="278"/>
        </pc:sldMkLst>
        <pc:spChg chg="del">
          <ac:chgData name="Danielle Andries" userId="93d179e4-3c18-40f7-920e-ae80b202540d" providerId="ADAL" clId="{85DF2846-8C23-4E12-8126-77FA4444BD42}" dt="2023-09-14T02:05:21.562" v="370"/>
          <ac:spMkLst>
            <pc:docMk/>
            <pc:sldMk cId="602285468" sldId="278"/>
            <ac:spMk id="3" creationId="{579B07B8-7B27-45F1-B0BB-6162AE3855D4}"/>
          </ac:spMkLst>
        </pc:spChg>
        <pc:spChg chg="mod">
          <ac:chgData name="Danielle Andries" userId="93d179e4-3c18-40f7-920e-ae80b202540d" providerId="ADAL" clId="{85DF2846-8C23-4E12-8126-77FA4444BD42}" dt="2023-09-14T02:05:33.507" v="375" actId="1076"/>
          <ac:spMkLst>
            <pc:docMk/>
            <pc:sldMk cId="602285468" sldId="278"/>
            <ac:spMk id="6" creationId="{6C97A144-0634-4203-BEE3-57B7B2ADD04C}"/>
          </ac:spMkLst>
        </pc:spChg>
        <pc:spChg chg="add del mod">
          <ac:chgData name="Danielle Andries" userId="93d179e4-3c18-40f7-920e-ae80b202540d" providerId="ADAL" clId="{85DF2846-8C23-4E12-8126-77FA4444BD42}" dt="2023-09-14T02:05:15.026" v="369"/>
          <ac:spMkLst>
            <pc:docMk/>
            <pc:sldMk cId="602285468" sldId="278"/>
            <ac:spMk id="7" creationId="{5A77360D-CC0D-2DC2-0D91-BA7E7A4824D8}"/>
          </ac:spMkLst>
        </pc:spChg>
        <pc:spChg chg="add del mod">
          <ac:chgData name="Danielle Andries" userId="93d179e4-3c18-40f7-920e-ae80b202540d" providerId="ADAL" clId="{85DF2846-8C23-4E12-8126-77FA4444BD42}" dt="2023-09-14T02:05:15.026" v="369"/>
          <ac:spMkLst>
            <pc:docMk/>
            <pc:sldMk cId="602285468" sldId="278"/>
            <ac:spMk id="8" creationId="{09B2DF67-6C3A-E0BE-DBEB-FF969D757E11}"/>
          </ac:spMkLst>
        </pc:spChg>
        <pc:spChg chg="add del mod">
          <ac:chgData name="Danielle Andries" userId="93d179e4-3c18-40f7-920e-ae80b202540d" providerId="ADAL" clId="{85DF2846-8C23-4E12-8126-77FA4444BD42}" dt="2023-09-14T02:05:15.026" v="369"/>
          <ac:spMkLst>
            <pc:docMk/>
            <pc:sldMk cId="602285468" sldId="278"/>
            <ac:spMk id="9" creationId="{D576EDCB-D1D4-BB1F-14BB-60580F9A24C9}"/>
          </ac:spMkLst>
        </pc:spChg>
        <pc:spChg chg="add del mod">
          <ac:chgData name="Danielle Andries" userId="93d179e4-3c18-40f7-920e-ae80b202540d" providerId="ADAL" clId="{85DF2846-8C23-4E12-8126-77FA4444BD42}" dt="2023-09-14T02:05:15.026" v="369"/>
          <ac:spMkLst>
            <pc:docMk/>
            <pc:sldMk cId="602285468" sldId="278"/>
            <ac:spMk id="10" creationId="{BA3C8909-3AD4-2452-2925-9001E171FB6B}"/>
          </ac:spMkLst>
        </pc:spChg>
        <pc:spChg chg="add del mod">
          <ac:chgData name="Danielle Andries" userId="93d179e4-3c18-40f7-920e-ae80b202540d" providerId="ADAL" clId="{85DF2846-8C23-4E12-8126-77FA4444BD42}" dt="2023-09-14T02:05:15.026" v="369"/>
          <ac:spMkLst>
            <pc:docMk/>
            <pc:sldMk cId="602285468" sldId="278"/>
            <ac:spMk id="11" creationId="{07BE8F0D-8603-985C-7701-C9B5BDFC3BC4}"/>
          </ac:spMkLst>
        </pc:spChg>
        <pc:picChg chg="add del mod">
          <ac:chgData name="Danielle Andries" userId="93d179e4-3c18-40f7-920e-ae80b202540d" providerId="ADAL" clId="{85DF2846-8C23-4E12-8126-77FA4444BD42}" dt="2023-09-14T02:05:15.026" v="369"/>
          <ac:picMkLst>
            <pc:docMk/>
            <pc:sldMk cId="602285468" sldId="278"/>
            <ac:picMk id="3073" creationId="{E7D6C2C7-7A73-C4F7-FB4B-DEDA9E7C23CB}"/>
          </ac:picMkLst>
        </pc:picChg>
        <pc:picChg chg="add mod">
          <ac:chgData name="Danielle Andries" userId="93d179e4-3c18-40f7-920e-ae80b202540d" providerId="ADAL" clId="{85DF2846-8C23-4E12-8126-77FA4444BD42}" dt="2023-09-14T02:05:30.882" v="374" actId="1076"/>
          <ac:picMkLst>
            <pc:docMk/>
            <pc:sldMk cId="602285468" sldId="278"/>
            <ac:picMk id="3080" creationId="{09329375-23B1-8E6F-3895-8B246A90A99B}"/>
          </ac:picMkLst>
        </pc:picChg>
      </pc:sldChg>
      <pc:sldChg chg="modSp mod">
        <pc:chgData name="Danielle Andries" userId="93d179e4-3c18-40f7-920e-ae80b202540d" providerId="ADAL" clId="{85DF2846-8C23-4E12-8126-77FA4444BD42}" dt="2023-09-14T02:11:01.968" v="500" actId="20577"/>
        <pc:sldMkLst>
          <pc:docMk/>
          <pc:sldMk cId="4027010379" sldId="279"/>
        </pc:sldMkLst>
        <pc:spChg chg="mod">
          <ac:chgData name="Danielle Andries" userId="93d179e4-3c18-40f7-920e-ae80b202540d" providerId="ADAL" clId="{85DF2846-8C23-4E12-8126-77FA4444BD42}" dt="2023-09-14T02:06:37.785" v="498" actId="20577"/>
          <ac:spMkLst>
            <pc:docMk/>
            <pc:sldMk cId="4027010379" sldId="279"/>
            <ac:spMk id="2" creationId="{8CCA571E-DEB7-46F2-8F35-C75EA28B441B}"/>
          </ac:spMkLst>
        </pc:spChg>
        <pc:spChg chg="mod">
          <ac:chgData name="Danielle Andries" userId="93d179e4-3c18-40f7-920e-ae80b202540d" providerId="ADAL" clId="{85DF2846-8C23-4E12-8126-77FA4444BD42}" dt="2023-09-14T02:11:01.968" v="500" actId="20577"/>
          <ac:spMkLst>
            <pc:docMk/>
            <pc:sldMk cId="4027010379" sldId="279"/>
            <ac:spMk id="3" creationId="{FC69CAD3-34EC-4D3B-A788-E05EF101E8B6}"/>
          </ac:spMkLst>
        </pc:spChg>
      </pc:sldChg>
      <pc:sldChg chg="modSp mod">
        <pc:chgData name="Danielle Andries" userId="93d179e4-3c18-40f7-920e-ae80b202540d" providerId="ADAL" clId="{85DF2846-8C23-4E12-8126-77FA4444BD42}" dt="2023-09-14T02:01:28.512" v="121" actId="20577"/>
        <pc:sldMkLst>
          <pc:docMk/>
          <pc:sldMk cId="2089474924" sldId="280"/>
        </pc:sldMkLst>
        <pc:spChg chg="mod">
          <ac:chgData name="Danielle Andries" userId="93d179e4-3c18-40f7-920e-ae80b202540d" providerId="ADAL" clId="{85DF2846-8C23-4E12-8126-77FA4444BD42}" dt="2023-09-14T02:01:28.512" v="121" actId="20577"/>
          <ac:spMkLst>
            <pc:docMk/>
            <pc:sldMk cId="2089474924" sldId="280"/>
            <ac:spMk id="3" creationId="{89316A7B-EF56-4540-A124-0ACC23724F87}"/>
          </ac:spMkLst>
        </pc:spChg>
      </pc:sldChg>
    </pc:docChg>
  </pc:docChgLst>
  <pc:docChgLst>
    <pc:chgData name="James Pengelly" userId="d269fecd-a8a2-4e5a-93ae-88bdaab21f51" providerId="ADAL" clId="{E3E1C9BC-4743-4F61-AD14-EBFEBFC73E71}"/>
    <pc:docChg chg="undo custSel modSld">
      <pc:chgData name="James Pengelly" userId="d269fecd-a8a2-4e5a-93ae-88bdaab21f51" providerId="ADAL" clId="{E3E1C9BC-4743-4F61-AD14-EBFEBFC73E71}" dt="2023-09-19T11:16:02.901" v="194" actId="20577"/>
      <pc:docMkLst>
        <pc:docMk/>
      </pc:docMkLst>
      <pc:sldChg chg="addSp delSp modSp mod chgLayout">
        <pc:chgData name="James Pengelly" userId="d269fecd-a8a2-4e5a-93ae-88bdaab21f51" providerId="ADAL" clId="{E3E1C9BC-4743-4F61-AD14-EBFEBFC73E71}" dt="2023-09-19T11:12:04.018" v="6" actId="27636"/>
        <pc:sldMkLst>
          <pc:docMk/>
          <pc:sldMk cId="1702716025" sldId="260"/>
        </pc:sldMkLst>
        <pc:spChg chg="mod ord">
          <ac:chgData name="James Pengelly" userId="d269fecd-a8a2-4e5a-93ae-88bdaab21f51" providerId="ADAL" clId="{E3E1C9BC-4743-4F61-AD14-EBFEBFC73E71}" dt="2023-09-19T11:12:01.548" v="2" actId="6264"/>
          <ac:spMkLst>
            <pc:docMk/>
            <pc:sldMk cId="1702716025" sldId="260"/>
            <ac:spMk id="2" creationId="{5A78B9D2-75C6-4E31-8D20-2472152AE3E2}"/>
          </ac:spMkLst>
        </pc:spChg>
        <pc:spChg chg="add del mod">
          <ac:chgData name="James Pengelly" userId="d269fecd-a8a2-4e5a-93ae-88bdaab21f51" providerId="ADAL" clId="{E3E1C9BC-4743-4F61-AD14-EBFEBFC73E71}" dt="2023-09-19T11:12:01.548" v="2" actId="6264"/>
          <ac:spMkLst>
            <pc:docMk/>
            <pc:sldMk cId="1702716025" sldId="260"/>
            <ac:spMk id="3" creationId="{D62746C5-EF4F-5644-AF05-978DC252EDCE}"/>
          </ac:spMkLst>
        </pc:spChg>
        <pc:spChg chg="mod ord">
          <ac:chgData name="James Pengelly" userId="d269fecd-a8a2-4e5a-93ae-88bdaab21f51" providerId="ADAL" clId="{E3E1C9BC-4743-4F61-AD14-EBFEBFC73E71}" dt="2023-09-19T11:12:01.548" v="2" actId="6264"/>
          <ac:spMkLst>
            <pc:docMk/>
            <pc:sldMk cId="1702716025" sldId="260"/>
            <ac:spMk id="4" creationId="{81D661B8-EEC6-4B47-84B5-8687AB7DEF59}"/>
          </ac:spMkLst>
        </pc:spChg>
        <pc:spChg chg="del mod">
          <ac:chgData name="James Pengelly" userId="d269fecd-a8a2-4e5a-93ae-88bdaab21f51" providerId="ADAL" clId="{E3E1C9BC-4743-4F61-AD14-EBFEBFC73E71}" dt="2023-09-19T11:12:00.654" v="1" actId="478"/>
          <ac:spMkLst>
            <pc:docMk/>
            <pc:sldMk cId="1702716025" sldId="260"/>
            <ac:spMk id="5" creationId="{137E005E-A66D-4D0E-9B1A-24F6766E1709}"/>
          </ac:spMkLst>
        </pc:spChg>
        <pc:spChg chg="add del mod">
          <ac:chgData name="James Pengelly" userId="d269fecd-a8a2-4e5a-93ae-88bdaab21f51" providerId="ADAL" clId="{E3E1C9BC-4743-4F61-AD14-EBFEBFC73E71}" dt="2023-09-19T11:12:01.548" v="2" actId="6264"/>
          <ac:spMkLst>
            <pc:docMk/>
            <pc:sldMk cId="1702716025" sldId="260"/>
            <ac:spMk id="6" creationId="{CCA351B6-6D5D-AD23-7B84-445341F856F4}"/>
          </ac:spMkLst>
        </pc:spChg>
        <pc:spChg chg="add mod ord">
          <ac:chgData name="James Pengelly" userId="d269fecd-a8a2-4e5a-93ae-88bdaab21f51" providerId="ADAL" clId="{E3E1C9BC-4743-4F61-AD14-EBFEBFC73E71}" dt="2023-09-19T11:12:04.018" v="6" actId="27636"/>
          <ac:spMkLst>
            <pc:docMk/>
            <pc:sldMk cId="1702716025" sldId="260"/>
            <ac:spMk id="7" creationId="{BD8F5840-0144-E836-4142-D618421B5614}"/>
          </ac:spMkLst>
        </pc:spChg>
      </pc:sldChg>
      <pc:sldChg chg="addSp delSp modSp mod modClrScheme chgLayout">
        <pc:chgData name="James Pengelly" userId="d269fecd-a8a2-4e5a-93ae-88bdaab21f51" providerId="ADAL" clId="{E3E1C9BC-4743-4F61-AD14-EBFEBFC73E71}" dt="2023-09-19T11:12:21.137" v="14" actId="6549"/>
        <pc:sldMkLst>
          <pc:docMk/>
          <pc:sldMk cId="1821724871" sldId="261"/>
        </pc:sldMkLst>
        <pc:spChg chg="mod ord">
          <ac:chgData name="James Pengelly" userId="d269fecd-a8a2-4e5a-93ae-88bdaab21f51" providerId="ADAL" clId="{E3E1C9BC-4743-4F61-AD14-EBFEBFC73E71}" dt="2023-09-19T11:12:12.818" v="9" actId="700"/>
          <ac:spMkLst>
            <pc:docMk/>
            <pc:sldMk cId="1821724871" sldId="261"/>
            <ac:spMk id="2" creationId="{EBE9F564-251E-4378-B4D0-692726090772}"/>
          </ac:spMkLst>
        </pc:spChg>
        <pc:spChg chg="add mod ord">
          <ac:chgData name="James Pengelly" userId="d269fecd-a8a2-4e5a-93ae-88bdaab21f51" providerId="ADAL" clId="{E3E1C9BC-4743-4F61-AD14-EBFEBFC73E71}" dt="2023-09-19T11:12:21.137" v="14" actId="6549"/>
          <ac:spMkLst>
            <pc:docMk/>
            <pc:sldMk cId="1821724871" sldId="261"/>
            <ac:spMk id="3" creationId="{F785AD3D-515B-60CC-DF6C-9E2C501E1499}"/>
          </ac:spMkLst>
        </pc:spChg>
        <pc:spChg chg="mod ord">
          <ac:chgData name="James Pengelly" userId="d269fecd-a8a2-4e5a-93ae-88bdaab21f51" providerId="ADAL" clId="{E3E1C9BC-4743-4F61-AD14-EBFEBFC73E71}" dt="2023-09-19T11:12:12.818" v="9" actId="700"/>
          <ac:spMkLst>
            <pc:docMk/>
            <pc:sldMk cId="1821724871" sldId="261"/>
            <ac:spMk id="4" creationId="{80C4C0A8-03F5-4F2B-9EB9-918B55C258A2}"/>
          </ac:spMkLst>
        </pc:spChg>
        <pc:spChg chg="del mod">
          <ac:chgData name="James Pengelly" userId="d269fecd-a8a2-4e5a-93ae-88bdaab21f51" providerId="ADAL" clId="{E3E1C9BC-4743-4F61-AD14-EBFEBFC73E71}" dt="2023-09-19T11:12:10.749" v="8" actId="478"/>
          <ac:spMkLst>
            <pc:docMk/>
            <pc:sldMk cId="1821724871" sldId="261"/>
            <ac:spMk id="5" creationId="{372FA240-3863-4D01-94C7-5E89B539BF0B}"/>
          </ac:spMkLst>
        </pc:spChg>
        <pc:spChg chg="mod">
          <ac:chgData name="James Pengelly" userId="d269fecd-a8a2-4e5a-93ae-88bdaab21f51" providerId="ADAL" clId="{E3E1C9BC-4743-4F61-AD14-EBFEBFC73E71}" dt="2023-09-19T11:12:18.178" v="11" actId="1076"/>
          <ac:spMkLst>
            <pc:docMk/>
            <pc:sldMk cId="1821724871" sldId="261"/>
            <ac:spMk id="6" creationId="{6C97A144-0634-4203-BEE3-57B7B2ADD04C}"/>
          </ac:spMkLst>
        </pc:spChg>
        <pc:picChg chg="mod ord">
          <ac:chgData name="James Pengelly" userId="d269fecd-a8a2-4e5a-93ae-88bdaab21f51" providerId="ADAL" clId="{E3E1C9BC-4743-4F61-AD14-EBFEBFC73E71}" dt="2023-09-19T11:12:12.818" v="9" actId="700"/>
          <ac:picMkLst>
            <pc:docMk/>
            <pc:sldMk cId="1821724871" sldId="261"/>
            <ac:picMk id="1026" creationId="{B7DA8579-1FC0-183F-9153-680EA92E0F39}"/>
          </ac:picMkLst>
        </pc:picChg>
      </pc:sldChg>
      <pc:sldChg chg="addSp delSp modSp mod chgLayout">
        <pc:chgData name="James Pengelly" userId="d269fecd-a8a2-4e5a-93ae-88bdaab21f51" providerId="ADAL" clId="{E3E1C9BC-4743-4F61-AD14-EBFEBFC73E71}" dt="2023-09-19T11:12:36.530" v="29" actId="368"/>
        <pc:sldMkLst>
          <pc:docMk/>
          <pc:sldMk cId="3576977218" sldId="268"/>
        </pc:sldMkLst>
        <pc:spChg chg="mod ord">
          <ac:chgData name="James Pengelly" userId="d269fecd-a8a2-4e5a-93ae-88bdaab21f51" providerId="ADAL" clId="{E3E1C9BC-4743-4F61-AD14-EBFEBFC73E71}" dt="2023-09-19T11:12:28.188" v="17" actId="6264"/>
          <ac:spMkLst>
            <pc:docMk/>
            <pc:sldMk cId="3576977218" sldId="268"/>
            <ac:spMk id="2" creationId="{5A78B9D2-75C6-4E31-8D20-2472152AE3E2}"/>
          </ac:spMkLst>
        </pc:spChg>
        <pc:spChg chg="add del mod">
          <ac:chgData name="James Pengelly" userId="d269fecd-a8a2-4e5a-93ae-88bdaab21f51" providerId="ADAL" clId="{E3E1C9BC-4743-4F61-AD14-EBFEBFC73E71}" dt="2023-09-19T11:12:28.188" v="17" actId="6264"/>
          <ac:spMkLst>
            <pc:docMk/>
            <pc:sldMk cId="3576977218" sldId="268"/>
            <ac:spMk id="3" creationId="{55F87AC7-7353-AC8E-E19F-1D177F3B2973}"/>
          </ac:spMkLst>
        </pc:spChg>
        <pc:spChg chg="mod ord">
          <ac:chgData name="James Pengelly" userId="d269fecd-a8a2-4e5a-93ae-88bdaab21f51" providerId="ADAL" clId="{E3E1C9BC-4743-4F61-AD14-EBFEBFC73E71}" dt="2023-09-19T11:12:28.188" v="17" actId="6264"/>
          <ac:spMkLst>
            <pc:docMk/>
            <pc:sldMk cId="3576977218" sldId="268"/>
            <ac:spMk id="4" creationId="{81D661B8-EEC6-4B47-84B5-8687AB7DEF59}"/>
          </ac:spMkLst>
        </pc:spChg>
        <pc:spChg chg="del mod">
          <ac:chgData name="James Pengelly" userId="d269fecd-a8a2-4e5a-93ae-88bdaab21f51" providerId="ADAL" clId="{E3E1C9BC-4743-4F61-AD14-EBFEBFC73E71}" dt="2023-09-19T11:12:27.022" v="16" actId="478"/>
          <ac:spMkLst>
            <pc:docMk/>
            <pc:sldMk cId="3576977218" sldId="268"/>
            <ac:spMk id="5" creationId="{137E005E-A66D-4D0E-9B1A-24F6766E1709}"/>
          </ac:spMkLst>
        </pc:spChg>
        <pc:spChg chg="add del mod">
          <ac:chgData name="James Pengelly" userId="d269fecd-a8a2-4e5a-93ae-88bdaab21f51" providerId="ADAL" clId="{E3E1C9BC-4743-4F61-AD14-EBFEBFC73E71}" dt="2023-09-19T11:12:28.188" v="17" actId="6264"/>
          <ac:spMkLst>
            <pc:docMk/>
            <pc:sldMk cId="3576977218" sldId="268"/>
            <ac:spMk id="6" creationId="{871BB7B7-75AB-2094-65E1-C7BFEB4A2286}"/>
          </ac:spMkLst>
        </pc:spChg>
        <pc:spChg chg="add mod ord">
          <ac:chgData name="James Pengelly" userId="d269fecd-a8a2-4e5a-93ae-88bdaab21f51" providerId="ADAL" clId="{E3E1C9BC-4743-4F61-AD14-EBFEBFC73E71}" dt="2023-09-19T11:12:36.530" v="29" actId="368"/>
          <ac:spMkLst>
            <pc:docMk/>
            <pc:sldMk cId="3576977218" sldId="268"/>
            <ac:spMk id="7" creationId="{15F55C76-2847-5DC7-CDC0-964A1FDA70D3}"/>
          </ac:spMkLst>
        </pc:spChg>
      </pc:sldChg>
      <pc:sldChg chg="addSp delSp modSp mod chgLayout">
        <pc:chgData name="James Pengelly" userId="d269fecd-a8a2-4e5a-93ae-88bdaab21f51" providerId="ADAL" clId="{E3E1C9BC-4743-4F61-AD14-EBFEBFC73E71}" dt="2023-09-19T11:12:51.984" v="42" actId="20577"/>
        <pc:sldMkLst>
          <pc:docMk/>
          <pc:sldMk cId="1504669544" sldId="269"/>
        </pc:sldMkLst>
        <pc:spChg chg="mod ord">
          <ac:chgData name="James Pengelly" userId="d269fecd-a8a2-4e5a-93ae-88bdaab21f51" providerId="ADAL" clId="{E3E1C9BC-4743-4F61-AD14-EBFEBFC73E71}" dt="2023-09-19T11:12:43.413" v="32" actId="6264"/>
          <ac:spMkLst>
            <pc:docMk/>
            <pc:sldMk cId="1504669544" sldId="269"/>
            <ac:spMk id="2" creationId="{5A78B9D2-75C6-4E31-8D20-2472152AE3E2}"/>
          </ac:spMkLst>
        </pc:spChg>
        <pc:spChg chg="add del mod">
          <ac:chgData name="James Pengelly" userId="d269fecd-a8a2-4e5a-93ae-88bdaab21f51" providerId="ADAL" clId="{E3E1C9BC-4743-4F61-AD14-EBFEBFC73E71}" dt="2023-09-19T11:12:43.413" v="32" actId="6264"/>
          <ac:spMkLst>
            <pc:docMk/>
            <pc:sldMk cId="1504669544" sldId="269"/>
            <ac:spMk id="3" creationId="{629E33AA-C0AA-851F-945F-973BAFA932AF}"/>
          </ac:spMkLst>
        </pc:spChg>
        <pc:spChg chg="mod ord">
          <ac:chgData name="James Pengelly" userId="d269fecd-a8a2-4e5a-93ae-88bdaab21f51" providerId="ADAL" clId="{E3E1C9BC-4743-4F61-AD14-EBFEBFC73E71}" dt="2023-09-19T11:12:43.413" v="32" actId="6264"/>
          <ac:spMkLst>
            <pc:docMk/>
            <pc:sldMk cId="1504669544" sldId="269"/>
            <ac:spMk id="4" creationId="{81D661B8-EEC6-4B47-84B5-8687AB7DEF59}"/>
          </ac:spMkLst>
        </pc:spChg>
        <pc:spChg chg="del mod">
          <ac:chgData name="James Pengelly" userId="d269fecd-a8a2-4e5a-93ae-88bdaab21f51" providerId="ADAL" clId="{E3E1C9BC-4743-4F61-AD14-EBFEBFC73E71}" dt="2023-09-19T11:12:42.253" v="31" actId="478"/>
          <ac:spMkLst>
            <pc:docMk/>
            <pc:sldMk cId="1504669544" sldId="269"/>
            <ac:spMk id="5" creationId="{137E005E-A66D-4D0E-9B1A-24F6766E1709}"/>
          </ac:spMkLst>
        </pc:spChg>
        <pc:spChg chg="add del mod">
          <ac:chgData name="James Pengelly" userId="d269fecd-a8a2-4e5a-93ae-88bdaab21f51" providerId="ADAL" clId="{E3E1C9BC-4743-4F61-AD14-EBFEBFC73E71}" dt="2023-09-19T11:12:43.413" v="32" actId="6264"/>
          <ac:spMkLst>
            <pc:docMk/>
            <pc:sldMk cId="1504669544" sldId="269"/>
            <ac:spMk id="6" creationId="{0DA167D3-7B60-E34A-2CFA-FB496B1EB266}"/>
          </ac:spMkLst>
        </pc:spChg>
        <pc:spChg chg="add mod ord">
          <ac:chgData name="James Pengelly" userId="d269fecd-a8a2-4e5a-93ae-88bdaab21f51" providerId="ADAL" clId="{E3E1C9BC-4743-4F61-AD14-EBFEBFC73E71}" dt="2023-09-19T11:12:51.984" v="42" actId="20577"/>
          <ac:spMkLst>
            <pc:docMk/>
            <pc:sldMk cId="1504669544" sldId="269"/>
            <ac:spMk id="7" creationId="{E4413AA7-D6F3-46E2-4433-0B31D5EF22D9}"/>
          </ac:spMkLst>
        </pc:spChg>
      </pc:sldChg>
      <pc:sldChg chg="addSp delSp modSp mod chgLayout">
        <pc:chgData name="James Pengelly" userId="d269fecd-a8a2-4e5a-93ae-88bdaab21f51" providerId="ADAL" clId="{E3E1C9BC-4743-4F61-AD14-EBFEBFC73E71}" dt="2023-09-19T11:13:14.542" v="61" actId="368"/>
        <pc:sldMkLst>
          <pc:docMk/>
          <pc:sldMk cId="1415944275" sldId="270"/>
        </pc:sldMkLst>
        <pc:spChg chg="mod ord">
          <ac:chgData name="James Pengelly" userId="d269fecd-a8a2-4e5a-93ae-88bdaab21f51" providerId="ADAL" clId="{E3E1C9BC-4743-4F61-AD14-EBFEBFC73E71}" dt="2023-09-19T11:12:58.181" v="45" actId="6264"/>
          <ac:spMkLst>
            <pc:docMk/>
            <pc:sldMk cId="1415944275" sldId="270"/>
            <ac:spMk id="2" creationId="{5A78B9D2-75C6-4E31-8D20-2472152AE3E2}"/>
          </ac:spMkLst>
        </pc:spChg>
        <pc:spChg chg="add del mod">
          <ac:chgData name="James Pengelly" userId="d269fecd-a8a2-4e5a-93ae-88bdaab21f51" providerId="ADAL" clId="{E3E1C9BC-4743-4F61-AD14-EBFEBFC73E71}" dt="2023-09-19T11:12:58.181" v="45" actId="6264"/>
          <ac:spMkLst>
            <pc:docMk/>
            <pc:sldMk cId="1415944275" sldId="270"/>
            <ac:spMk id="3" creationId="{B17E977F-5C7B-9537-8D43-17742E577FCF}"/>
          </ac:spMkLst>
        </pc:spChg>
        <pc:spChg chg="mod ord">
          <ac:chgData name="James Pengelly" userId="d269fecd-a8a2-4e5a-93ae-88bdaab21f51" providerId="ADAL" clId="{E3E1C9BC-4743-4F61-AD14-EBFEBFC73E71}" dt="2023-09-19T11:12:58.181" v="45" actId="6264"/>
          <ac:spMkLst>
            <pc:docMk/>
            <pc:sldMk cId="1415944275" sldId="270"/>
            <ac:spMk id="4" creationId="{81D661B8-EEC6-4B47-84B5-8687AB7DEF59}"/>
          </ac:spMkLst>
        </pc:spChg>
        <pc:spChg chg="del mod">
          <ac:chgData name="James Pengelly" userId="d269fecd-a8a2-4e5a-93ae-88bdaab21f51" providerId="ADAL" clId="{E3E1C9BC-4743-4F61-AD14-EBFEBFC73E71}" dt="2023-09-19T11:12:57.098" v="44" actId="478"/>
          <ac:spMkLst>
            <pc:docMk/>
            <pc:sldMk cId="1415944275" sldId="270"/>
            <ac:spMk id="5" creationId="{137E005E-A66D-4D0E-9B1A-24F6766E1709}"/>
          </ac:spMkLst>
        </pc:spChg>
        <pc:spChg chg="add del mod">
          <ac:chgData name="James Pengelly" userId="d269fecd-a8a2-4e5a-93ae-88bdaab21f51" providerId="ADAL" clId="{E3E1C9BC-4743-4F61-AD14-EBFEBFC73E71}" dt="2023-09-19T11:12:58.181" v="45" actId="6264"/>
          <ac:spMkLst>
            <pc:docMk/>
            <pc:sldMk cId="1415944275" sldId="270"/>
            <ac:spMk id="6" creationId="{0F459313-A616-19BC-EF3E-04A54754372E}"/>
          </ac:spMkLst>
        </pc:spChg>
        <pc:spChg chg="add mod ord">
          <ac:chgData name="James Pengelly" userId="d269fecd-a8a2-4e5a-93ae-88bdaab21f51" providerId="ADAL" clId="{E3E1C9BC-4743-4F61-AD14-EBFEBFC73E71}" dt="2023-09-19T11:13:14.542" v="61" actId="368"/>
          <ac:spMkLst>
            <pc:docMk/>
            <pc:sldMk cId="1415944275" sldId="270"/>
            <ac:spMk id="7" creationId="{1F1CBFAB-31F1-0905-4297-C538CF66F446}"/>
          </ac:spMkLst>
        </pc:spChg>
      </pc:sldChg>
      <pc:sldChg chg="addSp delSp modSp mod chgLayout">
        <pc:chgData name="James Pengelly" userId="d269fecd-a8a2-4e5a-93ae-88bdaab21f51" providerId="ADAL" clId="{E3E1C9BC-4743-4F61-AD14-EBFEBFC73E71}" dt="2023-09-19T11:13:36.856" v="82" actId="20577"/>
        <pc:sldMkLst>
          <pc:docMk/>
          <pc:sldMk cId="1219367726" sldId="271"/>
        </pc:sldMkLst>
        <pc:spChg chg="mod ord">
          <ac:chgData name="James Pengelly" userId="d269fecd-a8a2-4e5a-93ae-88bdaab21f51" providerId="ADAL" clId="{E3E1C9BC-4743-4F61-AD14-EBFEBFC73E71}" dt="2023-09-19T11:13:22.591" v="64" actId="6264"/>
          <ac:spMkLst>
            <pc:docMk/>
            <pc:sldMk cId="1219367726" sldId="271"/>
            <ac:spMk id="2" creationId="{5A78B9D2-75C6-4E31-8D20-2472152AE3E2}"/>
          </ac:spMkLst>
        </pc:spChg>
        <pc:spChg chg="add del mod">
          <ac:chgData name="James Pengelly" userId="d269fecd-a8a2-4e5a-93ae-88bdaab21f51" providerId="ADAL" clId="{E3E1C9BC-4743-4F61-AD14-EBFEBFC73E71}" dt="2023-09-19T11:13:22.591" v="64" actId="6264"/>
          <ac:spMkLst>
            <pc:docMk/>
            <pc:sldMk cId="1219367726" sldId="271"/>
            <ac:spMk id="3" creationId="{EB8F3912-E85B-1708-9493-AC5E28E97CF2}"/>
          </ac:spMkLst>
        </pc:spChg>
        <pc:spChg chg="mod ord">
          <ac:chgData name="James Pengelly" userId="d269fecd-a8a2-4e5a-93ae-88bdaab21f51" providerId="ADAL" clId="{E3E1C9BC-4743-4F61-AD14-EBFEBFC73E71}" dt="2023-09-19T11:13:22.591" v="64" actId="6264"/>
          <ac:spMkLst>
            <pc:docMk/>
            <pc:sldMk cId="1219367726" sldId="271"/>
            <ac:spMk id="4" creationId="{81D661B8-EEC6-4B47-84B5-8687AB7DEF59}"/>
          </ac:spMkLst>
        </pc:spChg>
        <pc:spChg chg="del mod">
          <ac:chgData name="James Pengelly" userId="d269fecd-a8a2-4e5a-93ae-88bdaab21f51" providerId="ADAL" clId="{E3E1C9BC-4743-4F61-AD14-EBFEBFC73E71}" dt="2023-09-19T11:13:21.558" v="63" actId="478"/>
          <ac:spMkLst>
            <pc:docMk/>
            <pc:sldMk cId="1219367726" sldId="271"/>
            <ac:spMk id="5" creationId="{137E005E-A66D-4D0E-9B1A-24F6766E1709}"/>
          </ac:spMkLst>
        </pc:spChg>
        <pc:spChg chg="add del mod">
          <ac:chgData name="James Pengelly" userId="d269fecd-a8a2-4e5a-93ae-88bdaab21f51" providerId="ADAL" clId="{E3E1C9BC-4743-4F61-AD14-EBFEBFC73E71}" dt="2023-09-19T11:13:22.591" v="64" actId="6264"/>
          <ac:spMkLst>
            <pc:docMk/>
            <pc:sldMk cId="1219367726" sldId="271"/>
            <ac:spMk id="6" creationId="{FDA31F3D-951D-B335-1FC1-4D324A7E11D4}"/>
          </ac:spMkLst>
        </pc:spChg>
        <pc:spChg chg="add mod ord">
          <ac:chgData name="James Pengelly" userId="d269fecd-a8a2-4e5a-93ae-88bdaab21f51" providerId="ADAL" clId="{E3E1C9BC-4743-4F61-AD14-EBFEBFC73E71}" dt="2023-09-19T11:13:36.856" v="82" actId="20577"/>
          <ac:spMkLst>
            <pc:docMk/>
            <pc:sldMk cId="1219367726" sldId="271"/>
            <ac:spMk id="7" creationId="{B0A7AAEE-0AFE-6CF9-A267-CDFB4F2A8BA0}"/>
          </ac:spMkLst>
        </pc:spChg>
      </pc:sldChg>
      <pc:sldChg chg="addSp delSp modSp mod chgLayout">
        <pc:chgData name="James Pengelly" userId="d269fecd-a8a2-4e5a-93ae-88bdaab21f51" providerId="ADAL" clId="{E3E1C9BC-4743-4F61-AD14-EBFEBFC73E71}" dt="2023-09-19T11:13:52.069" v="103" actId="20577"/>
        <pc:sldMkLst>
          <pc:docMk/>
          <pc:sldMk cId="4235668457" sldId="272"/>
        </pc:sldMkLst>
        <pc:spChg chg="mod ord">
          <ac:chgData name="James Pengelly" userId="d269fecd-a8a2-4e5a-93ae-88bdaab21f51" providerId="ADAL" clId="{E3E1C9BC-4743-4F61-AD14-EBFEBFC73E71}" dt="2023-09-19T11:13:42.934" v="85" actId="6264"/>
          <ac:spMkLst>
            <pc:docMk/>
            <pc:sldMk cId="4235668457" sldId="272"/>
            <ac:spMk id="2" creationId="{5A78B9D2-75C6-4E31-8D20-2472152AE3E2}"/>
          </ac:spMkLst>
        </pc:spChg>
        <pc:spChg chg="add del mod">
          <ac:chgData name="James Pengelly" userId="d269fecd-a8a2-4e5a-93ae-88bdaab21f51" providerId="ADAL" clId="{E3E1C9BC-4743-4F61-AD14-EBFEBFC73E71}" dt="2023-09-19T11:13:42.934" v="85" actId="6264"/>
          <ac:spMkLst>
            <pc:docMk/>
            <pc:sldMk cId="4235668457" sldId="272"/>
            <ac:spMk id="3" creationId="{B3551BD2-69BC-D7F1-D7FE-519B2BB16854}"/>
          </ac:spMkLst>
        </pc:spChg>
        <pc:spChg chg="mod ord">
          <ac:chgData name="James Pengelly" userId="d269fecd-a8a2-4e5a-93ae-88bdaab21f51" providerId="ADAL" clId="{E3E1C9BC-4743-4F61-AD14-EBFEBFC73E71}" dt="2023-09-19T11:13:42.934" v="85" actId="6264"/>
          <ac:spMkLst>
            <pc:docMk/>
            <pc:sldMk cId="4235668457" sldId="272"/>
            <ac:spMk id="4" creationId="{81D661B8-EEC6-4B47-84B5-8687AB7DEF59}"/>
          </ac:spMkLst>
        </pc:spChg>
        <pc:spChg chg="del mod">
          <ac:chgData name="James Pengelly" userId="d269fecd-a8a2-4e5a-93ae-88bdaab21f51" providerId="ADAL" clId="{E3E1C9BC-4743-4F61-AD14-EBFEBFC73E71}" dt="2023-09-19T11:13:41.872" v="84" actId="478"/>
          <ac:spMkLst>
            <pc:docMk/>
            <pc:sldMk cId="4235668457" sldId="272"/>
            <ac:spMk id="5" creationId="{137E005E-A66D-4D0E-9B1A-24F6766E1709}"/>
          </ac:spMkLst>
        </pc:spChg>
        <pc:spChg chg="add del mod">
          <ac:chgData name="James Pengelly" userId="d269fecd-a8a2-4e5a-93ae-88bdaab21f51" providerId="ADAL" clId="{E3E1C9BC-4743-4F61-AD14-EBFEBFC73E71}" dt="2023-09-19T11:13:42.934" v="85" actId="6264"/>
          <ac:spMkLst>
            <pc:docMk/>
            <pc:sldMk cId="4235668457" sldId="272"/>
            <ac:spMk id="6" creationId="{6A230DDE-4014-ABCA-78B3-F35C5457CB39}"/>
          </ac:spMkLst>
        </pc:spChg>
        <pc:spChg chg="add mod ord">
          <ac:chgData name="James Pengelly" userId="d269fecd-a8a2-4e5a-93ae-88bdaab21f51" providerId="ADAL" clId="{E3E1C9BC-4743-4F61-AD14-EBFEBFC73E71}" dt="2023-09-19T11:13:52.069" v="103" actId="20577"/>
          <ac:spMkLst>
            <pc:docMk/>
            <pc:sldMk cId="4235668457" sldId="272"/>
            <ac:spMk id="7" creationId="{B7A51B32-A651-E010-EE51-7F1EE9B3E031}"/>
          </ac:spMkLst>
        </pc:spChg>
      </pc:sldChg>
      <pc:sldChg chg="addSp delSp modSp mod chgLayout">
        <pc:chgData name="James Pengelly" userId="d269fecd-a8a2-4e5a-93ae-88bdaab21f51" providerId="ADAL" clId="{E3E1C9BC-4743-4F61-AD14-EBFEBFC73E71}" dt="2023-09-19T11:14:07.627" v="114" actId="20577"/>
        <pc:sldMkLst>
          <pc:docMk/>
          <pc:sldMk cId="3435922037" sldId="273"/>
        </pc:sldMkLst>
        <pc:spChg chg="mod ord">
          <ac:chgData name="James Pengelly" userId="d269fecd-a8a2-4e5a-93ae-88bdaab21f51" providerId="ADAL" clId="{E3E1C9BC-4743-4F61-AD14-EBFEBFC73E71}" dt="2023-09-19T11:13:59.663" v="106" actId="6264"/>
          <ac:spMkLst>
            <pc:docMk/>
            <pc:sldMk cId="3435922037" sldId="273"/>
            <ac:spMk id="2" creationId="{5A78B9D2-75C6-4E31-8D20-2472152AE3E2}"/>
          </ac:spMkLst>
        </pc:spChg>
        <pc:spChg chg="add del mod">
          <ac:chgData name="James Pengelly" userId="d269fecd-a8a2-4e5a-93ae-88bdaab21f51" providerId="ADAL" clId="{E3E1C9BC-4743-4F61-AD14-EBFEBFC73E71}" dt="2023-09-19T11:13:59.663" v="106" actId="6264"/>
          <ac:spMkLst>
            <pc:docMk/>
            <pc:sldMk cId="3435922037" sldId="273"/>
            <ac:spMk id="3" creationId="{A6CAC47E-0FE5-6B09-E0C4-B5491D0C7D6C}"/>
          </ac:spMkLst>
        </pc:spChg>
        <pc:spChg chg="mod ord">
          <ac:chgData name="James Pengelly" userId="d269fecd-a8a2-4e5a-93ae-88bdaab21f51" providerId="ADAL" clId="{E3E1C9BC-4743-4F61-AD14-EBFEBFC73E71}" dt="2023-09-19T11:13:59.663" v="106" actId="6264"/>
          <ac:spMkLst>
            <pc:docMk/>
            <pc:sldMk cId="3435922037" sldId="273"/>
            <ac:spMk id="4" creationId="{81D661B8-EEC6-4B47-84B5-8687AB7DEF59}"/>
          </ac:spMkLst>
        </pc:spChg>
        <pc:spChg chg="del mod">
          <ac:chgData name="James Pengelly" userId="d269fecd-a8a2-4e5a-93ae-88bdaab21f51" providerId="ADAL" clId="{E3E1C9BC-4743-4F61-AD14-EBFEBFC73E71}" dt="2023-09-19T11:13:58.300" v="105" actId="478"/>
          <ac:spMkLst>
            <pc:docMk/>
            <pc:sldMk cId="3435922037" sldId="273"/>
            <ac:spMk id="5" creationId="{137E005E-A66D-4D0E-9B1A-24F6766E1709}"/>
          </ac:spMkLst>
        </pc:spChg>
        <pc:spChg chg="add del mod">
          <ac:chgData name="James Pengelly" userId="d269fecd-a8a2-4e5a-93ae-88bdaab21f51" providerId="ADAL" clId="{E3E1C9BC-4743-4F61-AD14-EBFEBFC73E71}" dt="2023-09-19T11:13:59.663" v="106" actId="6264"/>
          <ac:spMkLst>
            <pc:docMk/>
            <pc:sldMk cId="3435922037" sldId="273"/>
            <ac:spMk id="6" creationId="{CA179DA2-161B-4DB7-1565-EFF73723C73D}"/>
          </ac:spMkLst>
        </pc:spChg>
        <pc:spChg chg="add mod ord">
          <ac:chgData name="James Pengelly" userId="d269fecd-a8a2-4e5a-93ae-88bdaab21f51" providerId="ADAL" clId="{E3E1C9BC-4743-4F61-AD14-EBFEBFC73E71}" dt="2023-09-19T11:14:07.627" v="114" actId="20577"/>
          <ac:spMkLst>
            <pc:docMk/>
            <pc:sldMk cId="3435922037" sldId="273"/>
            <ac:spMk id="7" creationId="{D0AB5E2D-462F-D8CE-393B-A9EF1137871D}"/>
          </ac:spMkLst>
        </pc:spChg>
      </pc:sldChg>
      <pc:sldChg chg="addSp delSp modSp mod chgLayout">
        <pc:chgData name="James Pengelly" userId="d269fecd-a8a2-4e5a-93ae-88bdaab21f51" providerId="ADAL" clId="{E3E1C9BC-4743-4F61-AD14-EBFEBFC73E71}" dt="2023-09-19T11:14:13.904" v="118"/>
        <pc:sldMkLst>
          <pc:docMk/>
          <pc:sldMk cId="275752213" sldId="274"/>
        </pc:sldMkLst>
        <pc:spChg chg="mod ord">
          <ac:chgData name="James Pengelly" userId="d269fecd-a8a2-4e5a-93ae-88bdaab21f51" providerId="ADAL" clId="{E3E1C9BC-4743-4F61-AD14-EBFEBFC73E71}" dt="2023-09-19T11:14:13.315" v="117" actId="6264"/>
          <ac:spMkLst>
            <pc:docMk/>
            <pc:sldMk cId="275752213" sldId="274"/>
            <ac:spMk id="2" creationId="{5A78B9D2-75C6-4E31-8D20-2472152AE3E2}"/>
          </ac:spMkLst>
        </pc:spChg>
        <pc:spChg chg="add del mod">
          <ac:chgData name="James Pengelly" userId="d269fecd-a8a2-4e5a-93ae-88bdaab21f51" providerId="ADAL" clId="{E3E1C9BC-4743-4F61-AD14-EBFEBFC73E71}" dt="2023-09-19T11:14:13.315" v="117" actId="6264"/>
          <ac:spMkLst>
            <pc:docMk/>
            <pc:sldMk cId="275752213" sldId="274"/>
            <ac:spMk id="3" creationId="{A5FE7A1E-AA0B-4DF6-193F-553A39C60F3E}"/>
          </ac:spMkLst>
        </pc:spChg>
        <pc:spChg chg="mod ord">
          <ac:chgData name="James Pengelly" userId="d269fecd-a8a2-4e5a-93ae-88bdaab21f51" providerId="ADAL" clId="{E3E1C9BC-4743-4F61-AD14-EBFEBFC73E71}" dt="2023-09-19T11:14:13.315" v="117" actId="6264"/>
          <ac:spMkLst>
            <pc:docMk/>
            <pc:sldMk cId="275752213" sldId="274"/>
            <ac:spMk id="4" creationId="{81D661B8-EEC6-4B47-84B5-8687AB7DEF59}"/>
          </ac:spMkLst>
        </pc:spChg>
        <pc:spChg chg="del mod">
          <ac:chgData name="James Pengelly" userId="d269fecd-a8a2-4e5a-93ae-88bdaab21f51" providerId="ADAL" clId="{E3E1C9BC-4743-4F61-AD14-EBFEBFC73E71}" dt="2023-09-19T11:14:12.250" v="116" actId="478"/>
          <ac:spMkLst>
            <pc:docMk/>
            <pc:sldMk cId="275752213" sldId="274"/>
            <ac:spMk id="5" creationId="{137E005E-A66D-4D0E-9B1A-24F6766E1709}"/>
          </ac:spMkLst>
        </pc:spChg>
        <pc:spChg chg="add del mod">
          <ac:chgData name="James Pengelly" userId="d269fecd-a8a2-4e5a-93ae-88bdaab21f51" providerId="ADAL" clId="{E3E1C9BC-4743-4F61-AD14-EBFEBFC73E71}" dt="2023-09-19T11:14:13.315" v="117" actId="6264"/>
          <ac:spMkLst>
            <pc:docMk/>
            <pc:sldMk cId="275752213" sldId="274"/>
            <ac:spMk id="6" creationId="{C64710A1-DBEF-BBF4-BFF5-5D70675F98DF}"/>
          </ac:spMkLst>
        </pc:spChg>
        <pc:spChg chg="add mod ord">
          <ac:chgData name="James Pengelly" userId="d269fecd-a8a2-4e5a-93ae-88bdaab21f51" providerId="ADAL" clId="{E3E1C9BC-4743-4F61-AD14-EBFEBFC73E71}" dt="2023-09-19T11:14:13.904" v="118"/>
          <ac:spMkLst>
            <pc:docMk/>
            <pc:sldMk cId="275752213" sldId="274"/>
            <ac:spMk id="7" creationId="{EAB5A7B1-5FDA-5A04-2EF4-1910FBF3F8DA}"/>
          </ac:spMkLst>
        </pc:spChg>
      </pc:sldChg>
      <pc:sldChg chg="addSp delSp modSp mod modClrScheme chgLayout">
        <pc:chgData name="James Pengelly" userId="d269fecd-a8a2-4e5a-93ae-88bdaab21f51" providerId="ADAL" clId="{E3E1C9BC-4743-4F61-AD14-EBFEBFC73E71}" dt="2023-09-19T11:14:53.277" v="147" actId="1076"/>
        <pc:sldMkLst>
          <pc:docMk/>
          <pc:sldMk cId="2109765847" sldId="276"/>
        </pc:sldMkLst>
        <pc:spChg chg="mod ord">
          <ac:chgData name="James Pengelly" userId="d269fecd-a8a2-4e5a-93ae-88bdaab21f51" providerId="ADAL" clId="{E3E1C9BC-4743-4F61-AD14-EBFEBFC73E71}" dt="2023-09-19T11:14:32.389" v="125" actId="700"/>
          <ac:spMkLst>
            <pc:docMk/>
            <pc:sldMk cId="2109765847" sldId="276"/>
            <ac:spMk id="2" creationId="{EBE9F564-251E-4378-B4D0-692726090772}"/>
          </ac:spMkLst>
        </pc:spChg>
        <pc:spChg chg="add del mod">
          <ac:chgData name="James Pengelly" userId="d269fecd-a8a2-4e5a-93ae-88bdaab21f51" providerId="ADAL" clId="{E3E1C9BC-4743-4F61-AD14-EBFEBFC73E71}" dt="2023-09-19T11:14:27.467" v="122" actId="478"/>
          <ac:spMkLst>
            <pc:docMk/>
            <pc:sldMk cId="2109765847" sldId="276"/>
            <ac:spMk id="3" creationId="{29F13AFD-C11A-F029-C1B6-F5D085C8C6E4}"/>
          </ac:spMkLst>
        </pc:spChg>
        <pc:spChg chg="mod ord">
          <ac:chgData name="James Pengelly" userId="d269fecd-a8a2-4e5a-93ae-88bdaab21f51" providerId="ADAL" clId="{E3E1C9BC-4743-4F61-AD14-EBFEBFC73E71}" dt="2023-09-19T11:14:32.389" v="125" actId="700"/>
          <ac:spMkLst>
            <pc:docMk/>
            <pc:sldMk cId="2109765847" sldId="276"/>
            <ac:spMk id="4" creationId="{80C4C0A8-03F5-4F2B-9EB9-918B55C258A2}"/>
          </ac:spMkLst>
        </pc:spChg>
        <pc:spChg chg="del mod">
          <ac:chgData name="James Pengelly" userId="d269fecd-a8a2-4e5a-93ae-88bdaab21f51" providerId="ADAL" clId="{E3E1C9BC-4743-4F61-AD14-EBFEBFC73E71}" dt="2023-09-19T11:14:30.308" v="124" actId="478"/>
          <ac:spMkLst>
            <pc:docMk/>
            <pc:sldMk cId="2109765847" sldId="276"/>
            <ac:spMk id="5" creationId="{372FA240-3863-4D01-94C7-5E89B539BF0B}"/>
          </ac:spMkLst>
        </pc:spChg>
        <pc:spChg chg="mod">
          <ac:chgData name="James Pengelly" userId="d269fecd-a8a2-4e5a-93ae-88bdaab21f51" providerId="ADAL" clId="{E3E1C9BC-4743-4F61-AD14-EBFEBFC73E71}" dt="2023-09-19T11:14:53.277" v="147" actId="1076"/>
          <ac:spMkLst>
            <pc:docMk/>
            <pc:sldMk cId="2109765847" sldId="276"/>
            <ac:spMk id="6" creationId="{6C97A144-0634-4203-BEE3-57B7B2ADD04C}"/>
          </ac:spMkLst>
        </pc:spChg>
        <pc:spChg chg="add mod ord">
          <ac:chgData name="James Pengelly" userId="d269fecd-a8a2-4e5a-93ae-88bdaab21f51" providerId="ADAL" clId="{E3E1C9BC-4743-4F61-AD14-EBFEBFC73E71}" dt="2023-09-19T11:14:46.580" v="144" actId="20577"/>
          <ac:spMkLst>
            <pc:docMk/>
            <pc:sldMk cId="2109765847" sldId="276"/>
            <ac:spMk id="8" creationId="{BE37A419-F66D-87EF-EB7D-6BAAB1B63EE9}"/>
          </ac:spMkLst>
        </pc:spChg>
        <pc:spChg chg="add del mod ord">
          <ac:chgData name="James Pengelly" userId="d269fecd-a8a2-4e5a-93ae-88bdaab21f51" providerId="ADAL" clId="{E3E1C9BC-4743-4F61-AD14-EBFEBFC73E71}" dt="2023-09-19T11:14:49.434" v="146"/>
          <ac:spMkLst>
            <pc:docMk/>
            <pc:sldMk cId="2109765847" sldId="276"/>
            <ac:spMk id="9" creationId="{E7CB1712-B6A1-84C0-1300-D5232F3F60B7}"/>
          </ac:spMkLst>
        </pc:spChg>
        <pc:picChg chg="add del mod">
          <ac:chgData name="James Pengelly" userId="d269fecd-a8a2-4e5a-93ae-88bdaab21f51" providerId="ADAL" clId="{E3E1C9BC-4743-4F61-AD14-EBFEBFC73E71}" dt="2023-09-19T11:14:48.943" v="145" actId="21"/>
          <ac:picMkLst>
            <pc:docMk/>
            <pc:sldMk cId="2109765847" sldId="276"/>
            <ac:picMk id="7" creationId="{D6428496-AE2E-D538-87B3-A9743F566112}"/>
          </ac:picMkLst>
        </pc:picChg>
        <pc:picChg chg="add mod">
          <ac:chgData name="James Pengelly" userId="d269fecd-a8a2-4e5a-93ae-88bdaab21f51" providerId="ADAL" clId="{E3E1C9BC-4743-4F61-AD14-EBFEBFC73E71}" dt="2023-09-19T11:14:49.434" v="146"/>
          <ac:picMkLst>
            <pc:docMk/>
            <pc:sldMk cId="2109765847" sldId="276"/>
            <ac:picMk id="10" creationId="{B46EFABF-37DF-72EF-547C-10FB88EDDE57}"/>
          </ac:picMkLst>
        </pc:picChg>
        <pc:picChg chg="del">
          <ac:chgData name="James Pengelly" userId="d269fecd-a8a2-4e5a-93ae-88bdaab21f51" providerId="ADAL" clId="{E3E1C9BC-4743-4F61-AD14-EBFEBFC73E71}" dt="2023-09-19T11:14:21.134" v="119" actId="21"/>
          <ac:picMkLst>
            <pc:docMk/>
            <pc:sldMk cId="2109765847" sldId="276"/>
            <ac:picMk id="2050" creationId="{52A50068-1E6C-C188-3FC3-5D70B53CFC36}"/>
          </ac:picMkLst>
        </pc:picChg>
      </pc:sldChg>
      <pc:sldChg chg="addSp delSp modSp mod chgLayout">
        <pc:chgData name="James Pengelly" userId="d269fecd-a8a2-4e5a-93ae-88bdaab21f51" providerId="ADAL" clId="{E3E1C9BC-4743-4F61-AD14-EBFEBFC73E71}" dt="2023-09-19T11:15:04.742" v="153" actId="6549"/>
        <pc:sldMkLst>
          <pc:docMk/>
          <pc:sldMk cId="1309442553" sldId="277"/>
        </pc:sldMkLst>
        <pc:spChg chg="mod ord">
          <ac:chgData name="James Pengelly" userId="d269fecd-a8a2-4e5a-93ae-88bdaab21f51" providerId="ADAL" clId="{E3E1C9BC-4743-4F61-AD14-EBFEBFC73E71}" dt="2023-09-19T11:14:59.458" v="150" actId="6264"/>
          <ac:spMkLst>
            <pc:docMk/>
            <pc:sldMk cId="1309442553" sldId="277"/>
            <ac:spMk id="2" creationId="{5A78B9D2-75C6-4E31-8D20-2472152AE3E2}"/>
          </ac:spMkLst>
        </pc:spChg>
        <pc:spChg chg="add del mod">
          <ac:chgData name="James Pengelly" userId="d269fecd-a8a2-4e5a-93ae-88bdaab21f51" providerId="ADAL" clId="{E3E1C9BC-4743-4F61-AD14-EBFEBFC73E71}" dt="2023-09-19T11:14:59.458" v="150" actId="6264"/>
          <ac:spMkLst>
            <pc:docMk/>
            <pc:sldMk cId="1309442553" sldId="277"/>
            <ac:spMk id="3" creationId="{9B3BEEA6-A698-2709-D79A-4D491581A8C4}"/>
          </ac:spMkLst>
        </pc:spChg>
        <pc:spChg chg="mod ord">
          <ac:chgData name="James Pengelly" userId="d269fecd-a8a2-4e5a-93ae-88bdaab21f51" providerId="ADAL" clId="{E3E1C9BC-4743-4F61-AD14-EBFEBFC73E71}" dt="2023-09-19T11:14:59.458" v="150" actId="6264"/>
          <ac:spMkLst>
            <pc:docMk/>
            <pc:sldMk cId="1309442553" sldId="277"/>
            <ac:spMk id="4" creationId="{81D661B8-EEC6-4B47-84B5-8687AB7DEF59}"/>
          </ac:spMkLst>
        </pc:spChg>
        <pc:spChg chg="del mod">
          <ac:chgData name="James Pengelly" userId="d269fecd-a8a2-4e5a-93ae-88bdaab21f51" providerId="ADAL" clId="{E3E1C9BC-4743-4F61-AD14-EBFEBFC73E71}" dt="2023-09-19T11:14:58.400" v="149" actId="478"/>
          <ac:spMkLst>
            <pc:docMk/>
            <pc:sldMk cId="1309442553" sldId="277"/>
            <ac:spMk id="5" creationId="{137E005E-A66D-4D0E-9B1A-24F6766E1709}"/>
          </ac:spMkLst>
        </pc:spChg>
        <pc:spChg chg="add del mod">
          <ac:chgData name="James Pengelly" userId="d269fecd-a8a2-4e5a-93ae-88bdaab21f51" providerId="ADAL" clId="{E3E1C9BC-4743-4F61-AD14-EBFEBFC73E71}" dt="2023-09-19T11:14:59.458" v="150" actId="6264"/>
          <ac:spMkLst>
            <pc:docMk/>
            <pc:sldMk cId="1309442553" sldId="277"/>
            <ac:spMk id="6" creationId="{216207E7-AE68-C38E-7F6E-74978CBB8AC5}"/>
          </ac:spMkLst>
        </pc:spChg>
        <pc:spChg chg="add mod ord">
          <ac:chgData name="James Pengelly" userId="d269fecd-a8a2-4e5a-93ae-88bdaab21f51" providerId="ADAL" clId="{E3E1C9BC-4743-4F61-AD14-EBFEBFC73E71}" dt="2023-09-19T11:15:04.742" v="153" actId="6549"/>
          <ac:spMkLst>
            <pc:docMk/>
            <pc:sldMk cId="1309442553" sldId="277"/>
            <ac:spMk id="7" creationId="{9357DAD8-3D94-E7F2-D3D1-65B9B413C14D}"/>
          </ac:spMkLst>
        </pc:spChg>
      </pc:sldChg>
      <pc:sldChg chg="addSp delSp modSp mod modClrScheme chgLayout">
        <pc:chgData name="James Pengelly" userId="d269fecd-a8a2-4e5a-93ae-88bdaab21f51" providerId="ADAL" clId="{E3E1C9BC-4743-4F61-AD14-EBFEBFC73E71}" dt="2023-09-19T11:16:02.901" v="194" actId="20577"/>
        <pc:sldMkLst>
          <pc:docMk/>
          <pc:sldMk cId="602285468" sldId="278"/>
        </pc:sldMkLst>
        <pc:spChg chg="mod ord">
          <ac:chgData name="James Pengelly" userId="d269fecd-a8a2-4e5a-93ae-88bdaab21f51" providerId="ADAL" clId="{E3E1C9BC-4743-4F61-AD14-EBFEBFC73E71}" dt="2023-09-19T11:15:47.739" v="190" actId="700"/>
          <ac:spMkLst>
            <pc:docMk/>
            <pc:sldMk cId="602285468" sldId="278"/>
            <ac:spMk id="2" creationId="{EBE9F564-251E-4378-B4D0-692726090772}"/>
          </ac:spMkLst>
        </pc:spChg>
        <pc:spChg chg="add mod ord">
          <ac:chgData name="James Pengelly" userId="d269fecd-a8a2-4e5a-93ae-88bdaab21f51" providerId="ADAL" clId="{E3E1C9BC-4743-4F61-AD14-EBFEBFC73E71}" dt="2023-09-19T11:16:02.901" v="194" actId="20577"/>
          <ac:spMkLst>
            <pc:docMk/>
            <pc:sldMk cId="602285468" sldId="278"/>
            <ac:spMk id="3" creationId="{2F5C7FA5-14FB-EC0C-31D5-503F8A892F1C}"/>
          </ac:spMkLst>
        </pc:spChg>
        <pc:spChg chg="mod ord">
          <ac:chgData name="James Pengelly" userId="d269fecd-a8a2-4e5a-93ae-88bdaab21f51" providerId="ADAL" clId="{E3E1C9BC-4743-4F61-AD14-EBFEBFC73E71}" dt="2023-09-19T11:15:47.739" v="190" actId="700"/>
          <ac:spMkLst>
            <pc:docMk/>
            <pc:sldMk cId="602285468" sldId="278"/>
            <ac:spMk id="4" creationId="{80C4C0A8-03F5-4F2B-9EB9-918B55C258A2}"/>
          </ac:spMkLst>
        </pc:spChg>
        <pc:spChg chg="del mod">
          <ac:chgData name="James Pengelly" userId="d269fecd-a8a2-4e5a-93ae-88bdaab21f51" providerId="ADAL" clId="{E3E1C9BC-4743-4F61-AD14-EBFEBFC73E71}" dt="2023-09-19T11:15:44.903" v="189" actId="478"/>
          <ac:spMkLst>
            <pc:docMk/>
            <pc:sldMk cId="602285468" sldId="278"/>
            <ac:spMk id="5" creationId="{372FA240-3863-4D01-94C7-5E89B539BF0B}"/>
          </ac:spMkLst>
        </pc:spChg>
        <pc:spChg chg="mod">
          <ac:chgData name="James Pengelly" userId="d269fecd-a8a2-4e5a-93ae-88bdaab21f51" providerId="ADAL" clId="{E3E1C9BC-4743-4F61-AD14-EBFEBFC73E71}" dt="2023-09-19T11:15:59.075" v="193" actId="1076"/>
          <ac:spMkLst>
            <pc:docMk/>
            <pc:sldMk cId="602285468" sldId="278"/>
            <ac:spMk id="6" creationId="{6C97A144-0634-4203-BEE3-57B7B2ADD04C}"/>
          </ac:spMkLst>
        </pc:spChg>
        <pc:picChg chg="mod ord">
          <ac:chgData name="James Pengelly" userId="d269fecd-a8a2-4e5a-93ae-88bdaab21f51" providerId="ADAL" clId="{E3E1C9BC-4743-4F61-AD14-EBFEBFC73E71}" dt="2023-09-19T11:15:55.199" v="192" actId="14100"/>
          <ac:picMkLst>
            <pc:docMk/>
            <pc:sldMk cId="602285468" sldId="278"/>
            <ac:picMk id="3080" creationId="{09329375-23B1-8E6F-3895-8B246A90A99B}"/>
          </ac:picMkLst>
        </pc:picChg>
      </pc:sldChg>
      <pc:sldChg chg="addSp delSp modSp mod chgLayout">
        <pc:chgData name="James Pengelly" userId="d269fecd-a8a2-4e5a-93ae-88bdaab21f51" providerId="ADAL" clId="{E3E1C9BC-4743-4F61-AD14-EBFEBFC73E71}" dt="2023-09-19T11:15:16.220" v="164" actId="6549"/>
        <pc:sldMkLst>
          <pc:docMk/>
          <pc:sldMk cId="1265355985" sldId="281"/>
        </pc:sldMkLst>
        <pc:spChg chg="mod ord">
          <ac:chgData name="James Pengelly" userId="d269fecd-a8a2-4e5a-93ae-88bdaab21f51" providerId="ADAL" clId="{E3E1C9BC-4743-4F61-AD14-EBFEBFC73E71}" dt="2023-09-19T11:15:10.441" v="156" actId="6264"/>
          <ac:spMkLst>
            <pc:docMk/>
            <pc:sldMk cId="1265355985" sldId="281"/>
            <ac:spMk id="2" creationId="{5A78B9D2-75C6-4E31-8D20-2472152AE3E2}"/>
          </ac:spMkLst>
        </pc:spChg>
        <pc:spChg chg="add del mod">
          <ac:chgData name="James Pengelly" userId="d269fecd-a8a2-4e5a-93ae-88bdaab21f51" providerId="ADAL" clId="{E3E1C9BC-4743-4F61-AD14-EBFEBFC73E71}" dt="2023-09-19T11:15:10.441" v="156" actId="6264"/>
          <ac:spMkLst>
            <pc:docMk/>
            <pc:sldMk cId="1265355985" sldId="281"/>
            <ac:spMk id="3" creationId="{21DDF345-C8CE-4085-A07B-14D2249AE18D}"/>
          </ac:spMkLst>
        </pc:spChg>
        <pc:spChg chg="mod ord">
          <ac:chgData name="James Pengelly" userId="d269fecd-a8a2-4e5a-93ae-88bdaab21f51" providerId="ADAL" clId="{E3E1C9BC-4743-4F61-AD14-EBFEBFC73E71}" dt="2023-09-19T11:15:10.441" v="156" actId="6264"/>
          <ac:spMkLst>
            <pc:docMk/>
            <pc:sldMk cId="1265355985" sldId="281"/>
            <ac:spMk id="4" creationId="{81D661B8-EEC6-4B47-84B5-8687AB7DEF59}"/>
          </ac:spMkLst>
        </pc:spChg>
        <pc:spChg chg="del mod">
          <ac:chgData name="James Pengelly" userId="d269fecd-a8a2-4e5a-93ae-88bdaab21f51" providerId="ADAL" clId="{E3E1C9BC-4743-4F61-AD14-EBFEBFC73E71}" dt="2023-09-19T11:15:09.165" v="155" actId="478"/>
          <ac:spMkLst>
            <pc:docMk/>
            <pc:sldMk cId="1265355985" sldId="281"/>
            <ac:spMk id="5" creationId="{137E005E-A66D-4D0E-9B1A-24F6766E1709}"/>
          </ac:spMkLst>
        </pc:spChg>
        <pc:spChg chg="add del mod">
          <ac:chgData name="James Pengelly" userId="d269fecd-a8a2-4e5a-93ae-88bdaab21f51" providerId="ADAL" clId="{E3E1C9BC-4743-4F61-AD14-EBFEBFC73E71}" dt="2023-09-19T11:15:10.441" v="156" actId="6264"/>
          <ac:spMkLst>
            <pc:docMk/>
            <pc:sldMk cId="1265355985" sldId="281"/>
            <ac:spMk id="6" creationId="{E229F906-D773-F38C-951D-C4289DB1D945}"/>
          </ac:spMkLst>
        </pc:spChg>
        <pc:spChg chg="add mod ord">
          <ac:chgData name="James Pengelly" userId="d269fecd-a8a2-4e5a-93ae-88bdaab21f51" providerId="ADAL" clId="{E3E1C9BC-4743-4F61-AD14-EBFEBFC73E71}" dt="2023-09-19T11:15:16.220" v="164" actId="6549"/>
          <ac:spMkLst>
            <pc:docMk/>
            <pc:sldMk cId="1265355985" sldId="281"/>
            <ac:spMk id="7" creationId="{EA026DC1-819E-74A0-B26E-99E73F1C1BA2}"/>
          </ac:spMkLst>
        </pc:spChg>
      </pc:sldChg>
      <pc:sldChg chg="addSp delSp modSp mod chgLayout">
        <pc:chgData name="James Pengelly" userId="d269fecd-a8a2-4e5a-93ae-88bdaab21f51" providerId="ADAL" clId="{E3E1C9BC-4743-4F61-AD14-EBFEBFC73E71}" dt="2023-09-19T11:15:34.501" v="187" actId="27636"/>
        <pc:sldMkLst>
          <pc:docMk/>
          <pc:sldMk cId="1401591228" sldId="282"/>
        </pc:sldMkLst>
        <pc:spChg chg="mod ord">
          <ac:chgData name="James Pengelly" userId="d269fecd-a8a2-4e5a-93ae-88bdaab21f51" providerId="ADAL" clId="{E3E1C9BC-4743-4F61-AD14-EBFEBFC73E71}" dt="2023-09-19T11:15:22.588" v="167" actId="6264"/>
          <ac:spMkLst>
            <pc:docMk/>
            <pc:sldMk cId="1401591228" sldId="282"/>
            <ac:spMk id="2" creationId="{5A78B9D2-75C6-4E31-8D20-2472152AE3E2}"/>
          </ac:spMkLst>
        </pc:spChg>
        <pc:spChg chg="add del mod">
          <ac:chgData name="James Pengelly" userId="d269fecd-a8a2-4e5a-93ae-88bdaab21f51" providerId="ADAL" clId="{E3E1C9BC-4743-4F61-AD14-EBFEBFC73E71}" dt="2023-09-19T11:15:22.588" v="167" actId="6264"/>
          <ac:spMkLst>
            <pc:docMk/>
            <pc:sldMk cId="1401591228" sldId="282"/>
            <ac:spMk id="3" creationId="{1AD6A779-0092-9818-DCDA-078C02230975}"/>
          </ac:spMkLst>
        </pc:spChg>
        <pc:spChg chg="mod ord">
          <ac:chgData name="James Pengelly" userId="d269fecd-a8a2-4e5a-93ae-88bdaab21f51" providerId="ADAL" clId="{E3E1C9BC-4743-4F61-AD14-EBFEBFC73E71}" dt="2023-09-19T11:15:22.588" v="167" actId="6264"/>
          <ac:spMkLst>
            <pc:docMk/>
            <pc:sldMk cId="1401591228" sldId="282"/>
            <ac:spMk id="4" creationId="{81D661B8-EEC6-4B47-84B5-8687AB7DEF59}"/>
          </ac:spMkLst>
        </pc:spChg>
        <pc:spChg chg="del mod">
          <ac:chgData name="James Pengelly" userId="d269fecd-a8a2-4e5a-93ae-88bdaab21f51" providerId="ADAL" clId="{E3E1C9BC-4743-4F61-AD14-EBFEBFC73E71}" dt="2023-09-19T11:15:21.202" v="166" actId="478"/>
          <ac:spMkLst>
            <pc:docMk/>
            <pc:sldMk cId="1401591228" sldId="282"/>
            <ac:spMk id="5" creationId="{137E005E-A66D-4D0E-9B1A-24F6766E1709}"/>
          </ac:spMkLst>
        </pc:spChg>
        <pc:spChg chg="add del mod">
          <ac:chgData name="James Pengelly" userId="d269fecd-a8a2-4e5a-93ae-88bdaab21f51" providerId="ADAL" clId="{E3E1C9BC-4743-4F61-AD14-EBFEBFC73E71}" dt="2023-09-19T11:15:22.588" v="167" actId="6264"/>
          <ac:spMkLst>
            <pc:docMk/>
            <pc:sldMk cId="1401591228" sldId="282"/>
            <ac:spMk id="6" creationId="{A4A1A6BE-DFA8-1080-4F7A-36C862F7A90A}"/>
          </ac:spMkLst>
        </pc:spChg>
        <pc:spChg chg="add mod ord">
          <ac:chgData name="James Pengelly" userId="d269fecd-a8a2-4e5a-93ae-88bdaab21f51" providerId="ADAL" clId="{E3E1C9BC-4743-4F61-AD14-EBFEBFC73E71}" dt="2023-09-19T11:15:34.501" v="187" actId="27636"/>
          <ac:spMkLst>
            <pc:docMk/>
            <pc:sldMk cId="1401591228" sldId="282"/>
            <ac:spMk id="7" creationId="{843541F0-CFFF-77A4-5670-B6034DEB42E2}"/>
          </ac:spMkLst>
        </pc:spChg>
      </pc:sldChg>
    </pc:docChg>
  </pc:docChgLst>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nvlpubs.nist.gov/nistpubs/Legacy/SP/nistspecialpublication800-50.pdf"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Discuss the difficulty of applying classifications in a consistent way. It is best not to create too many categories.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219364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the definition of a breach can be quite narrow. It is important to review legislation and determine precise compliance requirements.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38161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35454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575369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can distinguish the data states and the different types of encryption that can be used.</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557956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105920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Security awareness programs are described in SP800-50 (</a:t>
            </a:r>
            <a:r>
              <a:rPr lang="en-US" b="0" i="1" dirty="0">
                <a:solidFill>
                  <a:srgbClr val="007C9E"/>
                </a:solidFill>
                <a:effectLst/>
                <a:latin typeface="Open Sans" panose="020B0606030504020204" pitchFamily="34" charset="0"/>
                <a:hlinkClick r:id="rId3"/>
              </a:rPr>
              <a:t>nvlpubs.nist.gov/</a:t>
            </a:r>
            <a:r>
              <a:rPr lang="en-US" b="0" i="1" dirty="0" err="1">
                <a:solidFill>
                  <a:srgbClr val="007C9E"/>
                </a:solidFill>
                <a:effectLst/>
                <a:latin typeface="Open Sans" panose="020B0606030504020204" pitchFamily="34" charset="0"/>
                <a:hlinkClick r:id="rId3"/>
              </a:rPr>
              <a:t>nistpubs</a:t>
            </a:r>
            <a:r>
              <a:rPr lang="en-US" b="0" i="1" dirty="0">
                <a:solidFill>
                  <a:srgbClr val="007C9E"/>
                </a:solidFill>
                <a:effectLst/>
                <a:latin typeface="Open Sans" panose="020B0606030504020204" pitchFamily="34" charset="0"/>
                <a:hlinkClick r:id="rId3"/>
              </a:rPr>
              <a:t>/Legacy/SP/nistspecialpublication800-50.pdf</a:t>
            </a:r>
            <a:r>
              <a:rPr lang="en-US" b="0" i="1" dirty="0">
                <a:solidFill>
                  <a:srgbClr val="45545F"/>
                </a:solidFill>
                <a:effectLst/>
                <a:latin typeface="Open Sans" panose="020B0606030504020204" pitchFamily="34" charset="0"/>
              </a:rPr>
              <a: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250886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03881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96206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Summarize Data Protection and Compliance Concepts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16</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Data Classification and Compliance</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16A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16</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Data Types</a:t>
            </a:r>
          </a:p>
        </p:txBody>
      </p:sp>
      <p:sp>
        <p:nvSpPr>
          <p:cNvPr id="7" name="Content Placeholder 6">
            <a:extLst>
              <a:ext uri="{FF2B5EF4-FFF2-40B4-BE49-F238E27FC236}">
                <a16:creationId xmlns:a16="http://schemas.microsoft.com/office/drawing/2014/main" id="{BD8F5840-0144-E836-4142-D618421B5614}"/>
              </a:ext>
            </a:extLst>
          </p:cNvPr>
          <p:cNvSpPr>
            <a:spLocks noGrp="1"/>
          </p:cNvSpPr>
          <p:nvPr>
            <p:ph idx="1"/>
          </p:nvPr>
        </p:nvSpPr>
        <p:spPr/>
        <p:txBody>
          <a:bodyPr>
            <a:normAutofit/>
          </a:bodyPr>
          <a:lstStyle/>
          <a:p>
            <a:r>
              <a:rPr lang="en-US" dirty="0">
                <a:latin typeface="Calibri" panose="020F0502020204030204" pitchFamily="34" charset="0"/>
                <a:cs typeface="Calibri" panose="020F0502020204030204" pitchFamily="34" charset="0"/>
              </a:rPr>
              <a:t>Categorizing or classifying data based on its inherent characteristics, structure, and intended use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Regulated Data</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Trade Secrets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Intellectual Property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Legal and Financial Data</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Many Others</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Data Classifications</a:t>
            </a:r>
          </a:p>
        </p:txBody>
      </p:sp>
      <p:pic>
        <p:nvPicPr>
          <p:cNvPr id="1026" name="Picture 2" descr="A Microsoft Azure webpage to define the labeling and watermark policy.">
            <a:extLst>
              <a:ext uri="{FF2B5EF4-FFF2-40B4-BE49-F238E27FC236}">
                <a16:creationId xmlns:a16="http://schemas.microsoft.com/office/drawing/2014/main" id="{B7DA8579-1FC0-183F-9153-680EA92E0F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46050" y="1259026"/>
            <a:ext cx="4354513" cy="302073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785AD3D-515B-60CC-DF6C-9E2C501E1499}"/>
              </a:ext>
            </a:extLst>
          </p:cNvPr>
          <p:cNvSpPr>
            <a:spLocks noGrp="1"/>
          </p:cNvSpPr>
          <p:nvPr>
            <p:ph idx="12"/>
          </p:nvPr>
        </p:nvSpPr>
        <p:spPr/>
        <p:txBody>
          <a:bodyPr/>
          <a:lstStyle/>
          <a:p>
            <a:r>
              <a:rPr lang="en-US" noProof="0" dirty="0">
                <a:latin typeface="Calibri" panose="020F0502020204030204" pitchFamily="34" charset="0"/>
                <a:cs typeface="Calibri" panose="020F0502020204030204" pitchFamily="34" charset="0"/>
              </a:rPr>
              <a:t>Identifying the importance and associated protections required to protect different types of </a:t>
            </a:r>
            <a:r>
              <a:rPr lang="en-US" dirty="0">
                <a:latin typeface="Calibri" panose="020F0502020204030204" pitchFamily="34" charset="0"/>
                <a:cs typeface="Calibri" panose="020F0502020204030204" pitchFamily="34" charset="0"/>
              </a:rPr>
              <a:t>data</a:t>
            </a:r>
          </a:p>
          <a:p>
            <a:r>
              <a:rPr lang="en-US" dirty="0">
                <a:latin typeface="Calibri" panose="020F0502020204030204" pitchFamily="34" charset="0"/>
                <a:cs typeface="Calibri" panose="020F0502020204030204" pitchFamily="34" charset="0"/>
              </a:rPr>
              <a:t>Typically defined in 3 levels</a:t>
            </a:r>
          </a:p>
          <a:p>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127000" y="4396740"/>
            <a:ext cx="4572000" cy="369332"/>
          </a:xfrm>
          <a:prstGeom prst="rect">
            <a:avLst/>
          </a:prstGeom>
        </p:spPr>
        <p:txBody>
          <a:bodyPr>
            <a:spAutoFit/>
          </a:bodyPr>
          <a:lstStyle/>
          <a:p>
            <a:pPr algn="ctr"/>
            <a:r>
              <a:rPr lang="en-US" sz="900" i="1" dirty="0">
                <a:solidFill>
                  <a:srgbClr val="45545F"/>
                </a:solidFill>
              </a:rPr>
              <a:t>Using Microsoft Azure Information Protection to define an automatic document labeling and watermarking policy. (Screenshot used with permission from Microsoft.)</a:t>
            </a:r>
          </a:p>
        </p:txBody>
      </p:sp>
    </p:spTree>
    <p:extLst>
      <p:ext uri="{BB962C8B-B14F-4D97-AF65-F5344CB8AC3E}">
        <p14:creationId xmlns:p14="http://schemas.microsoft.com/office/powerpoint/2010/main" val="1821724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Data Sovereignty and Geographical Considerations</a:t>
            </a:r>
          </a:p>
        </p:txBody>
      </p:sp>
      <p:sp>
        <p:nvSpPr>
          <p:cNvPr id="7" name="Content Placeholder 6">
            <a:extLst>
              <a:ext uri="{FF2B5EF4-FFF2-40B4-BE49-F238E27FC236}">
                <a16:creationId xmlns:a16="http://schemas.microsoft.com/office/drawing/2014/main" id="{15F55C76-2847-5DC7-CDC0-964A1FDA70D3}"/>
              </a:ext>
            </a:extLst>
          </p:cNvPr>
          <p:cNvSpPr>
            <a:spLocks noGrp="1"/>
          </p:cNvSpPr>
          <p:nvPr>
            <p:ph idx="1"/>
          </p:nvPr>
        </p:nvSpPr>
        <p:spPr/>
        <p:txBody>
          <a:bodyPr>
            <a:normAutofit/>
          </a:bodyPr>
          <a:lstStyle/>
          <a:p>
            <a:r>
              <a:rPr lang="en-US" dirty="0"/>
              <a:t>Data Sovereignty</a:t>
            </a:r>
          </a:p>
          <a:p>
            <a:pPr lvl="1"/>
            <a:r>
              <a:rPr lang="en-US" dirty="0"/>
              <a:t>A legal jurisdiction restricting processing and storage of data on systems that do not physically reside within that jurisdiction</a:t>
            </a:r>
          </a:p>
          <a:p>
            <a:r>
              <a:rPr lang="en-US" dirty="0"/>
              <a:t>Geographical Considerations</a:t>
            </a:r>
          </a:p>
          <a:p>
            <a:pPr lvl="1"/>
            <a:r>
              <a:rPr lang="en-US" dirty="0"/>
              <a:t>Organizations must ensure data remains within a designated boundary</a:t>
            </a:r>
          </a:p>
          <a:p>
            <a:pPr lvl="1"/>
            <a:r>
              <a:rPr lang="en-US" dirty="0"/>
              <a:t>Access controls to validate a user's geographic location</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576977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Privacy Data</a:t>
            </a:r>
          </a:p>
        </p:txBody>
      </p:sp>
      <p:sp>
        <p:nvSpPr>
          <p:cNvPr id="7" name="Content Placeholder 6">
            <a:extLst>
              <a:ext uri="{FF2B5EF4-FFF2-40B4-BE49-F238E27FC236}">
                <a16:creationId xmlns:a16="http://schemas.microsoft.com/office/drawing/2014/main" id="{E4413AA7-D6F3-46E2-4433-0B31D5EF22D9}"/>
              </a:ext>
            </a:extLst>
          </p:cNvPr>
          <p:cNvSpPr>
            <a:spLocks noGrp="1"/>
          </p:cNvSpPr>
          <p:nvPr>
            <p:ph idx="1"/>
          </p:nvPr>
        </p:nvSpPr>
        <p:spPr/>
        <p:txBody>
          <a:bodyPr>
            <a:normAutofit fontScale="92500" lnSpcReduction="20000"/>
          </a:bodyPr>
          <a:lstStyle/>
          <a:p>
            <a:pPr marL="285750" indent="-285750">
              <a:buFont typeface="Arial" panose="020B0604020202020204" pitchFamily="34" charset="0"/>
              <a:buChar char="•"/>
            </a:pPr>
            <a:r>
              <a:rPr lang="en-US" dirty="0"/>
              <a:t>Personally identifiable or sensitive information associated with an individual's personal, financial, or social identity</a:t>
            </a:r>
          </a:p>
          <a:p>
            <a:pPr marL="285750" indent="-285750">
              <a:buFont typeface="Arial" panose="020B0604020202020204" pitchFamily="34" charset="0"/>
              <a:buChar char="•"/>
            </a:pPr>
            <a:r>
              <a:rPr lang="en-US" dirty="0"/>
              <a:t>Data that could infringe upon an individual's privacy rights, if exposed or mishandled</a:t>
            </a:r>
          </a:p>
          <a:p>
            <a:pPr marL="285750" indent="-285750">
              <a:buFont typeface="Arial" panose="020B0604020202020204" pitchFamily="34" charset="0"/>
              <a:buChar char="•"/>
            </a:pPr>
            <a:r>
              <a:rPr lang="en-US" dirty="0"/>
              <a:t>Data protection and privacy laws safeguard both data types</a:t>
            </a:r>
          </a:p>
          <a:p>
            <a:pPr marL="742950" lvl="1" indent="-285750">
              <a:buFont typeface="Arial" panose="020B0604020202020204" pitchFamily="34" charset="0"/>
              <a:buChar char="•"/>
            </a:pPr>
            <a:r>
              <a:rPr lang="en-US" dirty="0"/>
              <a:t>Rapidly evolving legal environment</a:t>
            </a:r>
          </a:p>
          <a:p>
            <a:pPr marL="285750" indent="-285750">
              <a:buFont typeface="Arial" panose="020B0604020202020204" pitchFamily="34" charset="0"/>
              <a:buChar char="•"/>
            </a:pPr>
            <a:r>
              <a:rPr lang="en-US" dirty="0"/>
              <a:t>Privacy data is closely associated with the rights of individuals to control the use and disclosure of their personal information </a:t>
            </a:r>
          </a:p>
          <a:p>
            <a:pPr marL="285750" indent="-285750">
              <a:buFont typeface="Arial" panose="020B0604020202020204" pitchFamily="34" charset="0"/>
              <a:buChar char="•"/>
            </a:pPr>
            <a:r>
              <a:rPr lang="en-US" dirty="0"/>
              <a:t>Individuals have the right to access, correct, and request the deletion of their privacy data</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50466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Privacy Data</a:t>
            </a:r>
          </a:p>
        </p:txBody>
      </p:sp>
      <p:sp>
        <p:nvSpPr>
          <p:cNvPr id="7" name="Content Placeholder 6">
            <a:extLst>
              <a:ext uri="{FF2B5EF4-FFF2-40B4-BE49-F238E27FC236}">
                <a16:creationId xmlns:a16="http://schemas.microsoft.com/office/drawing/2014/main" id="{1F1CBFAB-31F1-0905-4297-C538CF66F446}"/>
              </a:ext>
            </a:extLst>
          </p:cNvPr>
          <p:cNvSpPr>
            <a:spLocks noGrp="1"/>
          </p:cNvSpPr>
          <p:nvPr>
            <p:ph idx="1"/>
          </p:nvPr>
        </p:nvSpPr>
        <p:spPr/>
        <p:txBody>
          <a:bodyPr>
            <a:normAutofit fontScale="62500" lnSpcReduction="20000"/>
          </a:bodyPr>
          <a:lstStyle/>
          <a:p>
            <a:r>
              <a:rPr lang="en-US" dirty="0"/>
              <a:t>Legal Implications</a:t>
            </a:r>
          </a:p>
          <a:p>
            <a:pPr marL="714375" lvl="1" indent="-285750"/>
            <a:r>
              <a:rPr lang="en-US" dirty="0"/>
              <a:t>Protecting privacy data carries significant local, national, and global legal implications </a:t>
            </a:r>
          </a:p>
          <a:p>
            <a:pPr marL="714375" lvl="1" indent="-285750"/>
            <a:r>
              <a:rPr lang="en-US" dirty="0"/>
              <a:t>Many countries have specific privacy laws and regulations that dictate how personal data should be handled within their jurisdiction</a:t>
            </a:r>
          </a:p>
          <a:p>
            <a:pPr marL="714375" lvl="1" indent="-285750"/>
            <a:r>
              <a:rPr lang="en-US" dirty="0"/>
              <a:t>The General Data Protection Regulation (GDPR) in the European Union has had a substantial impact globally by setting high privacy and data protection standards</a:t>
            </a:r>
          </a:p>
          <a:p>
            <a:pPr marL="714375" lvl="1" indent="-285750"/>
            <a:r>
              <a:rPr lang="en-US" dirty="0"/>
              <a:t>GDPR applies to organizations that process the personal data of EU residents, regardless of their physical location</a:t>
            </a:r>
          </a:p>
          <a:p>
            <a:r>
              <a:rPr lang="en-US" dirty="0"/>
              <a:t>Roles and Responsibilities</a:t>
            </a:r>
          </a:p>
          <a:p>
            <a:pPr marL="714375" lvl="1" indent="-285750"/>
            <a:r>
              <a:rPr lang="it-IT" dirty="0"/>
              <a:t>Data Controller and Data Processor </a:t>
            </a:r>
          </a:p>
          <a:p>
            <a:pPr marL="914400" lvl="2" indent="-285750"/>
            <a:r>
              <a:rPr lang="en-US" dirty="0"/>
              <a:t>Both roles are responsible for ensuring personal data protection in compliance with data protection laws and regulations</a:t>
            </a:r>
          </a:p>
          <a:p>
            <a:pPr marL="714375" lvl="1" indent="-285750"/>
            <a:r>
              <a:rPr lang="en-US" dirty="0"/>
              <a:t>Data Subject</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415944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Privacy Data</a:t>
            </a:r>
          </a:p>
        </p:txBody>
      </p:sp>
      <p:sp>
        <p:nvSpPr>
          <p:cNvPr id="7" name="Content Placeholder 6">
            <a:extLst>
              <a:ext uri="{FF2B5EF4-FFF2-40B4-BE49-F238E27FC236}">
                <a16:creationId xmlns:a16="http://schemas.microsoft.com/office/drawing/2014/main" id="{B0A7AAEE-0AFE-6CF9-A267-CDFB4F2A8BA0}"/>
              </a:ext>
            </a:extLst>
          </p:cNvPr>
          <p:cNvSpPr>
            <a:spLocks noGrp="1"/>
          </p:cNvSpPr>
          <p:nvPr>
            <p:ph idx="1"/>
          </p:nvPr>
        </p:nvSpPr>
        <p:spPr/>
        <p:txBody>
          <a:bodyPr>
            <a:normAutofit fontScale="77500" lnSpcReduction="20000"/>
          </a:bodyPr>
          <a:lstStyle/>
          <a:p>
            <a:r>
              <a:rPr lang="en-US" dirty="0"/>
              <a:t>Right to Be Forgotten</a:t>
            </a:r>
          </a:p>
          <a:p>
            <a:pPr marL="714375" lvl="1" indent="-285750"/>
            <a:r>
              <a:rPr lang="en-US" dirty="0"/>
              <a:t>Fundamental principle outlined in the General Data Protection Regulation (GDPR) </a:t>
            </a:r>
          </a:p>
          <a:p>
            <a:pPr marL="714375" lvl="1" indent="-285750"/>
            <a:r>
              <a:rPr lang="en-US" dirty="0"/>
              <a:t>Grants data subjects the right to request the deletion of their personal data under certain circumstances</a:t>
            </a:r>
          </a:p>
          <a:p>
            <a:r>
              <a:rPr lang="en-US" dirty="0"/>
              <a:t>Ownership of Privacy Data</a:t>
            </a:r>
          </a:p>
          <a:p>
            <a:pPr marL="714375" lvl="1" indent="-285750"/>
            <a:r>
              <a:rPr lang="en-US" dirty="0"/>
              <a:t>It is not easy to attribute traditional notions of ownership to privacy data</a:t>
            </a:r>
          </a:p>
          <a:p>
            <a:pPr marL="714375" lvl="1" indent="-285750"/>
            <a:r>
              <a:rPr lang="en-US" dirty="0"/>
              <a:t>Many data protection laws place the emphasis on protecting the data subject </a:t>
            </a:r>
          </a:p>
          <a:p>
            <a:r>
              <a:rPr lang="en-US" dirty="0"/>
              <a:t>Data Inventories and Retention</a:t>
            </a:r>
          </a:p>
          <a:p>
            <a:pPr marL="714375" lvl="1" indent="-285750"/>
            <a:r>
              <a:rPr lang="en-US" dirty="0"/>
              <a:t>Detailed record of personal data being collected, processed, and stored</a:t>
            </a:r>
          </a:p>
          <a:p>
            <a:pPr marL="714375" lvl="1" indent="-285750"/>
            <a:r>
              <a:rPr lang="en-US" dirty="0"/>
              <a:t>Retain personal data only for as long as necessary to fulfill the intended purpose or as required by law</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121936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Privacy Breaches and Data Breaches</a:t>
            </a:r>
          </a:p>
        </p:txBody>
      </p:sp>
      <p:sp>
        <p:nvSpPr>
          <p:cNvPr id="7" name="Content Placeholder 6">
            <a:extLst>
              <a:ext uri="{FF2B5EF4-FFF2-40B4-BE49-F238E27FC236}">
                <a16:creationId xmlns:a16="http://schemas.microsoft.com/office/drawing/2014/main" id="{B7A51B32-A651-E010-EE51-7F1EE9B3E031}"/>
              </a:ext>
            </a:extLst>
          </p:cNvPr>
          <p:cNvSpPr>
            <a:spLocks noGrp="1"/>
          </p:cNvSpPr>
          <p:nvPr>
            <p:ph idx="1"/>
          </p:nvPr>
        </p:nvSpPr>
        <p:spPr/>
        <p:txBody>
          <a:bodyPr>
            <a:normAutofit fontScale="85000" lnSpcReduction="10000"/>
          </a:bodyPr>
          <a:lstStyle/>
          <a:p>
            <a:r>
              <a:rPr lang="en-US" dirty="0"/>
              <a:t>When information is read, modified, or deleted without authorization</a:t>
            </a:r>
          </a:p>
          <a:p>
            <a:r>
              <a:rPr lang="en-US" dirty="0"/>
              <a:t>Organizational Consequences</a:t>
            </a:r>
          </a:p>
          <a:p>
            <a:pPr marL="714375" lvl="1" indent="-285750"/>
            <a:r>
              <a:rPr lang="en-US" dirty="0"/>
              <a:t>Reputation damage</a:t>
            </a:r>
          </a:p>
          <a:p>
            <a:pPr marL="714375" lvl="1" indent="-285750"/>
            <a:r>
              <a:rPr lang="en-US" dirty="0"/>
              <a:t>Identity theft</a:t>
            </a:r>
          </a:p>
          <a:p>
            <a:pPr marL="714375" lvl="1" indent="-285750"/>
            <a:r>
              <a:rPr lang="en-US" dirty="0"/>
              <a:t>Fines</a:t>
            </a:r>
          </a:p>
          <a:p>
            <a:pPr marL="714375" lvl="1" indent="-285750"/>
            <a:r>
              <a:rPr lang="en-US" dirty="0"/>
              <a:t>Intellectual Property (IP) theft</a:t>
            </a:r>
          </a:p>
          <a:p>
            <a:r>
              <a:rPr lang="en-US" dirty="0"/>
              <a:t>Breach Notification</a:t>
            </a:r>
          </a:p>
          <a:p>
            <a:pPr marL="714375" lvl="1" indent="-285750"/>
            <a:r>
              <a:rPr lang="en-US" dirty="0"/>
              <a:t>Requirements for different types of breach are established in laws and in regulations</a:t>
            </a:r>
          </a:p>
          <a:p>
            <a:pPr marL="714375" lvl="1" indent="-285750"/>
            <a:r>
              <a:rPr lang="en-US" dirty="0"/>
              <a:t>Public Notification and Disclosure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4235668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Compliance</a:t>
            </a:r>
          </a:p>
        </p:txBody>
      </p:sp>
      <p:sp>
        <p:nvSpPr>
          <p:cNvPr id="7" name="Content Placeholder 6">
            <a:extLst>
              <a:ext uri="{FF2B5EF4-FFF2-40B4-BE49-F238E27FC236}">
                <a16:creationId xmlns:a16="http://schemas.microsoft.com/office/drawing/2014/main" id="{D0AB5E2D-462F-D8CE-393B-A9EF1137871D}"/>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Security compliance refers to organizations' adherence to applicable security standards, regulations, policy and best practices</a:t>
            </a:r>
          </a:p>
          <a:p>
            <a:r>
              <a:rPr lang="en-US" dirty="0"/>
              <a:t>Compliance Issues</a:t>
            </a:r>
          </a:p>
          <a:p>
            <a:pPr marL="714375" lvl="1" indent="-285750"/>
            <a:r>
              <a:rPr lang="en-US" dirty="0">
                <a:latin typeface="Calibri" panose="020F0502020204030204" pitchFamily="34" charset="0"/>
                <a:cs typeface="Calibri" panose="020F0502020204030204" pitchFamily="34" charset="0"/>
              </a:rPr>
              <a:t>Legal &amp; Regulatory Noncompliance</a:t>
            </a:r>
          </a:p>
          <a:p>
            <a:pPr marL="714375" lvl="1" indent="-285750"/>
            <a:r>
              <a:rPr lang="en-US" dirty="0">
                <a:latin typeface="Calibri" panose="020F0502020204030204" pitchFamily="34" charset="0"/>
                <a:cs typeface="Calibri" panose="020F0502020204030204" pitchFamily="34" charset="0"/>
              </a:rPr>
              <a:t>Software Licensing</a:t>
            </a:r>
          </a:p>
          <a:p>
            <a:pPr marL="714375" lvl="1" indent="-285750"/>
            <a:r>
              <a:rPr lang="en-US" dirty="0">
                <a:latin typeface="Calibri" panose="020F0502020204030204" pitchFamily="34" charset="0"/>
                <a:cs typeface="Calibri" panose="020F0502020204030204" pitchFamily="34" charset="0"/>
              </a:rPr>
              <a:t>Contractual Noncompliance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435922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Monitoring and Reporting</a:t>
            </a:r>
          </a:p>
        </p:txBody>
      </p:sp>
      <p:sp>
        <p:nvSpPr>
          <p:cNvPr id="7" name="Content Placeholder 6">
            <a:extLst>
              <a:ext uri="{FF2B5EF4-FFF2-40B4-BE49-F238E27FC236}">
                <a16:creationId xmlns:a16="http://schemas.microsoft.com/office/drawing/2014/main" id="{EAB5A7B1-5FDA-5A04-2EF4-1910FBF3F8DA}"/>
              </a:ext>
            </a:extLst>
          </p:cNvPr>
          <p:cNvSpPr>
            <a:spLocks noGrp="1"/>
          </p:cNvSpPr>
          <p:nvPr>
            <p:ph idx="1"/>
          </p:nvPr>
        </p:nvSpPr>
        <p:spPr/>
        <p:txBody>
          <a:bodyPr/>
          <a:lstStyle/>
          <a:p>
            <a:r>
              <a:rPr lang="en-US" dirty="0">
                <a:latin typeface="Calibri" panose="020F0502020204030204" pitchFamily="34" charset="0"/>
                <a:cs typeface="Calibri" panose="020F0502020204030204" pitchFamily="34" charset="0"/>
              </a:rPr>
              <a:t>Systematically assessing, evaluating, and reporting an organization's adherence to laws, regulations, contracts, and industry standards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Internal and External Compliance Reporting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Compliance Monitoring</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27575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Data Protection and Data Loss Prevention</a:t>
            </a:r>
          </a:p>
        </p:txBody>
      </p:sp>
      <p:sp>
        <p:nvSpPr>
          <p:cNvPr id="8" name="Content Placeholder 7">
            <a:extLst>
              <a:ext uri="{FF2B5EF4-FFF2-40B4-BE49-F238E27FC236}">
                <a16:creationId xmlns:a16="http://schemas.microsoft.com/office/drawing/2014/main" id="{BE37A419-F66D-87EF-EB7D-6BAAB1B63EE9}"/>
              </a:ext>
            </a:extLst>
          </p:cNvPr>
          <p:cNvSpPr>
            <a:spLocks noGrp="1"/>
          </p:cNvSpPr>
          <p:nvPr>
            <p:ph idx="1"/>
          </p:nvPr>
        </p:nvSpPr>
        <p:spPr/>
        <p:txBody>
          <a:bodyPr>
            <a:normAutofit fontScale="92500" lnSpcReduction="20000"/>
          </a:bodyPr>
          <a:lstStyle/>
          <a:p>
            <a:r>
              <a:rPr lang="en-US" dirty="0"/>
              <a:t>Data requires different protection methods for each state</a:t>
            </a:r>
          </a:p>
          <a:p>
            <a:pPr marL="714375" lvl="1" indent="-285750"/>
            <a:r>
              <a:rPr lang="en-US" dirty="0"/>
              <a:t>Data at rest</a:t>
            </a:r>
          </a:p>
          <a:p>
            <a:pPr marL="714375" lvl="1" indent="-285750"/>
            <a:r>
              <a:rPr lang="en-US" dirty="0"/>
              <a:t>Data in motion</a:t>
            </a:r>
          </a:p>
          <a:p>
            <a:pPr marL="714375" lvl="1" indent="-285750"/>
            <a:r>
              <a:rPr lang="en-US" dirty="0"/>
              <a:t>Data in use</a:t>
            </a:r>
          </a:p>
          <a:p>
            <a:r>
              <a:rPr lang="en-US" dirty="0"/>
              <a:t>Data Loss Prevention</a:t>
            </a:r>
          </a:p>
          <a:p>
            <a:pPr lvl="1"/>
            <a:r>
              <a:rPr lang="en-US" dirty="0"/>
              <a:t>Automates the discovery and classification of data types and enforce rules so that data is not viewed or transferred without a proper authorization</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12</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572000" y="3965803"/>
            <a:ext cx="4572000" cy="230832"/>
          </a:xfrm>
          <a:prstGeom prst="rect">
            <a:avLst/>
          </a:prstGeom>
        </p:spPr>
        <p:txBody>
          <a:bodyPr>
            <a:spAutoFit/>
          </a:bodyPr>
          <a:lstStyle/>
          <a:p>
            <a:pPr algn="ctr"/>
            <a:r>
              <a:rPr lang="en-US" sz="900" i="1" dirty="0">
                <a:solidFill>
                  <a:srgbClr val="45545F"/>
                </a:solidFill>
              </a:rPr>
              <a:t>Creating a DLP policy in Office 365. (Screenshot used with permission from Microsoft.)</a:t>
            </a:r>
          </a:p>
        </p:txBody>
      </p:sp>
      <p:pic>
        <p:nvPicPr>
          <p:cNvPr id="10" name="Picture 2" descr="A Screengrab shows the process of creating a D L P policy in office 365.">
            <a:extLst>
              <a:ext uri="{FF2B5EF4-FFF2-40B4-BE49-F238E27FC236}">
                <a16:creationId xmlns:a16="http://schemas.microsoft.com/office/drawing/2014/main" id="{B46EFABF-37DF-72EF-547C-10FB88EDDE57}"/>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634625"/>
            <a:ext cx="4379912" cy="226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76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normAutofit fontScale="85000" lnSpcReduction="20000"/>
          </a:bodyPr>
          <a:lstStyle/>
          <a:p>
            <a:r>
              <a:rPr lang="en-US" dirty="0"/>
              <a:t>Data Types</a:t>
            </a:r>
          </a:p>
          <a:p>
            <a:r>
              <a:rPr lang="en-US" dirty="0"/>
              <a:t>Data Classifications</a:t>
            </a:r>
          </a:p>
          <a:p>
            <a:r>
              <a:rPr lang="en-US" dirty="0"/>
              <a:t>Data Sovereignty and Geographical Considerations</a:t>
            </a:r>
          </a:p>
          <a:p>
            <a:r>
              <a:rPr lang="en-US" dirty="0"/>
              <a:t>Privacy Data</a:t>
            </a:r>
          </a:p>
          <a:p>
            <a:r>
              <a:rPr lang="en-US" dirty="0"/>
              <a:t>Privacy Breaches and Data Breaches</a:t>
            </a:r>
          </a:p>
          <a:p>
            <a:r>
              <a:rPr lang="en-US" dirty="0"/>
              <a:t>Compliance</a:t>
            </a:r>
          </a:p>
          <a:p>
            <a:r>
              <a:rPr lang="en-US" dirty="0"/>
              <a:t>Monitoring and Reporting</a:t>
            </a:r>
          </a:p>
          <a:p>
            <a:r>
              <a:rPr lang="en-US" dirty="0"/>
              <a:t>Data Protection</a:t>
            </a:r>
          </a:p>
          <a:p>
            <a:r>
              <a:rPr lang="en-US" dirty="0"/>
              <a:t>Data Loss Prevention</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Data Classification and Compliance</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631819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Personnel Policies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16B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16</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674909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Conduct Policies </a:t>
            </a:r>
          </a:p>
        </p:txBody>
      </p:sp>
      <p:sp>
        <p:nvSpPr>
          <p:cNvPr id="7" name="Content Placeholder 6">
            <a:extLst>
              <a:ext uri="{FF2B5EF4-FFF2-40B4-BE49-F238E27FC236}">
                <a16:creationId xmlns:a16="http://schemas.microsoft.com/office/drawing/2014/main" id="{9357DAD8-3D94-E7F2-D3D1-65B9B413C14D}"/>
              </a:ext>
            </a:extLst>
          </p:cNvPr>
          <p:cNvSpPr>
            <a:spLocks noGrp="1"/>
          </p:cNvSpPr>
          <p:nvPr>
            <p:ph idx="1"/>
          </p:nvPr>
        </p:nvSpPr>
        <p:spPr/>
        <p:txBody>
          <a:bodyPr>
            <a:normAutofit lnSpcReduction="10000"/>
          </a:bodyPr>
          <a:lstStyle/>
          <a:p>
            <a:r>
              <a:rPr lang="en-US" dirty="0">
                <a:latin typeface="Calibri" panose="020F0502020204030204" pitchFamily="34" charset="0"/>
                <a:cs typeface="Calibri" panose="020F0502020204030204" pitchFamily="34" charset="0"/>
              </a:rPr>
              <a:t>Operational policies include credential management, data handling, incident response and those governing employee conduct and respect for privacy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Acceptable Use Policy </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Code of Conduct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Social Media Use and Analysis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 of Personally Owned Devices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Clean Desk Policy </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30944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User and Role-Based Training</a:t>
            </a:r>
          </a:p>
        </p:txBody>
      </p:sp>
      <p:sp>
        <p:nvSpPr>
          <p:cNvPr id="7" name="Content Placeholder 6">
            <a:extLst>
              <a:ext uri="{FF2B5EF4-FFF2-40B4-BE49-F238E27FC236}">
                <a16:creationId xmlns:a16="http://schemas.microsoft.com/office/drawing/2014/main" id="{EA026DC1-819E-74A0-B26E-99E73F1C1BA2}"/>
              </a:ext>
            </a:extLst>
          </p:cNvPr>
          <p:cNvSpPr>
            <a:spLocks noGrp="1"/>
          </p:cNvSpPr>
          <p:nvPr>
            <p:ph idx="1"/>
          </p:nvPr>
        </p:nvSpPr>
        <p:spPr/>
        <p:txBody>
          <a:bodyPr>
            <a:normAutofit/>
          </a:bodyPr>
          <a:lstStyle/>
          <a:p>
            <a:r>
              <a:rPr lang="en-US" dirty="0">
                <a:latin typeface="Calibri" panose="020F0502020204030204" pitchFamily="34" charset="0"/>
                <a:cs typeface="Calibri" panose="020F0502020204030204" pitchFamily="34" charset="0"/>
              </a:rPr>
              <a:t>Untrained users represent a serious vulnerability because they are susceptible to social engineering and malware attacks and may be careless when handling sensitive or confidential data</a:t>
            </a:r>
          </a:p>
          <a:p>
            <a:r>
              <a:rPr lang="en-US" dirty="0">
                <a:latin typeface="Calibri" panose="020F0502020204030204" pitchFamily="34" charset="0"/>
                <a:cs typeface="Calibri" panose="020F0502020204030204" pitchFamily="34" charset="0"/>
              </a:rPr>
              <a:t>Appropriate security awareness training needs to be delivered to employees at all levels, including end users, technical staff, and executives</a:t>
            </a:r>
          </a:p>
          <a:p>
            <a:r>
              <a:rPr lang="en-US" dirty="0">
                <a:latin typeface="Calibri" panose="020F0502020204030204" pitchFamily="34" charset="0"/>
                <a:cs typeface="Calibri" panose="020F0502020204030204" pitchFamily="34" charset="0"/>
              </a:rPr>
              <a:t>Training should be tailored to the audience and job role</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265355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Training Topics and Techniques</a:t>
            </a:r>
          </a:p>
        </p:txBody>
      </p:sp>
      <p:sp>
        <p:nvSpPr>
          <p:cNvPr id="7" name="Content Placeholder 6">
            <a:extLst>
              <a:ext uri="{FF2B5EF4-FFF2-40B4-BE49-F238E27FC236}">
                <a16:creationId xmlns:a16="http://schemas.microsoft.com/office/drawing/2014/main" id="{843541F0-CFFF-77A4-5670-B6034DEB42E2}"/>
              </a:ext>
            </a:extLst>
          </p:cNvPr>
          <p:cNvSpPr>
            <a:spLocks noGrp="1"/>
          </p:cNvSpPr>
          <p:nvPr>
            <p:ph idx="1"/>
          </p:nvPr>
        </p:nvSpPr>
        <p:spPr/>
        <p:txBody>
          <a:bodyPr>
            <a:normAutofit fontScale="55000" lnSpcReduction="20000"/>
          </a:bodyPr>
          <a:lstStyle/>
          <a:p>
            <a:r>
              <a:rPr lang="en-US" dirty="0"/>
              <a:t>Popular Techniques</a:t>
            </a:r>
          </a:p>
          <a:p>
            <a:pPr marL="714375" lvl="1" indent="-285750"/>
            <a:r>
              <a:rPr lang="en-US" dirty="0"/>
              <a:t>Computer-Based Training</a:t>
            </a:r>
          </a:p>
          <a:p>
            <a:pPr marL="714375" lvl="1" indent="-285750"/>
            <a:r>
              <a:rPr lang="en-US" dirty="0"/>
              <a:t>Gamification</a:t>
            </a:r>
          </a:p>
          <a:p>
            <a:pPr marL="714375" lvl="1" indent="-285750"/>
            <a:r>
              <a:rPr lang="en-US" dirty="0"/>
              <a:t>Phishing Campaigns</a:t>
            </a:r>
          </a:p>
          <a:p>
            <a:r>
              <a:rPr lang="en-US" dirty="0"/>
              <a:t>Topics</a:t>
            </a:r>
          </a:p>
          <a:p>
            <a:pPr marL="714375" lvl="1" indent="-285750"/>
            <a:r>
              <a:rPr lang="en-US" dirty="0"/>
              <a:t>Situational Awareness</a:t>
            </a:r>
          </a:p>
          <a:p>
            <a:pPr marL="714375" lvl="1" indent="-285750"/>
            <a:r>
              <a:rPr lang="en-US" dirty="0"/>
              <a:t>Reporting and Escalation Procedures</a:t>
            </a:r>
          </a:p>
          <a:p>
            <a:pPr marL="714375" lvl="1" indent="-285750"/>
            <a:r>
              <a:rPr lang="en-US" dirty="0"/>
              <a:t>Policy/Handbooks</a:t>
            </a:r>
          </a:p>
          <a:p>
            <a:pPr marL="714375" lvl="1" indent="-285750"/>
            <a:r>
              <a:rPr lang="en-US" dirty="0"/>
              <a:t>Insider Threat</a:t>
            </a:r>
          </a:p>
          <a:p>
            <a:pPr marL="714375" lvl="1" indent="-285750"/>
            <a:r>
              <a:rPr lang="en-US" dirty="0"/>
              <a:t>Password Management</a:t>
            </a:r>
          </a:p>
          <a:p>
            <a:pPr marL="714375" lvl="1" indent="-285750"/>
            <a:r>
              <a:rPr lang="en-US" dirty="0"/>
              <a:t>Removable Media and Cables</a:t>
            </a:r>
          </a:p>
          <a:p>
            <a:pPr marL="714375" lvl="1" indent="-285750"/>
            <a:r>
              <a:rPr lang="en-US" dirty="0"/>
              <a:t>Hybrid/Remote Work Environments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401591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Security Awareness Training Lifecycle</a:t>
            </a:r>
          </a:p>
        </p:txBody>
      </p:sp>
      <p:pic>
        <p:nvPicPr>
          <p:cNvPr id="3080" name="Picture 8" descr="Several phases of security awareness training lifecycle.">
            <a:extLst>
              <a:ext uri="{FF2B5EF4-FFF2-40B4-BE49-F238E27FC236}">
                <a16:creationId xmlns:a16="http://schemas.microsoft.com/office/drawing/2014/main" id="{09329375-23B1-8E6F-3895-8B246A90A9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67954" y="1051848"/>
            <a:ext cx="4310706" cy="343509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F5C7FA5-14FB-EC0C-31D5-503F8A892F1C}"/>
              </a:ext>
            </a:extLst>
          </p:cNvPr>
          <p:cNvSpPr>
            <a:spLocks noGrp="1"/>
          </p:cNvSpPr>
          <p:nvPr>
            <p:ph idx="12"/>
          </p:nvPr>
        </p:nvSpPr>
        <p:spPr/>
        <p:txBody>
          <a:bodyPr/>
          <a:lstStyle/>
          <a:p>
            <a:r>
              <a:rPr lang="en-US" dirty="0">
                <a:latin typeface="Calibri" panose="020F0502020204030204" pitchFamily="34" charset="0"/>
                <a:cs typeface="Calibri" panose="020F0502020204030204" pitchFamily="34" charset="0"/>
              </a:rPr>
              <a:t>Security awareness training practices should follow a lifecycle approach consisting of </a:t>
            </a:r>
            <a:r>
              <a:rPr lang="en-US">
                <a:latin typeface="Calibri" panose="020F0502020204030204" pitchFamily="34" charset="0"/>
                <a:cs typeface="Calibri" panose="020F0502020204030204" pitchFamily="34" charset="0"/>
              </a:rPr>
              <a:t>several stages</a:t>
            </a:r>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37307" y="4493087"/>
            <a:ext cx="4572000" cy="230832"/>
          </a:xfrm>
          <a:prstGeom prst="rect">
            <a:avLst/>
          </a:prstGeom>
        </p:spPr>
        <p:txBody>
          <a:bodyPr>
            <a:spAutoFit/>
          </a:bodyPr>
          <a:lstStyle/>
          <a:p>
            <a:pPr algn="ctr"/>
            <a:r>
              <a:rPr lang="en-US" sz="900" b="0" i="1" dirty="0">
                <a:solidFill>
                  <a:srgbClr val="000000"/>
                </a:solidFill>
                <a:effectLst/>
                <a:latin typeface="Open Sans" panose="020B0606030504020204" pitchFamily="34" charset="0"/>
              </a:rPr>
              <a:t>Security Awareness Training Lifecycle.</a:t>
            </a:r>
            <a:endParaRPr lang="en-US" sz="900" i="1" dirty="0">
              <a:solidFill>
                <a:srgbClr val="45545F"/>
              </a:solidFill>
            </a:endParaRPr>
          </a:p>
        </p:txBody>
      </p:sp>
    </p:spTree>
    <p:extLst>
      <p:ext uri="{BB962C8B-B14F-4D97-AF65-F5344CB8AC3E}">
        <p14:creationId xmlns:p14="http://schemas.microsoft.com/office/powerpoint/2010/main" val="602285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Conduct Policies</a:t>
            </a:r>
          </a:p>
          <a:p>
            <a:r>
              <a:rPr lang="en-US" dirty="0"/>
              <a:t>User and Role-Based Training</a:t>
            </a:r>
          </a:p>
          <a:p>
            <a:r>
              <a:rPr lang="en-US" dirty="0"/>
              <a:t>Training Topics and Techniques</a:t>
            </a:r>
          </a:p>
          <a:p>
            <a:r>
              <a:rPr lang="en-US" dirty="0"/>
              <a:t>Security Awareness </a:t>
            </a:r>
            <a:r>
              <a:rPr lang="en-US"/>
              <a:t>Training Lifecycle</a:t>
            </a:r>
            <a:endParaRPr lang="en-US" dirty="0"/>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a:t>Personnel </a:t>
            </a:r>
            <a:r>
              <a:rPr lang="en-US" dirty="0"/>
              <a:t>Policies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40270103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20</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Training and Awareness through Simulation</a:t>
            </a:r>
          </a:p>
          <a:p>
            <a:r>
              <a:rPr lang="en-US" dirty="0"/>
              <a:t>Challenge Lab: Discovering Anomalous Behavior</a:t>
            </a:r>
          </a:p>
        </p:txBody>
      </p:sp>
    </p:spTree>
    <p:extLst>
      <p:ext uri="{BB962C8B-B14F-4D97-AF65-F5344CB8AC3E}">
        <p14:creationId xmlns:p14="http://schemas.microsoft.com/office/powerpoint/2010/main" val="2089474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16</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1021</Words>
  <Application>Microsoft Office PowerPoint</Application>
  <PresentationFormat>On-screen Show (16:9)</PresentationFormat>
  <Paragraphs>165</Paragraphs>
  <Slides>21</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21</vt:i4>
      </vt:variant>
    </vt:vector>
  </HeadingPairs>
  <TitlesOfParts>
    <vt:vector size="26" baseType="lpstr">
      <vt:lpstr>Calibri</vt:lpstr>
      <vt:lpstr>Arial</vt:lpstr>
      <vt:lpstr>Open Sans</vt:lpstr>
      <vt:lpstr>comptia_ov</vt:lpstr>
      <vt:lpstr>comptia_ov</vt:lpstr>
      <vt:lpstr>Summarize Data Protection and Compliance Concepts</vt:lpstr>
      <vt:lpstr>Data Classification and Compliance</vt:lpstr>
      <vt:lpstr>Data Types</vt:lpstr>
      <vt:lpstr>Data Classifications</vt:lpstr>
      <vt:lpstr>Data Sovereignty and Geographical Considerations</vt:lpstr>
      <vt:lpstr>Privacy Data</vt:lpstr>
      <vt:lpstr>Privacy Data</vt:lpstr>
      <vt:lpstr>Privacy Data</vt:lpstr>
      <vt:lpstr>Privacy Breaches and Data Breaches</vt:lpstr>
      <vt:lpstr>Compliance</vt:lpstr>
      <vt:lpstr>Monitoring and Reporting</vt:lpstr>
      <vt:lpstr>Data Protection and Data Loss Prevention</vt:lpstr>
      <vt:lpstr>Data Classification and Compliance</vt:lpstr>
      <vt:lpstr>Personnel Policies</vt:lpstr>
      <vt:lpstr>Conduct Policies </vt:lpstr>
      <vt:lpstr>User and Role-Based Training</vt:lpstr>
      <vt:lpstr>Training Topics and Techniques</vt:lpstr>
      <vt:lpstr>Security Awareness Training Lifecycle</vt:lpstr>
      <vt:lpstr>Personnel Policies</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10</cp:revision>
  <dcterms:created xsi:type="dcterms:W3CDTF">2021-09-20T08:36:44Z</dcterms:created>
  <dcterms:modified xsi:type="dcterms:W3CDTF">2023-09-19T11:16:11Z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