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1B6E19-280B-4806-9F09-02658F5130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EFEE92-9F78-4FE8-A985-E5B0415024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E0F345-954F-41BB-BA3C-3EAB28491C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EC80B5-0508-4555-8599-118C5A7165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E83F03-BE1E-4705-BD70-3A738B04EA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5F4B90-0530-4469-A3A1-16133AA179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647725-A64B-4723-95D2-07B8FC437D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B66809-7C7C-49A8-B27C-567875815C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23ED82-4D78-4F2C-B0BA-6A72C72D61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5E8290-97DE-44B2-BE80-4C38A66DA6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7F55C7-28D2-4CC8-BB34-63613461F8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90759F-0822-49AB-8715-4BC1D68A97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39AD90-1424-41AA-8ECB-BCB7EFE79B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3692B9-F0C6-4CD4-8443-06683DB6FA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B1BCAF-94BB-45AA-A5BF-1104D34C09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3639CE-602B-4E56-A470-D35645CAF3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F4530E-85F5-4EF9-A358-D4F1A064DC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53A789-A3AC-4ABC-B4D1-A80CD0E73E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C64E8A-0C3B-44DA-81CD-B9DB6C44DE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F33B77-7B4A-47D5-B4A7-B77D4E0630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115F54-762D-4E01-83B0-9EBB322427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5F3328-BD67-4C09-82E4-AAF480B6C1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02A84F-C9EE-43C9-AB5F-A55FECE687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4A6C49-6933-4CD6-AE95-3FB8CC7947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FDAA07C-29DB-4252-9909-424DCE969C1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6040DC6-1E57-473A-83B1-9090472E4C5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3639240" y="3080160"/>
            <a:ext cx="4961160" cy="847800"/>
            <a:chOff x="3639240" y="3080160"/>
            <a:chExt cx="4961160" cy="84780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3758040" y="3159000"/>
              <a:ext cx="4725000" cy="59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3639240" y="3080160"/>
              <a:ext cx="4961160" cy="847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514600" y="3166920"/>
            <a:ext cx="7543800" cy="116784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ctr">
            <a:noAutofit/>
          </a:bodyPr>
          <a:p>
            <a:pPr marL="104760" algn="ctr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18-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Explaining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Digital</a:t>
            </a:r>
            <a:r>
              <a:rPr b="0" lang="en-US" sz="2800" spc="4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Forensics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0960" cy="19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2282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8" name="object 3"/>
          <p:cNvSpPr/>
          <p:nvPr/>
        </p:nvSpPr>
        <p:spPr>
          <a:xfrm>
            <a:off x="916920" y="1808640"/>
            <a:ext cx="1005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18.1-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Aspects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Forensics Documentation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object 5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FC24FD3-FBAD-46BD-8224-7AF477F4AF9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10283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KEY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ASPECTS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DIGITAL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FORENSICS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4" name="object 3"/>
          <p:cNvSpPr/>
          <p:nvPr/>
        </p:nvSpPr>
        <p:spPr>
          <a:xfrm>
            <a:off x="885600" y="1143000"/>
            <a:ext cx="10315080" cy="45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Digital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forensics</a:t>
            </a:r>
            <a:r>
              <a:rPr b="0" lang="en-US" sz="2400" spc="4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collecting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computer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accepted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court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law.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Forensics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investigations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likely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launched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crimes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arising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insider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notably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fraud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misuse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equipment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download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obscene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material,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instance).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Like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DNA 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fingerprints,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latent.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70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Latent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naked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eye;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rather,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interpreted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machine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physical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(a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forensics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requires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documentation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showing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 collected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tampering.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05D0488-B866-4CF3-9FA5-CBEFC32BC0B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126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DIGITAL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FORENSICS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REPORTS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" name="object 3"/>
          <p:cNvSpPr/>
          <p:nvPr/>
        </p:nvSpPr>
        <p:spPr>
          <a:xfrm>
            <a:off x="916920" y="1802520"/>
            <a:ext cx="10271160" cy="38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digital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forensics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report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summarizes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significant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contents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conclusions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investigator's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note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strong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ethical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principles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guide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forensics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analysis.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bias.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Conclusions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opinions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direct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 analysis.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repeatable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Ideally,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 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changed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manipulated.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E0C3B71-C064-46CD-A83F-4A31897D4A5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83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E-DISCOVERY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object 3"/>
          <p:cNvSpPr/>
          <p:nvPr/>
        </p:nvSpPr>
        <p:spPr>
          <a:xfrm>
            <a:off x="916920" y="1802520"/>
            <a:ext cx="1003248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forensic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examination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fixed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Electronically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Information (ESI)</a:t>
            </a:r>
            <a:r>
              <a:rPr b="0" lang="en-US" sz="2400" spc="4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entails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search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whole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(including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allocated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unallocated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sectors,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E-discovery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means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filtering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relevant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gathered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forensic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examination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storing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format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trial.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3883A80-C7B9-4C5D-B772-E85CC7E48A2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7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VIDEO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WITNESS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INTERVIEWS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" name="object 3"/>
          <p:cNvSpPr/>
          <p:nvPr/>
        </p:nvSpPr>
        <p:spPr>
          <a:xfrm>
            <a:off x="844920" y="1495080"/>
            <a:ext cx="10104840" cy="44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phase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forensics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document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crime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recorded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photographs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ideally audio 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video.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Investigators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capture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every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identifying,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collecting,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handling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Remember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matter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trial, the trial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 months 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years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after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vital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impressions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 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in-place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CCTV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webcams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valuable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6FAE7FE-29BE-414B-AA18-08B00631989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1122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TIMELINES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8" name="object 3"/>
          <p:cNvSpPr/>
          <p:nvPr/>
        </p:nvSpPr>
        <p:spPr>
          <a:xfrm>
            <a:off x="916920" y="1802520"/>
            <a:ext cx="10138680" cy="40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significant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forensic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involve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consistent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verifiable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narrative.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visual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representation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happening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chronological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timeline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variety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methods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time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occurred.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benchmark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Coordinated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Universal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Time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(UTC)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essentially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Greenwich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meridian.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71FC0DC-5DAF-4EBD-B9E2-A34B10E6D8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TIMELINES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4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object 4" descr=""/>
          <p:cNvPicPr/>
          <p:nvPr/>
        </p:nvPicPr>
        <p:blipFill>
          <a:blip r:embed="rId1"/>
          <a:stretch/>
        </p:blipFill>
        <p:spPr>
          <a:xfrm>
            <a:off x="3183480" y="1690200"/>
            <a:ext cx="5823720" cy="462564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C5DAA84-6BEF-498A-9B15-0BFAA5F5EDF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EVENT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TRAFFIC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334520"/>
            <a:ext cx="10220400" cy="48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just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drawn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analysis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obtain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and/or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Similarly,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packet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traces/flows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valuable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sensor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logging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record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all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generate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amount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hand,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sufficient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resources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choose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preserve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huge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amount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05B482D-B10E-4959-A43F-11866E6DECB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2023-09-03T12:33:13Z</dcterms:created>
  <dc:creator>Ahmed Sultan</dc:creator>
  <dc:description/>
  <dc:language>en-US</dc:language>
  <cp:lastModifiedBy/>
  <dcterms:modified xsi:type="dcterms:W3CDTF">2023-09-07T19:41:31Z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